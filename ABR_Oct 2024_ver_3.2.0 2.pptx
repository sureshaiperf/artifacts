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9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drawings/drawing1.xml" ContentType="application/vnd.openxmlformats-officedocument.drawingml.chartshapes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1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4"/>
    <p:sldMasterId id="2147483745" r:id="rId5"/>
  </p:sldMasterIdLst>
  <p:notesMasterIdLst>
    <p:notesMasterId r:id="rId41"/>
  </p:notesMasterIdLst>
  <p:handoutMasterIdLst>
    <p:handoutMasterId r:id="rId42"/>
  </p:handoutMasterIdLst>
  <p:sldIdLst>
    <p:sldId id="256" r:id="rId6"/>
    <p:sldId id="2147482517" r:id="rId7"/>
    <p:sldId id="2147470780" r:id="rId8"/>
    <p:sldId id="2147482519" r:id="rId9"/>
    <p:sldId id="261" r:id="rId10"/>
    <p:sldId id="2147470833" r:id="rId11"/>
    <p:sldId id="2147470826" r:id="rId12"/>
    <p:sldId id="2147470831" r:id="rId13"/>
    <p:sldId id="2147470824" r:id="rId14"/>
    <p:sldId id="2147470825" r:id="rId15"/>
    <p:sldId id="2147483456" r:id="rId16"/>
    <p:sldId id="2147483455" r:id="rId17"/>
    <p:sldId id="2147470781" r:id="rId18"/>
    <p:sldId id="2147470797" r:id="rId19"/>
    <p:sldId id="2147470798" r:id="rId20"/>
    <p:sldId id="2147470827" r:id="rId21"/>
    <p:sldId id="2147470828" r:id="rId22"/>
    <p:sldId id="2147470829" r:id="rId23"/>
    <p:sldId id="2147470830" r:id="rId24"/>
    <p:sldId id="2147470801" r:id="rId25"/>
    <p:sldId id="2147470803" r:id="rId26"/>
    <p:sldId id="2147483454" r:id="rId27"/>
    <p:sldId id="2147482518" r:id="rId28"/>
    <p:sldId id="2147470810" r:id="rId29"/>
    <p:sldId id="2147470811" r:id="rId30"/>
    <p:sldId id="2147470812" r:id="rId31"/>
    <p:sldId id="2147483457" r:id="rId32"/>
    <p:sldId id="257" r:id="rId33"/>
    <p:sldId id="2147470805" r:id="rId34"/>
    <p:sldId id="2147375066" r:id="rId35"/>
    <p:sldId id="2147483453" r:id="rId36"/>
    <p:sldId id="2147482520" r:id="rId37"/>
    <p:sldId id="2147482521" r:id="rId38"/>
    <p:sldId id="2147470804" r:id="rId39"/>
    <p:sldId id="214747083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2B6A63-F90D-BC60-04CD-09BECEE943A8}" name="Pratham Joshi" initials="PJ" userId="S::Pratham.Joshi@Coforge.com::38b47d3c-fb7a-4f93-81dc-2000a953bc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8AC7"/>
    <a:srgbClr val="F68D76"/>
    <a:srgbClr val="00A792"/>
    <a:srgbClr val="F0F0F0"/>
    <a:srgbClr val="061E38"/>
    <a:srgbClr val="999BF9"/>
    <a:srgbClr val="9CA2F6"/>
    <a:srgbClr val="A2A9F0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810" autoAdjust="0"/>
    <p:restoredTop sz="95103" autoAdjust="0"/>
  </p:normalViewPr>
  <p:slideViewPr>
    <p:cSldViewPr snapToGrid="0">
      <p:cViewPr varScale="1">
        <p:scale>
          <a:sx n="63" d="100"/>
          <a:sy n="63" d="100"/>
        </p:scale>
        <p:origin x="1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-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48" Type="http://schemas.microsoft.com/office/2018/10/relationships/authors" Target="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hanker Kommunuri" userId="31156384-b4fa-4e70-8f9a-87eccef1fb33" providerId="ADAL" clId="{4472D785-DC4A-4E2D-A6E5-691076385CDC}"/>
    <pc:docChg chg="modSld">
      <pc:chgData name="Ravi Shanker Kommunuri" userId="31156384-b4fa-4e70-8f9a-87eccef1fb33" providerId="ADAL" clId="{4472D785-DC4A-4E2D-A6E5-691076385CDC}" dt="2024-10-28T10:29:35.202" v="10" actId="1076"/>
      <pc:docMkLst>
        <pc:docMk/>
      </pc:docMkLst>
      <pc:sldChg chg="modSp mod">
        <pc:chgData name="Ravi Shanker Kommunuri" userId="31156384-b4fa-4e70-8f9a-87eccef1fb33" providerId="ADAL" clId="{4472D785-DC4A-4E2D-A6E5-691076385CDC}" dt="2024-10-28T10:29:35.202" v="10" actId="1076"/>
        <pc:sldMkLst>
          <pc:docMk/>
          <pc:sldMk cId="1390787567" sldId="2147483454"/>
        </pc:sldMkLst>
        <pc:spChg chg="mod">
          <ac:chgData name="Ravi Shanker Kommunuri" userId="31156384-b4fa-4e70-8f9a-87eccef1fb33" providerId="ADAL" clId="{4472D785-DC4A-4E2D-A6E5-691076385CDC}" dt="2024-10-28T10:23:17.755" v="9" actId="20577"/>
          <ac:spMkLst>
            <pc:docMk/>
            <pc:sldMk cId="1390787567" sldId="2147483454"/>
            <ac:spMk id="3" creationId="{379B1601-7A62-A198-9C04-3D34F844735C}"/>
          </ac:spMkLst>
        </pc:spChg>
        <pc:graphicFrameChg chg="mod">
          <ac:chgData name="Ravi Shanker Kommunuri" userId="31156384-b4fa-4e70-8f9a-87eccef1fb33" providerId="ADAL" clId="{4472D785-DC4A-4E2D-A6E5-691076385CDC}" dt="2024-10-28T10:29:35.202" v="10" actId="1076"/>
          <ac:graphicFrameMkLst>
            <pc:docMk/>
            <pc:sldMk cId="1390787567" sldId="2147483454"/>
            <ac:graphicFrameMk id="6" creationId="{5A4E2D0F-F1BE-B14F-4512-79B00B72715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6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005185\Documents\Helix%20Test%20Case%20Coun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005185\Documents\Helix%20Test%20Case%20Coun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008681\Downloads\ABR%20lab%20data%20(1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005185\Documents\Helix%20Test%20Case%20Coun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010095\Desktop\Demo\ABR%20lab%20data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000558\Desktop\ABR%20worksheet%20-%20Oct%2024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000558\Desktop\ABR%20worksheet%20-%20Oct%2024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000558\Desktop\ABR%20worksheet%20-%20Oct%2024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000558\Desktop\ABR%20worksheet%20-%20Oct%2024.xlsx" TargetMode="Externa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Test</a:t>
            </a:r>
            <a:r>
              <a:rPr lang="en-US" baseline="0" dirty="0">
                <a:solidFill>
                  <a:schemeClr val="bg1"/>
                </a:solidFill>
              </a:rPr>
              <a:t> Execution Overview</a:t>
            </a:r>
            <a:endParaRPr lang="en-US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Funtional</c:v>
                </c:pt>
              </c:strCache>
            </c:strRef>
          </c:tx>
          <c:spPr>
            <a:solidFill>
              <a:srgbClr val="F68D7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131</c:v>
                </c:pt>
                <c:pt idx="1">
                  <c:v>109</c:v>
                </c:pt>
                <c:pt idx="2">
                  <c:v>329</c:v>
                </c:pt>
                <c:pt idx="3">
                  <c:v>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75-46B0-84D2-858FBB9821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Automation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3113</c:v>
                </c:pt>
                <c:pt idx="1">
                  <c:v>3231</c:v>
                </c:pt>
                <c:pt idx="2">
                  <c:v>3770</c:v>
                </c:pt>
                <c:pt idx="3">
                  <c:v>1328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75-46B0-84D2-858FBB982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2075728"/>
        <c:axId val="772073928"/>
      </c:barChart>
      <c:catAx>
        <c:axId val="772075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accent5">
              <a:lumMod val="50000"/>
            </a:schemeClr>
          </a:solidFill>
          <a:ln w="9525" cap="flat" cmpd="sng" algn="ctr">
            <a:solidFill>
              <a:schemeClr val="accent5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2073928"/>
        <c:crosses val="autoZero"/>
        <c:auto val="1"/>
        <c:lblAlgn val="ctr"/>
        <c:lblOffset val="100"/>
        <c:noMultiLvlLbl val="0"/>
      </c:catAx>
      <c:valAx>
        <c:axId val="772073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2075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accent5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bg1"/>
                </a:solidFill>
              </a:rPr>
              <a:t>G7 Test Execution</a:t>
            </a:r>
            <a:r>
              <a:rPr lang="en-US" sz="1400" baseline="0" dirty="0">
                <a:solidFill>
                  <a:schemeClr val="bg1"/>
                </a:solidFill>
              </a:rPr>
              <a:t> Overview</a:t>
            </a:r>
            <a:endParaRPr lang="en-US" sz="1400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rgbClr val="5F8A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24Q1 Regression</c:v>
                </c:pt>
                <c:pt idx="1">
                  <c:v>24Q2 Regression</c:v>
                </c:pt>
                <c:pt idx="2">
                  <c:v>24Q3 Regression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1426</c:v>
                </c:pt>
                <c:pt idx="1">
                  <c:v>807</c:v>
                </c:pt>
                <c:pt idx="2">
                  <c:v>657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9F-4C50-B88F-449F5DA9C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4171648"/>
        <c:axId val="904173448"/>
      </c:barChart>
      <c:catAx>
        <c:axId val="904171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4173448"/>
        <c:crosses val="autoZero"/>
        <c:auto val="1"/>
        <c:lblAlgn val="ctr"/>
        <c:lblOffset val="100"/>
        <c:noMultiLvlLbl val="0"/>
      </c:catAx>
      <c:valAx>
        <c:axId val="904173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4171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5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Libre2 &amp; Libre3 Test Execution Overview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Functional</c:v>
                </c:pt>
              </c:strCache>
            </c:strRef>
          </c:tx>
          <c:spPr>
            <a:solidFill>
              <a:srgbClr val="5F8A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Libre2 Dryruns</c:v>
                </c:pt>
                <c:pt idx="1">
                  <c:v>Libre2 DV</c:v>
                </c:pt>
                <c:pt idx="2">
                  <c:v>Libre3 Regression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50-4499-A323-2A2DA7E286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Libre2 Dryruns</c:v>
                </c:pt>
                <c:pt idx="1">
                  <c:v>Libre2 DV</c:v>
                </c:pt>
                <c:pt idx="2">
                  <c:v>Libre3 Regression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395</c:v>
                </c:pt>
                <c:pt idx="1">
                  <c:v>12</c:v>
                </c:pt>
                <c:pt idx="2">
                  <c:v>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98-47D2-B5F2-3575DA748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4200088"/>
        <c:axId val="904198648"/>
      </c:barChart>
      <c:catAx>
        <c:axId val="904200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4198648"/>
        <c:crosses val="autoZero"/>
        <c:auto val="1"/>
        <c:lblAlgn val="ctr"/>
        <c:lblOffset val="100"/>
        <c:noMultiLvlLbl val="0"/>
      </c:catAx>
      <c:valAx>
        <c:axId val="904198648"/>
        <c:scaling>
          <c:orientation val="minMax"/>
          <c:max val="5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4200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5">
          <a:lumMod val="50000"/>
        </a:schemeClr>
      </a:solidFill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bg1"/>
                </a:solidFill>
              </a:rPr>
              <a:t>PACT Test Execution Overview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5F8A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PACT</c:v>
                </c:pt>
                <c:pt idx="1">
                  <c:v>SI Tool 3.6</c:v>
                </c:pt>
                <c:pt idx="2">
                  <c:v>SI Tool 3.7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18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A9-4AB8-A06D-A4C2D9582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4188208"/>
        <c:axId val="904188928"/>
      </c:barChart>
      <c:catAx>
        <c:axId val="904188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4188928"/>
        <c:crosses val="autoZero"/>
        <c:auto val="1"/>
        <c:lblAlgn val="ctr"/>
        <c:lblOffset val="100"/>
        <c:noMultiLvlLbl val="0"/>
      </c:catAx>
      <c:valAx>
        <c:axId val="904188928"/>
        <c:scaling>
          <c:orientation val="minMax"/>
          <c:max val="12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4188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5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chemeClr val="bg1"/>
                </a:solidFill>
              </a:rPr>
              <a:t>Test Execution Overview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F8A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Flash Encryption Testing</c:v>
                </c:pt>
                <c:pt idx="1">
                  <c:v>Binary Verfication</c:v>
                </c:pt>
                <c:pt idx="2">
                  <c:v>Initializaton Code Changes</c:v>
                </c:pt>
                <c:pt idx="3">
                  <c:v>Pod PDM Communication</c:v>
                </c:pt>
                <c:pt idx="4">
                  <c:v>LDO Trim Change</c:v>
                </c:pt>
                <c:pt idx="5">
                  <c:v>Time Based Occlusion</c:v>
                </c:pt>
                <c:pt idx="6">
                  <c:v>Stack Size Changes</c:v>
                </c:pt>
                <c:pt idx="7">
                  <c:v>Formal Dry Run</c:v>
                </c:pt>
                <c:pt idx="8">
                  <c:v>DV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182</c:v>
                </c:pt>
                <c:pt idx="1">
                  <c:v>48</c:v>
                </c:pt>
                <c:pt idx="2">
                  <c:v>35</c:v>
                </c:pt>
                <c:pt idx="3">
                  <c:v>8</c:v>
                </c:pt>
                <c:pt idx="4">
                  <c:v>9</c:v>
                </c:pt>
                <c:pt idx="5">
                  <c:v>24</c:v>
                </c:pt>
                <c:pt idx="6">
                  <c:v>11</c:v>
                </c:pt>
                <c:pt idx="7">
                  <c:v>179</c:v>
                </c:pt>
                <c:pt idx="8">
                  <c:v>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CF-469C-8F95-FB391E98EA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7201200"/>
        <c:axId val="927197960"/>
      </c:barChart>
      <c:catAx>
        <c:axId val="92720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197960"/>
        <c:crosses val="autoZero"/>
        <c:auto val="1"/>
        <c:lblAlgn val="ctr"/>
        <c:lblOffset val="100"/>
        <c:noMultiLvlLbl val="0"/>
      </c:catAx>
      <c:valAx>
        <c:axId val="9271979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201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5">
          <a:lumMod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100" baseline="0">
                <a:solidFill>
                  <a:schemeClr val="lt1">
                    <a:lumMod val="9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GB" sz="1600" b="0" dirty="0">
                <a:effectLst/>
              </a:rPr>
              <a:t>Manual</a:t>
            </a:r>
            <a:r>
              <a:rPr lang="en-GB" sz="1600" b="0" baseline="0" dirty="0">
                <a:effectLst/>
              </a:rPr>
              <a:t> &amp; Automated </a:t>
            </a:r>
            <a:r>
              <a:rPr lang="en-GB" sz="1600" b="0" dirty="0">
                <a:effectLst/>
              </a:rPr>
              <a:t>Testcase Classification</a:t>
            </a:r>
            <a:r>
              <a:rPr lang="en-GB" sz="1600" b="0" baseline="0" dirty="0">
                <a:effectLst/>
              </a:rPr>
              <a:t> </a:t>
            </a:r>
            <a:r>
              <a:rPr lang="en-GB" sz="1600" b="0" dirty="0">
                <a:effectLst/>
              </a:rPr>
              <a:t>By Protocol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100" baseline="0">
              <a:solidFill>
                <a:schemeClr val="lt1">
                  <a:lumMod val="9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2214882613007099E-2"/>
          <c:y val="8.9157293562736523E-2"/>
          <c:w val="0.940441364372961"/>
          <c:h val="0.613095391636675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Dashboard!$B$1</c:f>
              <c:strCache>
                <c:ptCount val="1"/>
                <c:pt idx="0">
                  <c:v>Total Test Cases</c:v>
                </c:pt>
              </c:strCache>
            </c:strRef>
          </c:tx>
          <c:spPr>
            <a:solidFill>
              <a:srgbClr val="5F8AC7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Dashboard!$A$2:$A$19</c:f>
              <c:strCache>
                <c:ptCount val="18"/>
                <c:pt idx="0">
                  <c:v>IPC</c:v>
                </c:pt>
                <c:pt idx="1">
                  <c:v>Initialization</c:v>
                </c:pt>
                <c:pt idx="2">
                  <c:v>General</c:v>
                </c:pt>
                <c:pt idx="3">
                  <c:v>History</c:v>
                </c:pt>
                <c:pt idx="4">
                  <c:v>Manufacturing</c:v>
                </c:pt>
                <c:pt idx="5">
                  <c:v>Pumping</c:v>
                </c:pt>
                <c:pt idx="6">
                  <c:v>Safety</c:v>
                </c:pt>
                <c:pt idx="7">
                  <c:v>Code Inspection</c:v>
                </c:pt>
                <c:pt idx="8">
                  <c:v>Pod_PDM_Comm</c:v>
                </c:pt>
                <c:pt idx="9">
                  <c:v>Pod_CGM_G6</c:v>
                </c:pt>
                <c:pt idx="10">
                  <c:v>Pod_CGM_Libre</c:v>
                </c:pt>
                <c:pt idx="11">
                  <c:v>Pod_CGM_G7</c:v>
                </c:pt>
                <c:pt idx="12">
                  <c:v>CGM_IF_MGR</c:v>
                </c:pt>
                <c:pt idx="13">
                  <c:v>Algorithm</c:v>
                </c:pt>
                <c:pt idx="14">
                  <c:v>ALH</c:v>
                </c:pt>
                <c:pt idx="15">
                  <c:v>Stress_Test</c:v>
                </c:pt>
                <c:pt idx="16">
                  <c:v>System Integration</c:v>
                </c:pt>
                <c:pt idx="17">
                  <c:v>Total Test Cases</c:v>
                </c:pt>
              </c:strCache>
            </c:strRef>
          </c:cat>
          <c:val>
            <c:numRef>
              <c:f>Dashboard!$B$2:$B$19</c:f>
              <c:numCache>
                <c:formatCode>General</c:formatCode>
                <c:ptCount val="18"/>
                <c:pt idx="0">
                  <c:v>12</c:v>
                </c:pt>
                <c:pt idx="1">
                  <c:v>26</c:v>
                </c:pt>
                <c:pt idx="2">
                  <c:v>39</c:v>
                </c:pt>
                <c:pt idx="3">
                  <c:v>16</c:v>
                </c:pt>
                <c:pt idx="4">
                  <c:v>56</c:v>
                </c:pt>
                <c:pt idx="5">
                  <c:v>74</c:v>
                </c:pt>
                <c:pt idx="6">
                  <c:v>74</c:v>
                </c:pt>
                <c:pt idx="7">
                  <c:v>14</c:v>
                </c:pt>
                <c:pt idx="8">
                  <c:v>256</c:v>
                </c:pt>
                <c:pt idx="9">
                  <c:v>105</c:v>
                </c:pt>
                <c:pt idx="10">
                  <c:v>106</c:v>
                </c:pt>
                <c:pt idx="11">
                  <c:v>151</c:v>
                </c:pt>
                <c:pt idx="12">
                  <c:v>24</c:v>
                </c:pt>
                <c:pt idx="13">
                  <c:v>195</c:v>
                </c:pt>
                <c:pt idx="14">
                  <c:v>205</c:v>
                </c:pt>
                <c:pt idx="15">
                  <c:v>9</c:v>
                </c:pt>
                <c:pt idx="16">
                  <c:v>26</c:v>
                </c:pt>
                <c:pt idx="17">
                  <c:v>1388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9C-49F9-9D83-D05DF036745B}"/>
            </c:ext>
          </c:extLst>
        </c:ser>
        <c:ser>
          <c:idx val="1"/>
          <c:order val="1"/>
          <c:tx>
            <c:strRef>
              <c:f>Dashboard!$C$1</c:f>
              <c:strCache>
                <c:ptCount val="1"/>
                <c:pt idx="0">
                  <c:v>Automated</c:v>
                </c:pt>
              </c:strCache>
            </c:strRef>
          </c:tx>
          <c:spPr>
            <a:solidFill>
              <a:srgbClr val="F68D76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8"/>
              <c:layout>
                <c:manualLayout>
                  <c:x val="5.4199228168849631E-3"/>
                  <c:y val="2.774745100335438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FDC-4E4A-AE72-D9B6EA7A15EF}"/>
                </c:ext>
              </c:extLst>
            </c:dLbl>
            <c:dLbl>
              <c:idx val="13"/>
              <c:layout>
                <c:manualLayout>
                  <c:x val="5.4199228168849631E-3"/>
                  <c:y val="2.774745100335438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FDC-4E4A-AE72-D9B6EA7A15EF}"/>
                </c:ext>
              </c:extLst>
            </c:dLbl>
            <c:dLbl>
              <c:idx val="14"/>
              <c:layout>
                <c:manualLayout>
                  <c:x val="1.0839845633768335E-3"/>
                  <c:y val="-1.0173947837583011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DC-4E4A-AE72-D9B6EA7A15EF}"/>
                </c:ext>
              </c:extLst>
            </c:dLbl>
            <c:dLbl>
              <c:idx val="17"/>
              <c:layout>
                <c:manualLayout>
                  <c:x val="2.167969126753985E-3"/>
                  <c:y val="-5.086973918791505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FDC-4E4A-AE72-D9B6EA7A15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Dashboard!$A$2:$A$19</c:f>
              <c:strCache>
                <c:ptCount val="18"/>
                <c:pt idx="0">
                  <c:v>IPC</c:v>
                </c:pt>
                <c:pt idx="1">
                  <c:v>Initialization</c:v>
                </c:pt>
                <c:pt idx="2">
                  <c:v>General</c:v>
                </c:pt>
                <c:pt idx="3">
                  <c:v>History</c:v>
                </c:pt>
                <c:pt idx="4">
                  <c:v>Manufacturing</c:v>
                </c:pt>
                <c:pt idx="5">
                  <c:v>Pumping</c:v>
                </c:pt>
                <c:pt idx="6">
                  <c:v>Safety</c:v>
                </c:pt>
                <c:pt idx="7">
                  <c:v>Code Inspection</c:v>
                </c:pt>
                <c:pt idx="8">
                  <c:v>Pod_PDM_Comm</c:v>
                </c:pt>
                <c:pt idx="9">
                  <c:v>Pod_CGM_G6</c:v>
                </c:pt>
                <c:pt idx="10">
                  <c:v>Pod_CGM_Libre</c:v>
                </c:pt>
                <c:pt idx="11">
                  <c:v>Pod_CGM_G7</c:v>
                </c:pt>
                <c:pt idx="12">
                  <c:v>CGM_IF_MGR</c:v>
                </c:pt>
                <c:pt idx="13">
                  <c:v>Algorithm</c:v>
                </c:pt>
                <c:pt idx="14">
                  <c:v>ALH</c:v>
                </c:pt>
                <c:pt idx="15">
                  <c:v>Stress_Test</c:v>
                </c:pt>
                <c:pt idx="16">
                  <c:v>System Integration</c:v>
                </c:pt>
                <c:pt idx="17">
                  <c:v>Total Test Cases</c:v>
                </c:pt>
              </c:strCache>
            </c:strRef>
          </c:cat>
          <c:val>
            <c:numRef>
              <c:f>Dashboard!$C$2:$C$19</c:f>
              <c:numCache>
                <c:formatCode>General</c:formatCode>
                <c:ptCount val="18"/>
                <c:pt idx="0">
                  <c:v>0</c:v>
                </c:pt>
                <c:pt idx="1">
                  <c:v>9</c:v>
                </c:pt>
                <c:pt idx="2">
                  <c:v>16</c:v>
                </c:pt>
                <c:pt idx="3">
                  <c:v>12</c:v>
                </c:pt>
                <c:pt idx="4">
                  <c:v>54</c:v>
                </c:pt>
                <c:pt idx="5">
                  <c:v>50</c:v>
                </c:pt>
                <c:pt idx="6">
                  <c:v>40</c:v>
                </c:pt>
                <c:pt idx="7">
                  <c:v>0</c:v>
                </c:pt>
                <c:pt idx="8">
                  <c:v>198</c:v>
                </c:pt>
                <c:pt idx="9">
                  <c:v>48</c:v>
                </c:pt>
                <c:pt idx="10">
                  <c:v>36</c:v>
                </c:pt>
                <c:pt idx="11">
                  <c:v>102</c:v>
                </c:pt>
                <c:pt idx="12">
                  <c:v>24</c:v>
                </c:pt>
                <c:pt idx="13">
                  <c:v>195</c:v>
                </c:pt>
                <c:pt idx="14">
                  <c:v>156</c:v>
                </c:pt>
                <c:pt idx="15">
                  <c:v>6</c:v>
                </c:pt>
                <c:pt idx="16">
                  <c:v>0</c:v>
                </c:pt>
                <c:pt idx="17">
                  <c:v>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9C-49F9-9D83-D05DF036745B}"/>
            </c:ext>
          </c:extLst>
        </c:ser>
        <c:ser>
          <c:idx val="2"/>
          <c:order val="2"/>
          <c:tx>
            <c:strRef>
              <c:f>Dashboard!$D$1</c:f>
              <c:strCache>
                <c:ptCount val="1"/>
                <c:pt idx="0">
                  <c:v>Manual</c:v>
                </c:pt>
              </c:strCache>
            </c:strRef>
          </c:tx>
          <c:spPr>
            <a:solidFill>
              <a:srgbClr val="4CC0AD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17"/>
              <c:layout>
                <c:manualLayout>
                  <c:x val="3.2519536901309777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DC-4E4A-AE72-D9B6EA7A15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Dashboard!$A$2:$A$19</c:f>
              <c:strCache>
                <c:ptCount val="18"/>
                <c:pt idx="0">
                  <c:v>IPC</c:v>
                </c:pt>
                <c:pt idx="1">
                  <c:v>Initialization</c:v>
                </c:pt>
                <c:pt idx="2">
                  <c:v>General</c:v>
                </c:pt>
                <c:pt idx="3">
                  <c:v>History</c:v>
                </c:pt>
                <c:pt idx="4">
                  <c:v>Manufacturing</c:v>
                </c:pt>
                <c:pt idx="5">
                  <c:v>Pumping</c:v>
                </c:pt>
                <c:pt idx="6">
                  <c:v>Safety</c:v>
                </c:pt>
                <c:pt idx="7">
                  <c:v>Code Inspection</c:v>
                </c:pt>
                <c:pt idx="8">
                  <c:v>Pod_PDM_Comm</c:v>
                </c:pt>
                <c:pt idx="9">
                  <c:v>Pod_CGM_G6</c:v>
                </c:pt>
                <c:pt idx="10">
                  <c:v>Pod_CGM_Libre</c:v>
                </c:pt>
                <c:pt idx="11">
                  <c:v>Pod_CGM_G7</c:v>
                </c:pt>
                <c:pt idx="12">
                  <c:v>CGM_IF_MGR</c:v>
                </c:pt>
                <c:pt idx="13">
                  <c:v>Algorithm</c:v>
                </c:pt>
                <c:pt idx="14">
                  <c:v>ALH</c:v>
                </c:pt>
                <c:pt idx="15">
                  <c:v>Stress_Test</c:v>
                </c:pt>
                <c:pt idx="16">
                  <c:v>System Integration</c:v>
                </c:pt>
                <c:pt idx="17">
                  <c:v>Total Test Cases</c:v>
                </c:pt>
              </c:strCache>
            </c:strRef>
          </c:cat>
          <c:val>
            <c:numRef>
              <c:f>Dashboard!$D$2:$D$19</c:f>
              <c:numCache>
                <c:formatCode>General</c:formatCode>
                <c:ptCount val="18"/>
                <c:pt idx="0">
                  <c:v>12</c:v>
                </c:pt>
                <c:pt idx="1">
                  <c:v>17</c:v>
                </c:pt>
                <c:pt idx="2">
                  <c:v>23</c:v>
                </c:pt>
                <c:pt idx="3">
                  <c:v>4</c:v>
                </c:pt>
                <c:pt idx="4">
                  <c:v>2</c:v>
                </c:pt>
                <c:pt idx="5">
                  <c:v>24</c:v>
                </c:pt>
                <c:pt idx="6">
                  <c:v>34</c:v>
                </c:pt>
                <c:pt idx="7">
                  <c:v>14</c:v>
                </c:pt>
                <c:pt idx="8">
                  <c:v>58</c:v>
                </c:pt>
                <c:pt idx="9">
                  <c:v>57</c:v>
                </c:pt>
                <c:pt idx="10">
                  <c:v>70</c:v>
                </c:pt>
                <c:pt idx="11">
                  <c:v>49</c:v>
                </c:pt>
                <c:pt idx="12">
                  <c:v>0</c:v>
                </c:pt>
                <c:pt idx="13">
                  <c:v>0</c:v>
                </c:pt>
                <c:pt idx="14">
                  <c:v>49</c:v>
                </c:pt>
                <c:pt idx="15">
                  <c:v>3</c:v>
                </c:pt>
                <c:pt idx="16">
                  <c:v>26</c:v>
                </c:pt>
                <c:pt idx="17">
                  <c:v>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9C-49F9-9D83-D05DF03674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32358464"/>
        <c:axId val="1032357024"/>
      </c:barChart>
      <c:catAx>
        <c:axId val="1032358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2357024"/>
        <c:crosses val="autoZero"/>
        <c:auto val="1"/>
        <c:lblAlgn val="ctr"/>
        <c:lblOffset val="100"/>
        <c:noMultiLvlLbl val="0"/>
      </c:catAx>
      <c:valAx>
        <c:axId val="1032357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CBCCCC">
                  <a:alpha val="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2358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accent5">
          <a:lumMod val="50000"/>
        </a:schemeClr>
      </a:solidFill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GB" sz="1600" b="0">
                <a:effectLst/>
                <a:highlight>
                  <a:srgbClr val="C0C0C0"/>
                </a:highlight>
              </a:rPr>
              <a:t>Lab Utilization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2214882613007099E-2"/>
          <c:y val="0.19949783668199914"/>
          <c:w val="0.940441364372961"/>
          <c:h val="0.54776155632175416"/>
        </c:manualLayout>
      </c:layout>
      <c:barChart>
        <c:barDir val="col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32358464"/>
        <c:axId val="1032357024"/>
      </c:barChart>
      <c:catAx>
        <c:axId val="10323584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2357024"/>
        <c:crosses val="autoZero"/>
        <c:auto val="1"/>
        <c:lblAlgn val="ctr"/>
        <c:lblOffset val="100"/>
        <c:noMultiLvlLbl val="0"/>
      </c:catAx>
      <c:valAx>
        <c:axId val="10323570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rgbClr val="CBCCCC">
                  <a:alpha val="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23584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solidFill>
                  <a:schemeClr val="bg1"/>
                </a:solidFill>
              </a:rPr>
              <a:t>Automation</a:t>
            </a:r>
            <a:r>
              <a:rPr lang="en-US" sz="1600" baseline="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Lab Utilization Summary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4223702419188766E-2"/>
          <c:y val="0.16116417461915503"/>
          <c:w val="0.94577629758081128"/>
          <c:h val="0.747740055240161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Sheet4!$E$1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5F8A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Sheet4!$E$2:$E$10</c:f>
              <c:numCache>
                <c:formatCode>0%</c:formatCode>
                <c:ptCount val="9"/>
                <c:pt idx="0">
                  <c:v>0.625</c:v>
                </c:pt>
                <c:pt idx="1">
                  <c:v>0.66666666666666663</c:v>
                </c:pt>
                <c:pt idx="2">
                  <c:v>0.49052083333333335</c:v>
                </c:pt>
                <c:pt idx="3">
                  <c:v>0.73833333333333329</c:v>
                </c:pt>
                <c:pt idx="4">
                  <c:v>0.65277777777777779</c:v>
                </c:pt>
                <c:pt idx="5">
                  <c:v>0.77752976190476186</c:v>
                </c:pt>
                <c:pt idx="6">
                  <c:v>0.86223958333333328</c:v>
                </c:pt>
                <c:pt idx="7">
                  <c:v>0.81698717948717947</c:v>
                </c:pt>
                <c:pt idx="8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2-422A-BB05-F5230D5F4D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174688"/>
        <c:axId val="143197248"/>
      </c:barChart>
      <c:catAx>
        <c:axId val="143174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197248"/>
        <c:crosses val="autoZero"/>
        <c:auto val="1"/>
        <c:lblAlgn val="ctr"/>
        <c:lblOffset val="100"/>
        <c:noMultiLvlLbl val="0"/>
      </c:catAx>
      <c:valAx>
        <c:axId val="143197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2">
                  <a:lumMod val="75000"/>
                  <a:alpha val="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174688"/>
        <c:crosses val="autoZero"/>
        <c:crossBetween val="between"/>
      </c:valAx>
      <c:spPr>
        <a:noFill/>
        <a:ln>
          <a:solidFill>
            <a:schemeClr val="accent4">
              <a:lumMod val="40000"/>
              <a:lumOff val="60000"/>
              <a:alpha val="0"/>
            </a:schemeClr>
          </a:solidFill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accent1">
          <a:lumMod val="25000"/>
          <a:lumOff val="75000"/>
          <a:alpha val="4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GB" sz="1600" b="0">
                <a:effectLst/>
                <a:highlight>
                  <a:srgbClr val="C0C0C0"/>
                </a:highlight>
              </a:rPr>
              <a:t>Lab Utilization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2214882613007099E-2"/>
          <c:y val="0.19949783668199914"/>
          <c:w val="0.940441364372961"/>
          <c:h val="0.54776155632175416"/>
        </c:manualLayout>
      </c:layout>
      <c:barChart>
        <c:barDir val="col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32358464"/>
        <c:axId val="1032357024"/>
      </c:barChart>
      <c:catAx>
        <c:axId val="10323584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2357024"/>
        <c:crosses val="autoZero"/>
        <c:auto val="1"/>
        <c:lblAlgn val="ctr"/>
        <c:lblOffset val="100"/>
        <c:noMultiLvlLbl val="0"/>
      </c:catAx>
      <c:valAx>
        <c:axId val="10323570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rgbClr val="CBCCCC">
                  <a:alpha val="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23584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b="0" i="0" u="none" strike="noStrike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600" b="0" i="0" u="none" strike="noStrike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Automation Lab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dirty="0">
                <a:solidFill>
                  <a:schemeClr val="bg1"/>
                </a:solidFill>
              </a:defRPr>
            </a:pPr>
            <a:r>
              <a:rPr lang="en-US" sz="1600" b="0" i="0" u="none" strike="noStrike" kern="12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Test Case Execution Summary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lang="en-US" sz="1600" b="0" i="0" u="none" strike="noStrike" kern="1200" spc="0" baseline="0" dirty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'No of Tests'!$B$1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5"/>
            </a:solidFill>
            <a:ln w="6350">
              <a:solidFill>
                <a:schemeClr val="accent5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'No of Tests'!$A$2:$A$11</c:f>
              <c:strCache>
                <c:ptCount val="10"/>
                <c:pt idx="0">
                  <c:v>Jan (Orion, G7, Moonshot)</c:v>
                </c:pt>
                <c:pt idx="1">
                  <c:v>Feb (Orion, Moonshot)</c:v>
                </c:pt>
                <c:pt idx="2">
                  <c:v>Mar (Orion, G7, Moonshot)</c:v>
                </c:pt>
                <c:pt idx="3">
                  <c:v>Apr (Orion, G7)</c:v>
                </c:pt>
                <c:pt idx="4">
                  <c:v>May (Orion, G7, Moonshot)</c:v>
                </c:pt>
                <c:pt idx="5">
                  <c:v>Jun  (Orion, G7, Moonshot)</c:v>
                </c:pt>
                <c:pt idx="6">
                  <c:v>Jul (Orion, G7, OTA)</c:v>
                </c:pt>
                <c:pt idx="7">
                  <c:v>Aug  (Orion, G7)</c:v>
                </c:pt>
                <c:pt idx="8">
                  <c:v>Sep (Orion, Moonshot)</c:v>
                </c:pt>
                <c:pt idx="9">
                  <c:v>Oct (Orion, SA 2.0, Mooonshot)</c:v>
                </c:pt>
              </c:strCache>
            </c:strRef>
          </c:cat>
          <c:val>
            <c:numRef>
              <c:f>'No of Tests'!$B$2:$B$11</c:f>
              <c:numCache>
                <c:formatCode>General</c:formatCode>
                <c:ptCount val="10"/>
                <c:pt idx="0">
                  <c:v>2640</c:v>
                </c:pt>
                <c:pt idx="1">
                  <c:v>1326</c:v>
                </c:pt>
                <c:pt idx="2">
                  <c:v>1686</c:v>
                </c:pt>
                <c:pt idx="3">
                  <c:v>2219</c:v>
                </c:pt>
                <c:pt idx="4">
                  <c:v>1373</c:v>
                </c:pt>
                <c:pt idx="5">
                  <c:v>1788</c:v>
                </c:pt>
                <c:pt idx="6">
                  <c:v>2542</c:v>
                </c:pt>
                <c:pt idx="7">
                  <c:v>1604</c:v>
                </c:pt>
                <c:pt idx="8">
                  <c:v>1560</c:v>
                </c:pt>
                <c:pt idx="9">
                  <c:v>1450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E4-4B0D-8A97-7C0DAD45C2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1777696"/>
        <c:axId val="321778416"/>
      </c:barChart>
      <c:catAx>
        <c:axId val="32177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78416"/>
        <c:crosses val="autoZero"/>
        <c:auto val="1"/>
        <c:lblAlgn val="ctr"/>
        <c:lblOffset val="100"/>
        <c:noMultiLvlLbl val="0"/>
      </c:catAx>
      <c:valAx>
        <c:axId val="32177841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1777696"/>
        <c:crosses val="autoZero"/>
        <c:crossBetween val="between"/>
      </c:valAx>
      <c:spPr>
        <a:noFill/>
        <a:ln w="57150">
          <a:noFill/>
        </a:ln>
        <a:effectLst/>
      </c:spPr>
    </c:plotArea>
    <c:plotVisOnly val="1"/>
    <c:dispBlanksAs val="gap"/>
    <c:showDLblsOverMax val="0"/>
  </c:chart>
  <c:spPr>
    <a:noFill/>
    <a:ln w="3175">
      <a:solidFill>
        <a:schemeClr val="accent5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0" i="0" u="none" strike="noStrike" kern="1200" cap="all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600" b="0" i="0" u="none" strike="noStrike" kern="1200" cap="none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Test Runs Summary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0" i="0" u="none" strike="noStrike" kern="1200" cap="all" spc="0" baseline="0" dirty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3240255007237526E-2"/>
          <c:y val="9.587216478243904E-2"/>
          <c:w val="0.95046248293278857"/>
          <c:h val="0.783119575339198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5F8A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Sheet2!$A$2:$A$12</c:f>
              <c:strCache>
                <c:ptCount val="11"/>
                <c:pt idx="0">
                  <c:v>v2.0 RC2, Pod Reliability &amp; Int 2 DV</c:v>
                </c:pt>
                <c:pt idx="1">
                  <c:v>06-01.06 OS update</c:v>
                </c:pt>
                <c:pt idx="2">
                  <c:v>v1.0 LMR DV</c:v>
                </c:pt>
                <c:pt idx="3">
                  <c:v>iOS GRS (510K ,LMR, 1.1.3) DV</c:v>
                </c:pt>
                <c:pt idx="4">
                  <c:v>V1.1 FMR DV , Patch DV , Reg DV , 1.1.3 DV , CCC DV</c:v>
                </c:pt>
                <c:pt idx="5">
                  <c:v>CT2 A-B DV, SA 2.0 Pivotal DV</c:v>
                </c:pt>
                <c:pt idx="6">
                  <c:v>v3.0 DV</c:v>
                </c:pt>
                <c:pt idx="7">
                  <c:v>v3.1, v3.0.1 Reg DV, 9.0.3 Pod SW, PEIT DV, v3.1.2 DV</c:v>
                </c:pt>
                <c:pt idx="8">
                  <c:v>v3.0 &amp; v3.1 GRS</c:v>
                </c:pt>
                <c:pt idx="9">
                  <c:v>Atlas DV</c:v>
                </c:pt>
                <c:pt idx="10">
                  <c:v>Glooko XT &amp; Regression DV</c:v>
                </c:pt>
              </c:strCache>
            </c:strRef>
          </c:cat>
          <c:val>
            <c:numRef>
              <c:f>Sheet2!$B$2:$B$12</c:f>
              <c:numCache>
                <c:formatCode>General</c:formatCode>
                <c:ptCount val="11"/>
                <c:pt idx="0">
                  <c:v>276</c:v>
                </c:pt>
                <c:pt idx="1">
                  <c:v>30</c:v>
                </c:pt>
                <c:pt idx="2">
                  <c:v>406</c:v>
                </c:pt>
                <c:pt idx="3">
                  <c:v>1586</c:v>
                </c:pt>
                <c:pt idx="4">
                  <c:v>428</c:v>
                </c:pt>
                <c:pt idx="5">
                  <c:v>27</c:v>
                </c:pt>
                <c:pt idx="6">
                  <c:v>695</c:v>
                </c:pt>
                <c:pt idx="7">
                  <c:v>158</c:v>
                </c:pt>
                <c:pt idx="8">
                  <c:v>173</c:v>
                </c:pt>
                <c:pt idx="9">
                  <c:v>125</c:v>
                </c:pt>
                <c:pt idx="10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E-4911-91C5-CD31AFAB2C9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1673663632"/>
        <c:axId val="1673664112"/>
      </c:barChart>
      <c:catAx>
        <c:axId val="167366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3664112"/>
        <c:crosses val="autoZero"/>
        <c:auto val="1"/>
        <c:lblAlgn val="ctr"/>
        <c:lblOffset val="100"/>
        <c:noMultiLvlLbl val="0"/>
      </c:catAx>
      <c:valAx>
        <c:axId val="1673664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3663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5875">
      <a:solidFill>
        <a:srgbClr val="FFFFFF">
          <a:alpha val="17000"/>
        </a:srgb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0" dirty="0">
                <a:solidFill>
                  <a:schemeClr val="bg1"/>
                </a:solidFill>
              </a:rPr>
              <a:t>BLT DV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BLT!$A$2</c:f>
              <c:strCache>
                <c:ptCount val="1"/>
                <c:pt idx="0">
                  <c:v>Sample Size</c:v>
                </c:pt>
              </c:strCache>
            </c:strRef>
          </c:tx>
          <c:spPr>
            <a:solidFill>
              <a:srgbClr val="5F8A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BLT!$B$1:$G$1</c:f>
              <c:strCache>
                <c:ptCount val="6"/>
                <c:pt idx="0">
                  <c:v>24M Pod self life DV</c:v>
                </c:pt>
                <c:pt idx="1">
                  <c:v>Libre 2.0 DV</c:v>
                </c:pt>
                <c:pt idx="2">
                  <c:v>G7 DV</c:v>
                </c:pt>
                <c:pt idx="3">
                  <c:v>Dash BYD DV</c:v>
                </c:pt>
                <c:pt idx="4">
                  <c:v>Dash BYD_DV2</c:v>
                </c:pt>
                <c:pt idx="5">
                  <c:v>Libre 2.0 DV Additional sample</c:v>
                </c:pt>
              </c:strCache>
            </c:strRef>
          </c:cat>
          <c:val>
            <c:numRef>
              <c:f>BLT!$B$2:$G$2</c:f>
              <c:numCache>
                <c:formatCode>General</c:formatCode>
                <c:ptCount val="6"/>
                <c:pt idx="0">
                  <c:v>59</c:v>
                </c:pt>
                <c:pt idx="1">
                  <c:v>29</c:v>
                </c:pt>
                <c:pt idx="2">
                  <c:v>32</c:v>
                </c:pt>
                <c:pt idx="3">
                  <c:v>15</c:v>
                </c:pt>
                <c:pt idx="4">
                  <c:v>15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65-40D4-93AB-617F74561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443461423"/>
        <c:axId val="443459503"/>
      </c:barChart>
      <c:catAx>
        <c:axId val="443461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3459503"/>
        <c:crosses val="autoZero"/>
        <c:auto val="1"/>
        <c:lblAlgn val="ctr"/>
        <c:lblOffset val="100"/>
        <c:noMultiLvlLbl val="0"/>
      </c:catAx>
      <c:valAx>
        <c:axId val="4434595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aseline="0">
                    <a:solidFill>
                      <a:schemeClr val="bg1"/>
                    </a:solidFill>
                  </a:rPr>
                  <a:t>Sample Size</a:t>
                </a:r>
              </a:p>
            </c:rich>
          </c:tx>
          <c:layout>
            <c:manualLayout>
              <c:xMode val="edge"/>
              <c:yMode val="edge"/>
              <c:x val="4.6592903130419404E-3"/>
              <c:y val="0.3628814542689706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3461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>
          <a:lumMod val="90000"/>
          <a:lumOff val="1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0" baseline="0" dirty="0">
                <a:solidFill>
                  <a:schemeClr val="bg1"/>
                </a:solidFill>
              </a:rPr>
              <a:t>BLT D</a:t>
            </a:r>
            <a:r>
              <a:rPr lang="en-US" sz="1500" b="0" cap="none" baseline="0" dirty="0">
                <a:solidFill>
                  <a:schemeClr val="bg1"/>
                </a:solidFill>
              </a:rPr>
              <a:t>ry</a:t>
            </a:r>
            <a:r>
              <a:rPr lang="en-US" sz="1500" b="0" baseline="0" dirty="0">
                <a:solidFill>
                  <a:schemeClr val="bg1"/>
                </a:solidFill>
              </a:rPr>
              <a:t> </a:t>
            </a:r>
            <a:r>
              <a:rPr lang="en-US" sz="1500" b="0" cap="none" baseline="0" dirty="0">
                <a:solidFill>
                  <a:schemeClr val="bg1"/>
                </a:solidFill>
              </a:rPr>
              <a:t>Runs</a:t>
            </a:r>
            <a:endParaRPr lang="en-US" sz="1500" b="0" baseline="0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BLT!$A$23</c:f>
              <c:strCache>
                <c:ptCount val="1"/>
                <c:pt idx="0">
                  <c:v>Sample Size</c:v>
                </c:pt>
              </c:strCache>
            </c:strRef>
          </c:tx>
          <c:spPr>
            <a:solidFill>
              <a:srgbClr val="5F8A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BLT!$B$22:$U$22</c:f>
              <c:strCache>
                <c:ptCount val="20"/>
                <c:pt idx="0">
                  <c:v>Atlas IP2</c:v>
                </c:pt>
                <c:pt idx="1">
                  <c:v>Libre 2.0</c:v>
                </c:pt>
                <c:pt idx="2">
                  <c:v>G7</c:v>
                </c:pt>
                <c:pt idx="3">
                  <c:v>Atlas IP2+Capacity</c:v>
                </c:pt>
                <c:pt idx="4">
                  <c:v>Libre G6</c:v>
                </c:pt>
                <c:pt idx="5">
                  <c:v>Dash Real age Pod  Dry run</c:v>
                </c:pt>
                <c:pt idx="6">
                  <c:v>Atlas IP5</c:v>
                </c:pt>
                <c:pt idx="7">
                  <c:v>Libre Sanity FMR</c:v>
                </c:pt>
                <c:pt idx="8">
                  <c:v>Dash Real age pod DR</c:v>
                </c:pt>
                <c:pt idx="9">
                  <c:v>Dash BYD_Retest</c:v>
                </c:pt>
                <c:pt idx="10">
                  <c:v>Dash BYD_Retest</c:v>
                </c:pt>
                <c:pt idx="11">
                  <c:v>Dash Real age pod</c:v>
                </c:pt>
                <c:pt idx="12">
                  <c:v>Atlas IP</c:v>
                </c:pt>
                <c:pt idx="13">
                  <c:v>Dash BYD _Retest</c:v>
                </c:pt>
                <c:pt idx="14">
                  <c:v>Atlas BLT</c:v>
                </c:pt>
                <c:pt idx="15">
                  <c:v>OP5 15/24</c:v>
                </c:pt>
                <c:pt idx="16">
                  <c:v>Dash Real Age Pod</c:v>
                </c:pt>
                <c:pt idx="17">
                  <c:v>Atlas 24 M</c:v>
                </c:pt>
                <c:pt idx="18">
                  <c:v>Libre L2DU</c:v>
                </c:pt>
                <c:pt idx="19">
                  <c:v>9.0.4 Pod BLT</c:v>
                </c:pt>
              </c:strCache>
            </c:strRef>
          </c:cat>
          <c:val>
            <c:numRef>
              <c:f>BLT!$B$23:$U$23</c:f>
              <c:numCache>
                <c:formatCode>General</c:formatCode>
                <c:ptCount val="20"/>
                <c:pt idx="0">
                  <c:v>14</c:v>
                </c:pt>
                <c:pt idx="1">
                  <c:v>28</c:v>
                </c:pt>
                <c:pt idx="2">
                  <c:v>56</c:v>
                </c:pt>
                <c:pt idx="3">
                  <c:v>14</c:v>
                </c:pt>
                <c:pt idx="4">
                  <c:v>14</c:v>
                </c:pt>
                <c:pt idx="5">
                  <c:v>64</c:v>
                </c:pt>
                <c:pt idx="6">
                  <c:v>30</c:v>
                </c:pt>
                <c:pt idx="7">
                  <c:v>32</c:v>
                </c:pt>
                <c:pt idx="8">
                  <c:v>5</c:v>
                </c:pt>
                <c:pt idx="9">
                  <c:v>7</c:v>
                </c:pt>
                <c:pt idx="10">
                  <c:v>12</c:v>
                </c:pt>
                <c:pt idx="11">
                  <c:v>64</c:v>
                </c:pt>
                <c:pt idx="12">
                  <c:v>32</c:v>
                </c:pt>
                <c:pt idx="13">
                  <c:v>15</c:v>
                </c:pt>
                <c:pt idx="14">
                  <c:v>63</c:v>
                </c:pt>
                <c:pt idx="15">
                  <c:v>30</c:v>
                </c:pt>
                <c:pt idx="16">
                  <c:v>64</c:v>
                </c:pt>
                <c:pt idx="17">
                  <c:v>64</c:v>
                </c:pt>
                <c:pt idx="18">
                  <c:v>31</c:v>
                </c:pt>
                <c:pt idx="19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6E-4570-8FC9-BDEF6987E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22"/>
        <c:axId val="1439631792"/>
        <c:axId val="1439638512"/>
      </c:barChart>
      <c:catAx>
        <c:axId val="1439631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9638512"/>
        <c:crosses val="autoZero"/>
        <c:auto val="1"/>
        <c:lblAlgn val="ctr"/>
        <c:lblOffset val="100"/>
        <c:noMultiLvlLbl val="0"/>
      </c:catAx>
      <c:valAx>
        <c:axId val="143963851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bg1"/>
                    </a:solidFill>
                  </a:rPr>
                  <a:t>Sample</a:t>
                </a:r>
                <a:r>
                  <a:rPr lang="en-US" baseline="0">
                    <a:solidFill>
                      <a:schemeClr val="bg1"/>
                    </a:solidFill>
                  </a:rPr>
                  <a:t> Size</a:t>
                </a:r>
                <a:endParaRPr lang="en-US">
                  <a:solidFill>
                    <a:schemeClr val="bg1"/>
                  </a:solidFill>
                </a:endParaRPr>
              </a:p>
            </c:rich>
          </c:tx>
          <c:layout>
            <c:manualLayout>
              <c:xMode val="edge"/>
              <c:yMode val="edge"/>
              <c:x val="8.157618026922709E-3"/>
              <c:y val="0.2660105550500455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9631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>
          <a:lumMod val="90000"/>
          <a:lumOff val="1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429212503491705E-2"/>
          <c:y val="2.052905868317597E-2"/>
          <c:w val="0.9565380451978045"/>
          <c:h val="0.80355307979250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DR/ DV Defects</c:v>
                </c:pt>
              </c:strCache>
            </c:strRef>
          </c:tx>
          <c:spPr>
            <a:solidFill>
              <a:srgbClr val="5F8AC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Sheet3!$A$2:$A$10</c:f>
              <c:strCache>
                <c:ptCount val="9"/>
                <c:pt idx="0">
                  <c:v>G6-G7</c:v>
                </c:pt>
                <c:pt idx="1">
                  <c:v>iOS</c:v>
                </c:pt>
                <c:pt idx="2">
                  <c:v>Moonshot</c:v>
                </c:pt>
                <c:pt idx="3">
                  <c:v>Atlas</c:v>
                </c:pt>
                <c:pt idx="4">
                  <c:v>France G6</c:v>
                </c:pt>
                <c:pt idx="5">
                  <c:v>Orion</c:v>
                </c:pt>
                <c:pt idx="6">
                  <c:v>BLT</c:v>
                </c:pt>
                <c:pt idx="7">
                  <c:v>Libre</c:v>
                </c:pt>
                <c:pt idx="8">
                  <c:v>Cloud</c:v>
                </c:pt>
              </c:strCache>
            </c:strRef>
          </c:cat>
          <c:val>
            <c:numRef>
              <c:f>Sheet3!$B$2:$B$10</c:f>
              <c:numCache>
                <c:formatCode>General</c:formatCode>
                <c:ptCount val="9"/>
                <c:pt idx="0">
                  <c:v>62</c:v>
                </c:pt>
                <c:pt idx="1">
                  <c:v>81</c:v>
                </c:pt>
                <c:pt idx="2">
                  <c:v>1</c:v>
                </c:pt>
                <c:pt idx="3">
                  <c:v>2</c:v>
                </c:pt>
                <c:pt idx="4">
                  <c:v>44</c:v>
                </c:pt>
                <c:pt idx="5">
                  <c:v>7</c:v>
                </c:pt>
                <c:pt idx="6">
                  <c:v>16</c:v>
                </c:pt>
                <c:pt idx="7">
                  <c:v>6</c:v>
                </c:pt>
                <c:pt idx="8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CB-4D90-B0B1-9DDD1EF795BC}"/>
            </c:ext>
          </c:extLst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Adhoc/ Exploratory Defects</c:v>
                </c:pt>
              </c:strCache>
            </c:strRef>
          </c:tx>
          <c:spPr>
            <a:solidFill>
              <a:srgbClr val="F68D76"/>
            </a:solid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F68D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5CB-4D90-B0B1-9DDD1EF795BC}"/>
              </c:ext>
            </c:extLst>
          </c:dPt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CB-4D90-B0B1-9DDD1EF795BC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CB-4D90-B0B1-9DDD1EF795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Sheet3!$A$2:$A$10</c:f>
              <c:strCache>
                <c:ptCount val="9"/>
                <c:pt idx="0">
                  <c:v>G6-G7</c:v>
                </c:pt>
                <c:pt idx="1">
                  <c:v>iOS</c:v>
                </c:pt>
                <c:pt idx="2">
                  <c:v>Moonshot</c:v>
                </c:pt>
                <c:pt idx="3">
                  <c:v>Atlas</c:v>
                </c:pt>
                <c:pt idx="4">
                  <c:v>France G6</c:v>
                </c:pt>
                <c:pt idx="5">
                  <c:v>Orion</c:v>
                </c:pt>
                <c:pt idx="6">
                  <c:v>BLT</c:v>
                </c:pt>
                <c:pt idx="7">
                  <c:v>Libre</c:v>
                </c:pt>
                <c:pt idx="8">
                  <c:v>Cloud</c:v>
                </c:pt>
              </c:strCache>
            </c:strRef>
          </c:cat>
          <c:val>
            <c:numRef>
              <c:f>Sheet3!$C$2:$C$10</c:f>
              <c:numCache>
                <c:formatCode>General</c:formatCode>
                <c:ptCount val="9"/>
                <c:pt idx="0">
                  <c:v>53</c:v>
                </c:pt>
                <c:pt idx="1">
                  <c:v>34</c:v>
                </c:pt>
                <c:pt idx="2">
                  <c:v>16</c:v>
                </c:pt>
                <c:pt idx="3">
                  <c:v>22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14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CB-4D90-B0B1-9DDD1EF795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1480417200"/>
        <c:axId val="1677353776"/>
      </c:barChart>
      <c:catAx>
        <c:axId val="1480417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353776"/>
        <c:crosses val="autoZero"/>
        <c:auto val="1"/>
        <c:lblAlgn val="ctr"/>
        <c:lblOffset val="100"/>
        <c:noMultiLvlLbl val="0"/>
      </c:catAx>
      <c:valAx>
        <c:axId val="1677353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0417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5678520454549051"/>
          <c:y val="0.91330073309399673"/>
          <c:w val="0.2698294882405361"/>
          <c:h val="6.24818695263586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>
          <a:lumMod val="75000"/>
          <a:lumOff val="25000"/>
          <a:alpha val="6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0.39651</cdr:x>
      <cdr:y>0</cdr:y>
    </cdr:from>
    <cdr:to>
      <cdr:x>0.598</cdr:x>
      <cdr:y>0.11072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84D474B9-74C8-0825-7F8B-13493049C6A4}"/>
            </a:ext>
          </a:extLst>
        </cdr:cNvPr>
        <cdr:cNvSpPr txBox="1"/>
      </cdr:nvSpPr>
      <cdr:spPr>
        <a:xfrm xmlns:a="http://schemas.openxmlformats.org/drawingml/2006/main">
          <a:off x="4458532" y="0"/>
          <a:ext cx="2265680" cy="4978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600" dirty="0">
              <a:solidFill>
                <a:schemeClr val="bg1"/>
              </a:solidFill>
            </a:rPr>
            <a:t>Defects Summary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8E9875-A9C6-950A-81AE-C56509A89B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______________________________________________________________________________________________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93E4F-CD40-236B-93B5-3622092005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79AE6-620B-4F17-AB36-388215045A9E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15C81-49D5-F390-F1F5-644FAE3658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asas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734B4-4EBE-CBCF-53DF-94B1EC8A8F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5AA70-9CC9-4D61-8C0C-25362EA69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8201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5:49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5:49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5:50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5:51.1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5:51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6:22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6:24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7:39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7:42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7T20:47:43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______________________________________________________________________________________________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FAC15-C01F-49D2-9F38-9011D673B4FE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asas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EAC2A-1292-4069-BB70-8744CA23D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7132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6591AB-3F63-4C1F-AC34-7B6F854495F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6743B80-F1DE-8F1A-181D-1572D623003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______________________________________________________________________________________________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860057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8274-2CBE-05A3-7F60-6996E807A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33D7B-B1F1-E962-AB7A-16BF4810B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293E3-FF32-78A9-BD78-FEE1C1D18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C6078-6C57-5FF0-23F0-C0E4FE705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EAC2A-1292-4069-BB70-8744CA23D5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93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EAC2A-1292-4069-BB70-8744CA23D514}" type="slidenum">
              <a:rPr lang="en-US" smtClean="0"/>
              <a:t>6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590DFFE-E153-491D-1E2A-73721049E95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______________________________________________________________________________________________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4840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EAC2A-1292-4069-BB70-8744CA23D514}" type="slidenum">
              <a:rPr lang="en-US" smtClean="0"/>
              <a:t>8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E0FC8B6-F6D4-70C0-FADF-7E2DC954484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______________________________________________________________________________________________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829184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EAC2A-1292-4069-BB70-8744CA23D514}" type="slidenum">
              <a:rPr lang="en-US" smtClean="0"/>
              <a:t>15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8AB58F6-FB1E-37A3-461E-558DE3F4CD2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______________________________________________________________________________________________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920071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EAC2A-1292-4069-BB70-8744CA23D514}" type="slidenum">
              <a:rPr lang="en-US" smtClean="0"/>
              <a:t>20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6F45323-2F9A-CE2E-96B0-42EA3669F33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______________________________________________________________________________________________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50223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EAC2A-1292-4069-BB70-8744CA23D514}" type="slidenum">
              <a:rPr lang="en-US" smtClean="0"/>
              <a:t>21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36290A0-53CD-E94C-6E49-9BD06630A02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______________________________________________________________________________________________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135758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4B22-7682-CADA-92DA-36E91A6D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3854E-F88E-75E4-CC67-DF244CD67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7E9C7-195C-3B92-53DE-A7C8C8DFD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E1328-C043-7017-2FA0-7F4C19E87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EAC2A-1292-4069-BB70-8744CA23D514}" type="slidenum">
              <a:rPr lang="en-US" smtClean="0"/>
              <a:t>22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F879D6B-E0A1-6A79-388D-9069423F8C2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______________________________________________________________________________________________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406224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EAC2A-1292-4069-BB70-8744CA23D514}" type="slidenum">
              <a:rPr lang="en-US" smtClean="0"/>
              <a:t>27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9967ABC-5BB5-BBA5-B503-C2C0C655959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______________________________________________________________________________________________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141868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D2127"/>
                </a:solidFill>
                <a:effectLst/>
                <a:latin typeface="Open Sans" panose="020B0606030504020204" pitchFamily="34" charset="0"/>
              </a:rPr>
              <a:t>Best IoT Healthcare Platform” in the 2023 MedTech Breakthrough Awards Program</a:t>
            </a:r>
          </a:p>
          <a:p>
            <a:pPr algn="l"/>
            <a:r>
              <a:rPr lang="en-US" b="0" i="0" dirty="0">
                <a:solidFill>
                  <a:srgbClr val="1D2127"/>
                </a:solidFill>
                <a:effectLst/>
                <a:latin typeface="Open Sans" panose="020B0606030504020204" pitchFamily="34" charset="0"/>
              </a:rPr>
              <a:t>Best Tech Brand 2023 by Economic Times Edge</a:t>
            </a:r>
          </a:p>
          <a:p>
            <a:pPr algn="l"/>
            <a:endParaRPr lang="en-US" b="0" i="0" dirty="0">
              <a:solidFill>
                <a:srgbClr val="1D2127"/>
              </a:solidFill>
              <a:effectLst/>
              <a:latin typeface="Open Sans" panose="020B0606030504020204" pitchFamily="34" charset="0"/>
            </a:endParaRPr>
          </a:p>
          <a:p>
            <a:pPr algn="l"/>
            <a:endParaRPr lang="en-US" b="0" i="0" dirty="0">
              <a:solidFill>
                <a:srgbClr val="1D2127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43F43-9C8C-401E-937D-E93A1A7E2FF8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215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73E9-DE90-AC74-4EEB-CFD58911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A5C69-3E67-4ABC-B04B-C2481D3A5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0E307-3151-5BE2-D644-B5031D80D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F1A98-E719-F0A1-E182-174ECC320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EAC2A-1292-4069-BB70-8744CA23D51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8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hyperlink" Target="https://www.linkedin.com/company/coforge-tech/" TargetMode="External"/><Relationship Id="rId12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hyperlink" Target="https://www.youtube.com/channel/UC-9Vk052THg8iIOJQQNUkqQ" TargetMode="External"/><Relationship Id="rId5" Type="http://schemas.openxmlformats.org/officeDocument/2006/relationships/hyperlink" Target="https://www.facebook.com/coforge.company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openxmlformats.org/officeDocument/2006/relationships/hyperlink" Target="https://twitter.com/Coforge_Tech" TargetMode="Externa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Coforge_Tech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linkedin.com/company/coforge-tech/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hyperlink" Target="https://www.youtube.com/channel/UC-9Vk052THg8iIOJQQNUkqQ" TargetMode="External"/><Relationship Id="rId4" Type="http://schemas.openxmlformats.org/officeDocument/2006/relationships/hyperlink" Target="https://www.facebook.com/coforge.company" TargetMode="External"/><Relationship Id="rId9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0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0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3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Coforge_Tech" TargetMode="External"/><Relationship Id="rId13" Type="http://schemas.openxmlformats.org/officeDocument/2006/relationships/image" Target="../media/image3.svg"/><Relationship Id="rId3" Type="http://schemas.openxmlformats.org/officeDocument/2006/relationships/image" Target="../media/image38.svg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linkedin.com/company/coforge-tech/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hyperlink" Target="https://www.youtube.com/channel/UC-9Vk052THg8iIOJQQNUkqQ" TargetMode="External"/><Relationship Id="rId4" Type="http://schemas.openxmlformats.org/officeDocument/2006/relationships/hyperlink" Target="https://www.facebook.com/coforge.company" TargetMode="External"/><Relationship Id="rId9" Type="http://schemas.openxmlformats.org/officeDocument/2006/relationships/image" Target="../media/image8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coforge-tech/" TargetMode="External"/><Relationship Id="rId13" Type="http://schemas.openxmlformats.org/officeDocument/2006/relationships/image" Target="../media/image9.png"/><Relationship Id="rId3" Type="http://schemas.openxmlformats.org/officeDocument/2006/relationships/image" Target="../media/image38.svg"/><Relationship Id="rId7" Type="http://schemas.openxmlformats.org/officeDocument/2006/relationships/image" Target="../media/image6.png"/><Relationship Id="rId12" Type="http://schemas.openxmlformats.org/officeDocument/2006/relationships/hyperlink" Target="https://www.youtube.com/channel/UC-9Vk052THg8iIOJQQNUkqQ" TargetMode="External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facebook.com/coforge.company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3.svg"/><Relationship Id="rId10" Type="http://schemas.openxmlformats.org/officeDocument/2006/relationships/hyperlink" Target="https://twitter.com/Coforge_Tech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_Title_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3" y="2488893"/>
            <a:ext cx="7148813" cy="1234182"/>
          </a:xfrm>
        </p:spPr>
        <p:txBody>
          <a:bodyPr>
            <a:noAutofit/>
          </a:bodyPr>
          <a:lstStyle>
            <a:lvl1pPr>
              <a:defRPr sz="6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8" y="3844925"/>
            <a:ext cx="7148664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637C9-F5C8-870C-4B2D-46D06A803BB9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60CCAD-DBB2-209E-8A5D-CA187560C34B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F28F8D-0976-4FB3-F98E-BD5506167FC2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7222AE-4095-E8A7-DD0E-B697F960E8E9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A8CF3D-0CD8-1CB6-DB1E-E55B1970DD64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422AF2-094F-9FE2-A35F-ED2CF0F19D5F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1C4F13-3334-F59F-C66B-E8A737E53F4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93554" y="574659"/>
            <a:ext cx="2340000" cy="519820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0263327-B82D-66A9-8AFB-424C4F806D1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905C9B8-B0DF-8AD9-29BE-BBED2CD3E18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7C31765-90B9-04DC-310A-929AC2D9F58E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5AF64A-CD86-EF28-9381-B676D97C4766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D7578E-2E43-8462-84D8-50C8947470B8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D306070-EA7C-935D-C07A-0DE066E26C6D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69179BD-76D5-BBD3-6CDF-1EB835F9BF3B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071A80-089D-1892-5A37-B396CA65201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696966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D_Title_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293554" y="574659"/>
            <a:ext cx="2340000" cy="519820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637C9-F5C8-870C-4B2D-46D06A803BB9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60CCAD-DBB2-209E-8A5D-CA187560C34B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F28F8D-0976-4FB3-F98E-BD5506167FC2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7222AE-4095-E8A7-DD0E-B697F960E8E9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A8CF3D-0CD8-1CB6-DB1E-E55B1970DD64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422AF2-094F-9FE2-A35F-ED2CF0F19D5F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7" name="Title 16">
            <a:extLst>
              <a:ext uri="{FF2B5EF4-FFF2-40B4-BE49-F238E27FC236}">
                <a16:creationId xmlns:a16="http://schemas.microsoft.com/office/drawing/2014/main" id="{0C491AFC-D6A7-4EDC-0DD5-A1F68D56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412" y="1864714"/>
            <a:ext cx="6646164" cy="298157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5400" b="1">
                <a:solidFill>
                  <a:schemeClr val="accent2"/>
                </a:solidFill>
                <a:latin typeface="+mj-lt"/>
                <a:cs typeface="Anek Devanagari Extra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DC7C66B7-9A68-FB29-163A-8186ECB272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2092" y="3824400"/>
            <a:ext cx="3008376" cy="122662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4">
            <a:extLst>
              <a:ext uri="{FF2B5EF4-FFF2-40B4-BE49-F238E27FC236}">
                <a16:creationId xmlns:a16="http://schemas.microsoft.com/office/drawing/2014/main" id="{9525E651-9583-A21D-3FD2-5DB46585AF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2092" y="2057737"/>
            <a:ext cx="1539449" cy="15462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algn="ctr">
              <a:defRPr sz="11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17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B358D94E-B9FE-98AE-5491-CC343968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34" y="-186772"/>
            <a:ext cx="11628000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F88170-F31D-ADD0-D3CE-553F89F6760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BEB979E-9BE6-F281-4897-4AABFFE71DF6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7FC052F-C030-3E11-B851-31E2EE16961E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A6D95A-62C8-F443-EC4D-FC1B9F59AE61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783994-D72F-91FC-4B5F-134E234E8026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D7C58C9-1EBF-946A-15EB-471AD0C85D4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235836F-9FD9-3E51-5EA3-BBE7CBEA32D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9BF8669-2B12-35EC-02E6-E441565E00B0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77E6D12-8FC9-EAB8-0310-F0CF96CB2F77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7FB915-796A-758E-CB84-DAE793B35D35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9D28AFA-AA8A-B82B-1E3C-A372AA8B9FB2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90C077-BE79-5C9F-E6F9-B18C0665F5CE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12CFE-319F-068E-15BC-B98A5A89C964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FEF8985-E681-2B30-14C2-8F4D82C927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921653"/>
            <a:ext cx="11628000" cy="25954"/>
          </a:xfrm>
          <a:prstGeom prst="rect">
            <a:avLst/>
          </a:prstGeom>
        </p:spPr>
      </p:pic>
      <p:pic>
        <p:nvPicPr>
          <p:cNvPr id="11" name="Picture 10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94B884C2-23EF-716F-9E64-B22C0365B0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0564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AEDFAF9-E779-8824-F4AE-F140C13BB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554" y="1198215"/>
            <a:ext cx="11628000" cy="5544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2414E9F7-D9F0-6C3F-B316-1D75127C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155258"/>
            <a:ext cx="11628000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F86D14-9A25-33E8-48DB-3D1A8FD0AEE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42DE079-0AE2-2BC1-9A20-6B436A20D19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055567-775E-BAAB-65C2-52D935432501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CACBE25-E881-8D9C-4BD4-928863E77E5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7723CB-DA18-5CF8-656E-BC5ABA055851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D239358-8BF2-90A5-C71B-E6051E5004AD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74EEAA8-CFA9-A0F6-B47F-9445E6EAB36F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05CD4D8-679E-D660-DBC3-D11C0655856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E6C7DE3-9BD9-6B67-6A8E-BD2B22CB34DB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E029A5-27AF-7869-705E-5C5FD1570C3D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E7161F0-3018-1C9D-2505-1037928B7153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2032E26-A250-AE24-6D6E-3C3EE8D7329A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F1CCE3-4EEE-038B-A244-20358B64BBF9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DFCAFE16-5CDD-CE04-7254-F04A0141E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F9D9B5F-2534-059D-387A-6372CDE18B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966" y="526844"/>
            <a:ext cx="11628000" cy="2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6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47C5FA7-08AA-CF1D-BAD1-53FAF1AE0D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3554" y="1364169"/>
            <a:ext cx="11628000" cy="491552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C7FEE75-9853-0F95-94FA-6F642365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155258"/>
            <a:ext cx="11628000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F9A8A75-84A7-72B3-A047-B307DBE9D5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6E0D82A-C908-65D6-61B2-1A8DCA378D7F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D679C8-5C87-275D-6C24-F1A731547F63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4CD1865-14CF-AFD5-559C-B1C08F751AD3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530C6D2-0326-5CCD-BE91-37B9697D1D4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668D07-A9E9-3340-320D-30696D69512B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A8D2BD-37A5-882D-BAA9-FB16D895ED65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98657E4-886E-D6A0-1E55-10A930E0FB2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EDE7261-BE48-3EFD-D772-62B727EA5A60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8D2307-2108-3A11-D93A-5C2F23AD84F5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E3D8B04-9C0A-BD82-D13D-E8586FF4FC4B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E94B70D-58F8-FD13-0BF3-9F291B0CB5E0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D594D-DFD2-7D76-BD79-EC8EA35C28DD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28BE4FD-201B-4481-E03B-7B2529CF1D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600" y="507906"/>
            <a:ext cx="11628000" cy="25954"/>
          </a:xfrm>
          <a:prstGeom prst="rect">
            <a:avLst/>
          </a:prstGeom>
        </p:spPr>
      </p:pic>
      <p:pic>
        <p:nvPicPr>
          <p:cNvPr id="11" name="Picture 10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71F45760-07E0-31F2-FB71-D5D53628FA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9321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47C5FA7-08AA-CF1D-BAD1-53FAF1AE0D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3554" y="1863898"/>
            <a:ext cx="11628000" cy="441579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C7A133A-62C3-E3DE-778C-86D12AA552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3555" y="1198215"/>
            <a:ext cx="11627999" cy="5544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37EF0F9-8471-44AC-DDC5-DEA05FC92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155258"/>
            <a:ext cx="11628000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83ACDF-F945-E342-C64A-BA50A9934C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3A69AD9-D44E-99BE-3E0F-22D51B1EBA8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F0317A-C265-ECB6-7916-8939FA96DF3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EC1833C-DC17-70C2-BEDC-D9B31DBE8F5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9C97DA8-5144-7FC1-18B9-C651077FD5AC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B7D2D0A-CC0B-5CCA-7DD4-435071F1874B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357BB85-AEF9-CC31-8D5A-A922A29F8383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A43F890-2C93-4E2A-E365-A896F964DCF0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A61B611-EFCC-F66C-4598-4892BA191196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61A2F0-60BC-5455-4E99-B50C3ABB06C4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BD68B29-C5E8-BCCD-AE89-893086A33A70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42778-3D8E-4A25-60BE-67B7A1059357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81F05-EF8C-86A8-9353-6546FBFF7ACD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BBC6BFC0-C00F-ACAB-A0EB-10D5D70C47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A53EED-3DE1-7E5F-FBDE-E40E515F3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966" y="526844"/>
            <a:ext cx="11628000" cy="2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29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EC9FC-C41D-5312-9429-8A9BE7D007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4CC40D4-47F6-73FC-A17C-F6F8827C3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3554" y="1361272"/>
            <a:ext cx="7083979" cy="4918424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487C7AF7-2D0A-C718-A3C9-D5A9E875A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7409" y="1364169"/>
            <a:ext cx="4251037" cy="4846131"/>
          </a:xfrm>
        </p:spPr>
        <p:txBody>
          <a:bodyPr>
            <a:norm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B9A29FF-B0A7-E740-1FFF-94056FB1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155258"/>
            <a:ext cx="11628000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AC5A78-0E81-2205-FFDA-39FA5FEBA8F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918229-DBE5-CFC6-A3AC-0E533B41E451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86DD56-EA01-5067-AEA1-19A4B663F8BA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CC3684A-EDC2-D541-15CF-C4FE7479F20E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C39701-D880-0AD9-1C52-372818E5C4FD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09B48D9-92E6-9A6D-7FE4-498565D0D8D5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ED727DE-C955-5EB8-9C25-5B65E25B90EB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99B4775-2421-3BFA-9876-7A9D991037A0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C3CD9A3-E680-8E0F-32A6-0700BEB37107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14AC5D-4AF9-D95C-C2DB-F284CBC3C0B3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E75979B-4CCC-460F-05EF-8B0E19972194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j-lt"/>
              </a:rPr>
              <a:t>© 2024 Cigniti Technologies (A </a:t>
            </a:r>
            <a:r>
              <a:rPr lang="en-US" sz="1000" err="1">
                <a:solidFill>
                  <a:schemeClr val="bg1"/>
                </a:solidFill>
                <a:latin typeface="+mj-lt"/>
              </a:rPr>
              <a:t>Coforge</a:t>
            </a:r>
            <a:r>
              <a:rPr lang="en-US" sz="1000">
                <a:solidFill>
                  <a:schemeClr val="bg1"/>
                </a:solidFill>
                <a:latin typeface="+mj-lt"/>
              </a:rPr>
              <a:t> Company). All rights reserved</a:t>
            </a:r>
            <a:endParaRPr lang="en-IN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1B2CD58-40F9-7F1B-073D-C9D4C865E276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7FFDA7B-5285-5002-B132-86D33649A1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966" y="526844"/>
            <a:ext cx="11628000" cy="25954"/>
          </a:xfrm>
          <a:prstGeom prst="rect">
            <a:avLst/>
          </a:prstGeom>
        </p:spPr>
      </p:pic>
      <p:pic>
        <p:nvPicPr>
          <p:cNvPr id="10" name="Picture 9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206D8595-5467-7557-3480-47937977A1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3679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EC9FC-C41D-5312-9429-8A9BE7D007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4CC40D4-47F6-73FC-A17C-F6F8827C3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9875" y="1867891"/>
            <a:ext cx="7107658" cy="4411804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487C7AF7-2D0A-C718-A3C9-D5A9E875A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7409" y="1870821"/>
            <a:ext cx="4274716" cy="4408874"/>
          </a:xfrm>
        </p:spPr>
        <p:txBody>
          <a:bodyPr>
            <a:norm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B149907-F0F9-E0BD-23A9-7ABF1FFFE3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425" y="1198215"/>
            <a:ext cx="11630129" cy="5544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E4A32DF4-0F5C-50D9-B99E-DF3DDCDD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155258"/>
            <a:ext cx="11628000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6C24EF-54AE-CD67-0498-454B9431340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B842C3-537F-B83D-7A4E-D9D34AAC44C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8AC7CE3-3445-A053-82CA-1A4E19A0672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8CF65CD-A364-A25B-A41F-C131CC62CBF1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4790BB3-3F79-B46A-8FE7-6BD17CF531B0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FE159FA-3016-8BA0-C375-75ACBFF0D46B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60DFCF0-6889-76CD-CC4C-24CACBDD4CE5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05F27BA-3B9E-0763-524D-5887BF6833A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4B95C74-317F-4B32-219C-1CEA9AB6ACC0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454665-531F-F496-AAEE-5CA26DE02FA5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BFEF7B2-DD87-624B-4CC8-0ACE10F404A2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10D6C7B-6B78-FFCB-3304-39A6BC64132F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15961-81EB-D646-344A-0577CF1F8A84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0977F9AF-87A5-FDE6-862A-4433BFD26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8334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EC9FC-C41D-5312-9429-8A9BE7D007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41628" y="6547441"/>
            <a:ext cx="879926" cy="195471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4CC40D4-47F6-73FC-A17C-F6F8827C3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3554" y="1364169"/>
            <a:ext cx="7083979" cy="491552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487C7AF7-2D0A-C718-A3C9-D5A9E875A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7409" y="155258"/>
            <a:ext cx="4274716" cy="6124437"/>
          </a:xfrm>
        </p:spPr>
        <p:txBody>
          <a:bodyPr>
            <a:norm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EC25AC5-A16B-7335-2CEC-2E455CF2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155258"/>
            <a:ext cx="708397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A1FEC70-3F70-40CE-466D-265110F469E5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2A5E8746-E6D3-F7B9-F2A0-9CCD8AFCB601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BE0880AE-4548-B62D-F6FB-82D11A197A5C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2B306F-F448-E04F-EC69-B94DB304B44E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6" name="Picture 25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F547C1DF-F92B-0ABF-83AE-FCDECA9F30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2950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EC9FC-C41D-5312-9429-8A9BE7D007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4CC40D4-47F6-73FC-A17C-F6F8827C3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3554" y="1904238"/>
            <a:ext cx="7083979" cy="437545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487C7AF7-2D0A-C718-A3C9-D5A9E875A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7409" y="155259"/>
            <a:ext cx="4274716" cy="6132934"/>
          </a:xfrm>
        </p:spPr>
        <p:txBody>
          <a:bodyPr>
            <a:norm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4DB92D8-4A0E-D57F-6E0F-68683C2EC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3556" y="1198215"/>
            <a:ext cx="7083978" cy="5544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25580B61-AC0F-EDE6-286D-3A2C8945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155258"/>
            <a:ext cx="7083978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90A3F6B-8609-9150-C307-2E62016E84E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253CA5-B8C7-82A0-EE89-7484CE3BEDAA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9B9FD34-BD32-4D04-90EA-384FD178C9A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21CEC8B-EDE0-7410-C648-7FDFF948425F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B37E4D8-33F6-4ACD-F98D-6BB6AF0B478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CDFEAC8-F04A-D890-D0D2-0CF07DD91126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A4B85C9-E995-8E37-4509-95D34E2E5A75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F4BDF0-0CF3-5AF0-FA82-A6B45387A5B3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105D01E-7791-E355-2A81-BDEC7937D9D1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436517-9BB7-C1DD-9AEE-E21A6A7E2222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15729B8-9AF5-058B-BD9D-B26CAAA62863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5B36AFB-22BF-F003-8792-E1BCE500829E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70868-AC88-84DE-1B5A-ACF3FC7566C0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A9A2A6AB-3AD2-55FB-307D-730631E031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82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CE8C4E8-C6C3-8969-B6E5-9AABF0B5A6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64FC385-98B3-97A4-4549-96951654D8B4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6A09B31-EE96-D53E-AA30-7A0E8A4C973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CAEE48-C14D-143E-0F5A-6956B9FA902D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174F112-62DE-A7E0-2312-010E29D39450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6BEB332-5A8C-630A-939E-643F8A591495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2BC714-9A9B-774B-07EB-F5C7D0AF4333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2AA335B-6E7D-0EC8-28F2-42B7BB67206F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74C9460-9E55-CD60-CC3B-A8ADD0875307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B85470-B2A8-68DB-3503-1528F1B94FDE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357E154-81D6-B382-AE39-FE7DD0BBF8C0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7EA5F0-B842-CBB2-AE71-D29C6478A6BF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C0FAD-0966-471A-5383-38BB996AEEEB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7AC09DEE-0604-0BE3-5E75-4D005858E6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45810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D5429C-5DFC-90FF-FF01-5F076C1A1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2118791"/>
            <a:ext cx="10354647" cy="1448368"/>
          </a:xfrm>
        </p:spPr>
        <p:txBody>
          <a:bodyPr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C4AB75C-15A1-208E-D9F4-7125A6FE6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7" y="3766267"/>
            <a:ext cx="10354647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CCDB3E-6633-DE5C-9B3C-53729641721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B69F13B-432B-3AF7-27B4-A423396A00A1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04A13D-5C0B-82FF-67E3-8BDE9E5937A2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A45464C-40A7-F138-6942-5189754BEF4C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007D6-3193-075E-97BD-54B56EBA21C7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79F3924-CD43-DF97-2650-5C3523019FA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FB8AE2-011C-71A6-9719-5EDBB044AE39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29AB5B9-9233-8F0E-65B2-B24A071B26A6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175942C-FFFB-A118-3764-6A32880D95B0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A9A36A-9589-8F84-61EF-5A54F8D13581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221F1F0-E86A-C83D-8195-3681593D1096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E7F874A-D83D-99EB-E514-8A1B5E33E33B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3FBB2E-917E-F624-F3AE-C54192BB495C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BA4CF8CE-A6E0-745E-BCC4-486C52D550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56530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Custom Layou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DE1D98-C864-CE6F-4950-8583F4E6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4" y="2794598"/>
            <a:ext cx="4652072" cy="945514"/>
          </a:xfrm>
        </p:spPr>
        <p:txBody>
          <a:bodyPr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  <a:endParaRPr lang="en-IN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B8A167E-4123-52E3-3592-C22228943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01264" y="605261"/>
            <a:ext cx="6720290" cy="5485246"/>
          </a:xfrm>
          <a:noFill/>
        </p:spPr>
        <p:txBody>
          <a:bodyPr anchor="ctr">
            <a:normAutofit/>
          </a:bodyPr>
          <a:lstStyle>
            <a:lvl1pPr marL="452438" indent="-452438">
              <a:buFont typeface="+mj-lt"/>
              <a:buAutoNum type="arabicPeriod"/>
              <a:tabLst/>
              <a:defRPr sz="2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7F4459-D997-342E-D1D7-D0841004A582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BD18B190-01C3-D3BF-9D77-4E180C7AFCFA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D9F129A-4C01-A6A1-2777-DAD9B569D1CA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47CF51-DBB4-4B15-342F-580574BFFD14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70A39735-1669-21CC-4DC3-8663FD051A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41404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D_Let's engag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293554" y="574659"/>
            <a:ext cx="2340000" cy="519820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25207A7-1C36-C36D-1A78-917003C2C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3" y="2488893"/>
            <a:ext cx="7148813" cy="1234182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pic>
        <p:nvPicPr>
          <p:cNvPr id="6" name="Picture 5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BE38301A-7090-B735-C0A6-04074F74957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53" y="5551122"/>
            <a:ext cx="423393" cy="423393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hlinkClick r:id="rId7"/>
            <a:extLst>
              <a:ext uri="{FF2B5EF4-FFF2-40B4-BE49-F238E27FC236}">
                <a16:creationId xmlns:a16="http://schemas.microsoft.com/office/drawing/2014/main" id="{F1FA7471-9CD5-990B-B266-F18CDD8D619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09" y="5551122"/>
            <a:ext cx="423393" cy="423393"/>
          </a:xfrm>
          <a:prstGeom prst="rect">
            <a:avLst/>
          </a:prstGeom>
        </p:spPr>
      </p:pic>
      <p:pic>
        <p:nvPicPr>
          <p:cNvPr id="9" name="Picture 8">
            <a:hlinkClick r:id="rId9"/>
            <a:extLst>
              <a:ext uri="{FF2B5EF4-FFF2-40B4-BE49-F238E27FC236}">
                <a16:creationId xmlns:a16="http://schemas.microsoft.com/office/drawing/2014/main" id="{06AF63D3-F3A6-ABEB-0C03-37036CF17F1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4824" y="5551122"/>
            <a:ext cx="423393" cy="423393"/>
          </a:xfrm>
          <a:prstGeom prst="rect">
            <a:avLst/>
          </a:prstGeom>
        </p:spPr>
      </p:pic>
      <p:pic>
        <p:nvPicPr>
          <p:cNvPr id="21" name="Picture 20" descr="Logo, icon&#10;&#10;Description automatically generated">
            <a:hlinkClick r:id="rId11"/>
            <a:extLst>
              <a:ext uri="{FF2B5EF4-FFF2-40B4-BE49-F238E27FC236}">
                <a16:creationId xmlns:a16="http://schemas.microsoft.com/office/drawing/2014/main" id="{83422065-0327-FC35-414A-2BD11DEAA7F4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63" y="5551122"/>
            <a:ext cx="423393" cy="423393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D113B73-B7E9-3E29-134A-D0A39ED7A334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338D09-0D31-5464-6E5C-CD5F588221E1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5C3640-CA24-9DAA-0956-9F3AF645D9CB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ECE59C5-446B-E7BC-19F9-64D5E8892F90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61A59A0-BCA8-AF7E-C65B-D84B5DCA6C8D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8CFB13D-B093-B60A-91A2-F4D5D879373D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62EF656B-A6A8-AEC7-EC67-4F5D615760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8" y="3844925"/>
            <a:ext cx="7148664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74F235-DD47-F2ED-7103-B61D8A414757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54E7D8A0-AA96-06A0-D96D-DCB6591C53D3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j-lt"/>
              </a:rPr>
              <a:t>© 2024 Cigniti Technologies (A </a:t>
            </a:r>
            <a:r>
              <a:rPr lang="en-US" sz="1000" err="1">
                <a:solidFill>
                  <a:schemeClr val="bg1"/>
                </a:solidFill>
                <a:latin typeface="+mj-lt"/>
              </a:rPr>
              <a:t>Coforge</a:t>
            </a:r>
            <a:r>
              <a:rPr lang="en-US" sz="1000">
                <a:solidFill>
                  <a:schemeClr val="bg1"/>
                </a:solidFill>
                <a:latin typeface="+mj-lt"/>
              </a:rPr>
              <a:t> Company). All rights reserved</a:t>
            </a:r>
            <a:endParaRPr lang="en-IN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2A0A7ABB-0E6A-7194-2437-EBCD64477C01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5587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3" y="2488893"/>
            <a:ext cx="7148813" cy="1234182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293554" y="574659"/>
            <a:ext cx="2340000" cy="519820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8180" y="3844925"/>
            <a:ext cx="5644185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3" name="Picture 2" descr="Icon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53" y="5551122"/>
            <a:ext cx="423393" cy="423393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09" y="5551122"/>
            <a:ext cx="423393" cy="423393"/>
          </a:xfrm>
          <a:prstGeom prst="rect">
            <a:avLst/>
          </a:prstGeom>
        </p:spPr>
      </p:pic>
      <p:pic>
        <p:nvPicPr>
          <p:cNvPr id="9" name="Picture 8">
            <a:hlinkClick r:id="rId8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4824" y="5551122"/>
            <a:ext cx="423393" cy="423393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63" y="5551122"/>
            <a:ext cx="423393" cy="423393"/>
          </a:xfrm>
          <a:prstGeom prst="rect">
            <a:avLst/>
          </a:prstGeom>
        </p:spPr>
      </p:pic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58D222FC-8D38-3E01-441D-FA9D8D2BEF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3688" y="3844925"/>
            <a:ext cx="1260000" cy="1260000"/>
          </a:xfrm>
          <a:prstGeom prst="ellipse">
            <a:avLst/>
          </a:prstGeom>
          <a:solidFill>
            <a:srgbClr val="EBEBEB"/>
          </a:solidFill>
          <a:ln w="190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IN"/>
              <a:t>Presenter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2867C5F-0565-1D75-4B13-465B77446566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1D17D0F-5B10-3D60-B001-AA9EF1C5D6CC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4F3AC56-F865-C613-57DB-AD520768C2B8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AB9DCC-71B2-569B-A0BA-A52C662ABE67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6869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picture containing outdoor, grass, aerial photography, bird's-eye view&#10;&#10;Description automatically generated">
            <a:extLst>
              <a:ext uri="{FF2B5EF4-FFF2-40B4-BE49-F238E27FC236}">
                <a16:creationId xmlns:a16="http://schemas.microsoft.com/office/drawing/2014/main" id="{18D61478-93EB-A441-0F59-1FD08A909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6D7AB9D-96EF-BBCF-52F5-78E3C0E4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00C9A7-316C-9285-2CAF-0E1D1AA5948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6872EB3-ACD6-53DE-5ABB-10FA42755446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BA045F-5535-385C-49CD-3DDFBBF455D4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3147C05-B03F-3029-6D73-0AE7D450AED1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746024-71F2-25E9-5417-FAFEB68D63B7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F8ACC55-9509-A8F1-7820-0136A76C1F8F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6CF660B-46F4-5FF7-2892-6373F78E83B9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D0D7FB1-DBFC-7654-FA46-6FFB93600DFE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C1FBE01-B665-FCCA-0CF1-261E15E2F72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BB7153-1FD4-0EEF-D4CA-BF24AD34B4B7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33A765A-96CD-7728-93C2-F81E55137C32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7D6B649-1122-8DF7-2947-999CAA815AE0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63D3E-2690-DD3A-11BD-BE04B0EAA929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1043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blue, darkness, art&#10;&#10;Description automatically generated">
            <a:extLst>
              <a:ext uri="{FF2B5EF4-FFF2-40B4-BE49-F238E27FC236}">
                <a16:creationId xmlns:a16="http://schemas.microsoft.com/office/drawing/2014/main" id="{74A29AD5-A684-5E96-FF51-58114561FC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B8A167E-4123-52E3-3592-C22228943C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3554" y="605261"/>
            <a:ext cx="5887790" cy="5485246"/>
          </a:xfrm>
          <a:noFill/>
        </p:spPr>
        <p:txBody>
          <a:bodyPr anchor="ctr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C10F88-EEA6-7D9E-3DEC-26990279BBCF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49078C4-11AD-4FB3-BE74-0DDB9170C734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804C1B0-3EC9-E8FA-0E9A-DE2322551749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0414D-5291-EC27-18ED-4C8936FDADCC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0690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CAF47EFA-5F9F-2096-FABB-0519CD9D0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1C4FD2C-3F8A-4CE4-E087-1EB93C91C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A9EE136-F678-7EEA-E707-6C5EE59839D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6B5AB38-34D4-114C-6AC2-26EA1BB0A87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A15939-836F-532B-81B6-8B7EE145AC6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6CF3E68-7443-9B48-251C-4B06001B79EF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B1A9B79-F8BE-C7D5-5EF3-E1F64ADDB61F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57BD0D1-3151-0955-FBA3-3A3516400DF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D1ED324-AC6D-9A95-F51B-B8EE644C5E8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E249C0A-17FB-4EEF-B872-18918BD92644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61923CE-5592-5F95-1350-89713D6A0557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6DEBD6-6DE9-6949-3D88-9E2AE8EC2224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96CAB51-EFA1-C07B-449D-A8F98DE2E092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497D611-3B56-50C7-5A14-8A0B1EE3572A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1F8C0-ADA1-3EE1-66E5-4800508510D6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61661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377C5014-F1C4-F929-9D0D-5275893D2A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428DE2-D4AC-7EFC-8FD1-3EFC1FD2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894D2B-422C-5AC5-818D-C7646ED1A40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1DE9BBC-8587-071E-91A4-31ED1B00C69C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39761F4-4153-72F4-56F0-F01104045B9B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73D0EB3-08AF-61EE-4475-0A5AE0FEFFE5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DE275B2-CDB5-BB23-75D7-695CC25FD80F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177E06-56DC-6576-FB2D-750442A36FA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459992E-604F-8C80-0A20-C906441F7893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2EC0DDA-BA31-197C-5910-F905920439B0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FF79410-F4AD-F4EA-DE5E-8ED6222D6DFD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AB1875-978F-F729-8FAB-DE6CD27E9ADA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82E2B65-76F7-00BF-79F2-9EF8445F8BD2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4A7C80C-B415-E506-29E5-1284A8214571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38433-A44F-9DE6-B9ED-ADA1C1D6D54A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88809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D428EC-43F3-660B-3502-C39C61ADAA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6458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E200D7C-1B95-4D1D-AB6F-66B5C753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4C6948-1E61-F6B5-2832-1EBC5ECD125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01EE14C-E62A-C09B-9ABC-A69470B2B09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CBB48B1-7B1C-7105-D0A7-D40B49E35563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87F5EC4-9F15-FF83-F1B2-360A5F31E133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E8316C-7554-B75E-96C7-D893774383F6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05F6E59-6A83-C167-FED8-7E11E6651B2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99688E9-8017-78B3-07C5-4136B1FC608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5156820-141B-73D2-5ABF-DEE4C236857E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D702B1A-1CD6-2A75-E117-94BE6BD70B65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077E0D-4823-3C39-0A52-91AC828881EF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2BB3D5F-45D0-6345-A9A4-090A0727DF27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3B8D6B8-EDC5-4F98-6D00-3D26DD8E3EC4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A529C-7C6D-054C-6A80-10AD42A1C8D5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5455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omputer, computer, office building, wall&#10;&#10;Description automatically generated">
            <a:extLst>
              <a:ext uri="{FF2B5EF4-FFF2-40B4-BE49-F238E27FC236}">
                <a16:creationId xmlns:a16="http://schemas.microsoft.com/office/drawing/2014/main" id="{6589372B-7AA9-6598-1CFC-21473DDFA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98E6C-985C-5998-7AEF-8C434AD4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667AE2-91B4-63CF-FD67-83C5A00063FA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7467E6D-F47E-DDCA-DF71-2422963347D2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j-lt"/>
              </a:rPr>
              <a:t>© 2024 Cigniti Technologies (A </a:t>
            </a:r>
            <a:r>
              <a:rPr lang="en-US" sz="1000" err="1">
                <a:solidFill>
                  <a:schemeClr val="bg1"/>
                </a:solidFill>
                <a:latin typeface="+mj-lt"/>
              </a:rPr>
              <a:t>Coforge</a:t>
            </a:r>
            <a:r>
              <a:rPr lang="en-US" sz="1000">
                <a:solidFill>
                  <a:schemeClr val="bg1"/>
                </a:solidFill>
                <a:latin typeface="+mj-lt"/>
              </a:rPr>
              <a:t> Company). All rights reserved</a:t>
            </a:r>
            <a:endParaRPr lang="en-IN" sz="1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80D4565-018C-EC34-502B-07D37D90E99E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Picture 7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4207BCE0-AB6D-BD3B-E58F-1C01573963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49235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and person wearing hardhats&#10;&#10;Description automatically generated with low confidence">
            <a:extLst>
              <a:ext uri="{FF2B5EF4-FFF2-40B4-BE49-F238E27FC236}">
                <a16:creationId xmlns:a16="http://schemas.microsoft.com/office/drawing/2014/main" id="{9173FD62-23FB-1D68-09FB-BE494131EE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F3C383-EB77-2306-B216-0579420A5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53850F-BAB6-C81E-792C-3045A5046C45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213387-B61F-32A5-119F-B30D02F8BCF0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3BC91B0-4871-2211-917F-7A5EB736B777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3803D-8252-3CBC-19A5-9CB6CF78FD33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8" name="Picture 17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E1064940-E7CE-7405-3797-BA0D3EFD9F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30647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n airplane&#10;&#10;Description automatically generated with medium confidence">
            <a:extLst>
              <a:ext uri="{FF2B5EF4-FFF2-40B4-BE49-F238E27FC236}">
                <a16:creationId xmlns:a16="http://schemas.microsoft.com/office/drawing/2014/main" id="{059FA866-A920-AD93-AF6C-76A55AF78A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6FD3C-85B5-7962-BEBB-2583CC9F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A8B474-E43E-18EA-80F3-3685BADB9068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75DEECD-2123-5D14-FC54-CEAAA46F1F31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EF7CD3-FE66-55FA-E531-C7F1713D3E0F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F5A18-8DB0-889A-A4E6-8E700261AA8E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8" name="Picture 17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7C1D8444-97A7-152E-3830-9449292E9A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49751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holding a tablet&#10;&#10;Description automatically generated with low confidence">
            <a:extLst>
              <a:ext uri="{FF2B5EF4-FFF2-40B4-BE49-F238E27FC236}">
                <a16:creationId xmlns:a16="http://schemas.microsoft.com/office/drawing/2014/main" id="{5A0DE34B-0220-D46F-54AF-A51EB09DAA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1900A-6C2E-5EC2-A3F1-5CBD8291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1AB29F-FB13-1B08-5AFF-0FF7FC8DD506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0BE3FB7-5D6E-B18F-A8A2-0C21D9F83442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80B0D94-03C2-8970-2786-C3C311BD75B2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681D2-2C9D-EB7F-F662-D99CDADF304F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8" name="Picture 17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B4DFE072-D9C4-921D-9AC2-D0CFF1ADD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16627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75463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creenshot, pc game, digital compositing&#10;&#10;Description automatically generated">
            <a:extLst>
              <a:ext uri="{FF2B5EF4-FFF2-40B4-BE49-F238E27FC236}">
                <a16:creationId xmlns:a16="http://schemas.microsoft.com/office/drawing/2014/main" id="{F5ADAC54-46D8-0304-8352-8C536012C0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8C0B1-4F3D-75D3-C660-8B99A8EB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0547AD-E8F5-D2DC-FB29-DCB00FCAD814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100BDB-B112-25EA-5981-A61943E644BD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3740374-8647-8561-0831-E7FC806873BA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29CFC3-421F-4ED5-C3BB-2A275F88F3DC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8" name="Picture 17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288DB7C9-9056-3442-EBAF-9A7A061441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04666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in a suit standing in front of a computer&#10;&#10;Description automatically generated with low confidence">
            <a:extLst>
              <a:ext uri="{FF2B5EF4-FFF2-40B4-BE49-F238E27FC236}">
                <a16:creationId xmlns:a16="http://schemas.microsoft.com/office/drawing/2014/main" id="{77F7038C-752F-E5A9-574C-30CBC251D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A76EA-DED4-F545-0A6E-92F2F935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09" y="155258"/>
            <a:ext cx="11685545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D04743-E8A4-CA0B-35CD-78193466EF19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A169119-C8D4-F7F9-C109-7B6C3CD36B6C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CEC55F7-702B-DE45-72C7-8E980624CB4F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31B410-370D-B45E-C7C7-E63FE25487F0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8" name="Picture 17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02AC5B8B-08E3-E91A-4A45-614B13557B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40266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856C2B-0140-A5B6-5C61-8BE675D20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9610-6B18-4138-A598-3C974F23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4" y="163730"/>
            <a:ext cx="1133524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0993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9C6A9BE-7A3B-4A18-BEE0-7666ECA2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4" y="86628"/>
            <a:ext cx="11371446" cy="519764"/>
          </a:xfrm>
          <a:prstGeom prst="rect">
            <a:avLst/>
          </a:prstGeom>
        </p:spPr>
        <p:txBody>
          <a:bodyPr/>
          <a:lstStyle>
            <a:lvl1pPr>
              <a:defRPr sz="2900" b="1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970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9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04" y="1353312"/>
            <a:ext cx="11335821" cy="4856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F2628-ED62-950D-2E66-69E4E6F3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4" y="163730"/>
            <a:ext cx="1133524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3" name="Picture 2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7FF35D2A-F4E4-A442-2A4B-96AD8A3961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16627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205672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03" y="1353312"/>
            <a:ext cx="6893490" cy="4856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1D0D8B39-F4CE-3169-E1B0-ABAF242218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7409" y="163730"/>
            <a:ext cx="4274716" cy="6046570"/>
          </a:xfrm>
        </p:spPr>
        <p:txBody>
          <a:bodyPr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72AFD-F0D1-B053-AA4C-63801FD3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4" y="163730"/>
            <a:ext cx="689348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3" name="Picture 2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BF555E51-BE71-7C8E-7DEC-9333D522FE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563158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04" y="1353312"/>
            <a:ext cx="11335821" cy="4856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F2628-ED62-950D-2E66-69E4E6F3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4" y="163730"/>
            <a:ext cx="1133524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4741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03" y="1353312"/>
            <a:ext cx="6893490" cy="4856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1D0D8B39-F4CE-3169-E1B0-ABAF242218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7409" y="163730"/>
            <a:ext cx="4274716" cy="6046570"/>
          </a:xfrm>
        </p:spPr>
        <p:txBody>
          <a:bodyPr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72AFD-F0D1-B053-AA4C-63801FD3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4" y="163730"/>
            <a:ext cx="689348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4175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856C2B-0140-A5B6-5C61-8BE675D20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9610-6B18-4138-A598-3C974F23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4" y="163730"/>
            <a:ext cx="1133524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5547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D9CA00-C0FD-1939-1192-7E21A04C7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6304" y="1956816"/>
            <a:ext cx="11335821" cy="425348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700A8B1-AE7D-1FA1-B0B0-17B1765DD6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304" y="1256321"/>
            <a:ext cx="11335250" cy="5534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94EB2-F600-8216-DF1F-82A6B314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4" y="163730"/>
            <a:ext cx="1133524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6398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D9CA00-C0FD-1939-1192-7E21A04C7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6303" y="1956816"/>
            <a:ext cx="6939209" cy="425348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574FD34-9DC6-1A7F-B21E-FE913A98C6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7409" y="363600"/>
            <a:ext cx="4274716" cy="5846700"/>
          </a:xfrm>
        </p:spPr>
        <p:txBody>
          <a:bodyPr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1CEC526-6305-E7A8-C59F-4BEC2ED546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304" y="1256321"/>
            <a:ext cx="6939209" cy="5534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DBC21-B50D-BFE6-4E1B-718FE4825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5" y="163730"/>
            <a:ext cx="6939208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747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972-9DF7-C0B3-7687-9E3B242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328AA4C-BB57-D0E6-08FE-435428B0D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304" y="1227073"/>
            <a:ext cx="11335250" cy="55341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</p:spTree>
    <p:extLst>
      <p:ext uri="{BB962C8B-B14F-4D97-AF65-F5344CB8AC3E}">
        <p14:creationId xmlns:p14="http://schemas.microsoft.com/office/powerpoint/2010/main" val="36252855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8400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185B774-2A49-1714-39C4-36AAA6693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grpSp>
        <p:nvGrpSpPr>
          <p:cNvPr id="6" name="Logo">
            <a:extLst>
              <a:ext uri="{FF2B5EF4-FFF2-40B4-BE49-F238E27FC236}">
                <a16:creationId xmlns:a16="http://schemas.microsoft.com/office/drawing/2014/main" id="{E8EA6453-9CF1-9CEC-C7B1-0470890CE1D7}"/>
              </a:ext>
            </a:extLst>
          </p:cNvPr>
          <p:cNvGrpSpPr/>
          <p:nvPr/>
        </p:nvGrpSpPr>
        <p:grpSpPr>
          <a:xfrm>
            <a:off x="11137806" y="6555943"/>
            <a:ext cx="783748" cy="174106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6D4324C-2193-57C6-446C-B8EEDC252A0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5041FF0-0E80-0543-F563-D686B0F7C33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064FB-102A-7078-6BD9-79416314E36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477C4A-177F-491D-8CC8-EB973D9C925B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749831-DDE4-762A-F260-117878940596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A159A4-D5E7-30F6-35B1-F0EE77575F2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6C10E1-B823-40CA-D11C-E197DE60DE75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547232-A25A-20CA-8734-C765576B0C60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B9080E96-D581-682D-0141-31D228B95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841C298-5B94-4C2F-E1C0-3C387E73F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3" y="2019065"/>
            <a:ext cx="10354782" cy="1662947"/>
          </a:xfrm>
        </p:spPr>
        <p:txBody>
          <a:bodyPr>
            <a:noAutofit/>
          </a:bodyPr>
          <a:lstStyle>
            <a:lvl1pPr>
              <a:defRPr sz="5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“Any famous quote by a person can appear here.”</a:t>
            </a:r>
            <a:endParaRPr lang="en-IN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41B9BCB-8DF5-2F68-06E4-0C5D6CC31F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7" y="3844925"/>
            <a:ext cx="10354647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Name of the Author appears here.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09A91F-C027-FBAF-3B93-353E8C68FACD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D4013E-0025-49E0-6511-50711B94BCCD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A30649-040E-76DF-E4B3-6FA735684DFB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913A981-7796-0810-7565-8C046D3C8685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C58757-B01F-2E76-EEC4-9699D391CDB5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AEB6CB-E284-5E99-836D-99401DEEA93A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61BF68-9F35-1177-4783-2FC41B556ED7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142E8-5F9E-0BB8-3362-D21AA7A21C8C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/>
            <a:r>
              <a:rPr lang="en-IN" sz="100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© Coforge,          | Confidential</a:t>
            </a: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AA5FEE69-4CDC-AFD3-A374-EF0409F671DF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algn="r"/>
              <a:t>‹#›</a:t>
            </a:fld>
            <a:endParaRPr lang="en-IN" sz="1400" b="1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FECAC4-1A80-AA72-1C75-E748B2992D29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2024</a:t>
            </a:fld>
            <a:endParaRPr lang="en-IN" sz="1000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14852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BBC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2118791"/>
            <a:ext cx="11628000" cy="1448368"/>
          </a:xfrm>
        </p:spPr>
        <p:txBody>
          <a:bodyPr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41924" y="6558301"/>
            <a:ext cx="788993" cy="170593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7" y="3766267"/>
            <a:ext cx="10354647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ED9F9F-CECA-7081-2FA5-5BFE230DE60D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4913F2-28F2-6B9C-4EFF-913A82EDD46E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164E07D-909C-C72E-091F-5C329BD388D5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09FA35-94C1-A4C9-1AE7-80D9E3AE4073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1C057C-7C5C-DF1E-F24A-D154D5235CCA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A862D80-1E04-8C57-918E-6310E02FAE3D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8FC876-FC9A-9361-ACF0-97F305C56428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F02B167-7BA3-2E4F-E0C5-B8998C991AF2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/>
            <a:r>
              <a:rPr lang="en-IN" sz="100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© Coforge,          | Confidential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F874329E-080B-41FA-BF5D-8E8A57A4ADC8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algn="r"/>
              <a:t>‹#›</a:t>
            </a:fld>
            <a:endParaRPr lang="en-IN" sz="1400" b="1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559963-E1C9-28F3-A026-EF6829182D45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2024</a:t>
            </a:fld>
            <a:endParaRPr lang="en-IN" sz="1000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2258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Custom Layout">
    <p:bg>
      <p:bgPr>
        <a:solidFill>
          <a:srgbClr val="FCC7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2118791"/>
            <a:ext cx="11628000" cy="1448368"/>
          </a:xfrm>
        </p:spPr>
        <p:txBody>
          <a:bodyPr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41924" y="6558301"/>
            <a:ext cx="788993" cy="170593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7" y="3766267"/>
            <a:ext cx="10354647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D9AC3A-FC6E-1111-CBD5-79571AE534E9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8A4D52C-A6D5-702A-8A65-CA857865B333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EC165F-E9A7-C586-51E1-0024694C8D18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CFE0A4-BFB3-55FB-2E51-3516BE536D23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D9338A5-7F68-F079-23AA-211DFB416EC0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00361E-6969-5490-8861-67459D96FD83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8B462E-A3F4-0119-AF1D-C462B762D084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EC72CCA-A56B-1B5C-3144-6098DDB69967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/>
            <a:r>
              <a:rPr lang="en-IN" sz="100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© Coforge,          | Confidential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5611DB5F-1D03-EBE8-573C-0CBCEFAE27C3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algn="r"/>
              <a:t>‹#›</a:t>
            </a:fld>
            <a:endParaRPr lang="en-IN" sz="1400" b="1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C5CE05-4EE5-EF27-C373-3D3F25B0C7BE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2024</a:t>
            </a:fld>
            <a:endParaRPr lang="en-IN" sz="1000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178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rgbClr val="FBC9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2118791"/>
            <a:ext cx="11628000" cy="1448368"/>
          </a:xfrm>
        </p:spPr>
        <p:txBody>
          <a:bodyPr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41924" y="6558301"/>
            <a:ext cx="788993" cy="170593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7" y="3766267"/>
            <a:ext cx="10354647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9ADB1C-085A-86F5-FA92-CEEF0A9687B5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408E62D-BD5F-FEDB-C0EA-B14AFEDF1EE4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/>
            <a:r>
              <a:rPr lang="en-IN" sz="100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© Coforge,          | Confidential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D7A0BD2-3092-D102-8AC7-CF69986140B8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algn="r"/>
              <a:t>‹#›</a:t>
            </a:fld>
            <a:endParaRPr lang="en-IN" sz="1400" b="1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A1E600-7F39-53AF-C1CA-ED92C4A24A3E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2024</a:t>
            </a:fld>
            <a:endParaRPr lang="en-IN" sz="1000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21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Custom Layout">
    <p:bg>
      <p:bgPr>
        <a:solidFill>
          <a:srgbClr val="97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2118791"/>
            <a:ext cx="11628000" cy="1448368"/>
          </a:xfrm>
        </p:spPr>
        <p:txBody>
          <a:bodyPr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41924" y="6558301"/>
            <a:ext cx="788993" cy="170593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7" y="3766267"/>
            <a:ext cx="10354647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1BF8D3-A7C8-B4D4-E1BA-CF7941F5A3B8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732E37D-8B44-4753-64D2-701E67FBC0ED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/>
            <a:r>
              <a:rPr lang="en-IN" sz="100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© Coforge,          | Confidential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C499193-55DC-6C24-BD6B-B56EB18EE76F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algn="r"/>
              <a:t>‹#›</a:t>
            </a:fld>
            <a:endParaRPr lang="en-IN" sz="1400" b="1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F2753-F350-F947-B8EA-A07E7DF5F742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2024</a:t>
            </a:fld>
            <a:endParaRPr lang="en-IN" sz="1000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1552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3" y="2488893"/>
            <a:ext cx="7148813" cy="1234182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8" y="3844925"/>
            <a:ext cx="7148664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293554" y="574659"/>
            <a:ext cx="2340000" cy="519820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22530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3" y="2488893"/>
            <a:ext cx="7148813" cy="1234182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688" y="3844925"/>
            <a:ext cx="7148664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3" name="Picture 2" descr="Icon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53" y="5551122"/>
            <a:ext cx="423393" cy="423393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09" y="5551122"/>
            <a:ext cx="423393" cy="423393"/>
          </a:xfrm>
          <a:prstGeom prst="rect">
            <a:avLst/>
          </a:prstGeom>
        </p:spPr>
      </p:pic>
      <p:pic>
        <p:nvPicPr>
          <p:cNvPr id="9" name="Picture 8">
            <a:hlinkClick r:id="rId8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4824" y="5551122"/>
            <a:ext cx="423393" cy="423393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63" y="5551122"/>
            <a:ext cx="423393" cy="42339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293554" y="574659"/>
            <a:ext cx="2340000" cy="519820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D46C6C-21FB-02DB-8024-6B0F03C50566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46C2405-5922-9B77-A697-23B8C758016A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8E7BC82-316E-6C1A-E465-C813511F31A4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EC9774-DCC6-A4D8-8F32-ACD871A7B36D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42078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773B626-C041-3BDB-DF50-7BCEF76C7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3" y="2488893"/>
            <a:ext cx="7148813" cy="1234182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293554" y="574659"/>
            <a:ext cx="2340000" cy="519820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ahoma" panose="020B0604030504040204" pitchFamily="34" charset="0"/>
              </a:endParaRPr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8180" y="3844925"/>
            <a:ext cx="5644185" cy="1404938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3" name="Picture 2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53" y="5551122"/>
            <a:ext cx="423393" cy="423393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8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09" y="5551122"/>
            <a:ext cx="423393" cy="423393"/>
          </a:xfrm>
          <a:prstGeom prst="rect">
            <a:avLst/>
          </a:prstGeom>
        </p:spPr>
      </p:pic>
      <p:pic>
        <p:nvPicPr>
          <p:cNvPr id="9" name="Picture 8">
            <a:hlinkClick r:id="rId10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4824" y="5551122"/>
            <a:ext cx="423393" cy="423393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63" y="5551122"/>
            <a:ext cx="423393" cy="423393"/>
          </a:xfrm>
          <a:prstGeom prst="rect">
            <a:avLst/>
          </a:prstGeom>
        </p:spPr>
      </p:pic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58D222FC-8D38-3E01-441D-FA9D8D2BEF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3688" y="3844925"/>
            <a:ext cx="1260000" cy="1260000"/>
          </a:xfrm>
          <a:prstGeom prst="ellipse">
            <a:avLst/>
          </a:prstGeom>
          <a:solidFill>
            <a:srgbClr val="EBEBEB"/>
          </a:solidFill>
          <a:ln w="190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IN"/>
              <a:t>Presenter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0939E5-3B16-7C9D-6E91-C3B74B4406CD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A9B27F9-EE7A-6E17-5106-80FF987C80F0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9EC5ACF9-8A74-D67E-D031-A53674483C75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46C492-7ABB-6988-AB6B-130BC20A0D75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6070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A420888-4B4C-79A3-6FA9-352BA87B6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272874-C46B-3B31-1BD0-F0495A9AF8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54" y="2794598"/>
            <a:ext cx="4652072" cy="945514"/>
          </a:xfrm>
        </p:spPr>
        <p:txBody>
          <a:bodyPr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FDC4824-F24C-94D8-4956-C8C4C2F63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64ED26A-7137-E5C0-8293-8E35E84983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01264" y="605261"/>
            <a:ext cx="6720290" cy="5485246"/>
          </a:xfrm>
          <a:noFill/>
        </p:spPr>
        <p:txBody>
          <a:bodyPr anchor="ctr">
            <a:normAutofit/>
          </a:bodyPr>
          <a:lstStyle>
            <a:lvl1pPr marL="452438" indent="-452438">
              <a:buFont typeface="+mj-lt"/>
              <a:buAutoNum type="arabicPeriod"/>
              <a:tabLst/>
              <a:defRPr sz="2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871394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A420888-4B4C-79A3-6FA9-352BA87B6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02"/>
            <a:ext cx="7647409" cy="685980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DC4824-F24C-94D8-4956-C8C4C2F63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64ED26A-7137-E5C0-8293-8E35E84983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554" y="605261"/>
            <a:ext cx="11628000" cy="5485246"/>
          </a:xfrm>
          <a:noFill/>
        </p:spPr>
        <p:txBody>
          <a:bodyPr anchor="ctr">
            <a:normAutofit/>
          </a:bodyPr>
          <a:lstStyle>
            <a:lvl1pPr marL="452438" indent="-452438">
              <a:buFont typeface="+mj-lt"/>
              <a:buAutoNum type="arabicPeriod"/>
              <a:tabLst/>
              <a:defRPr sz="2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64445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3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4.jpe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3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image" Target="../media/image22.svg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154800"/>
            <a:ext cx="1162799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554" y="1364169"/>
            <a:ext cx="11627999" cy="487619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72F4EE0-47B6-F2AC-A92D-B4B8BB91C34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113D18F-E541-3AC4-E3E9-6EDDF913793A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D4105A-CDE7-74A0-ADA6-4E4A0A7135FD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A14573-24DF-33D3-7EC8-5AEE8E36DCF5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C36C9E-0D1B-F2F2-AF72-11829994B38A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27272F-1FC1-D499-BB49-7480A6194883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6B85181-A0F3-DD97-20FA-9DC0F9DBF524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9497DA-7C92-4A96-AA5F-465C4E518768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CB89D83-4FDB-8309-D2AB-1E638CC8A1CF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>
                <a:solidFill>
                  <a:schemeClr val="bg1"/>
                </a:solidFill>
                <a:latin typeface="+mj-lt"/>
              </a:rPr>
              <a:t>© Coforge,          | Confidential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0BE9D8D4-3ACF-F9F8-3172-2D7A0B8E055C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400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FB7E65-45B4-1002-8CB3-FEF2C434DB8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137500" y="6555601"/>
            <a:ext cx="791100" cy="175739"/>
            <a:chOff x="10797898" y="6235376"/>
            <a:chExt cx="930940" cy="20680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EE69337-E7FF-0B43-EFC4-66F18FF761A2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27EBB3E-D7DB-51FA-3FD5-E1C239BBED52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3C8918-4DBB-130C-33F7-7172E6988AD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40A063-54B8-68A3-551F-E8BD87331E1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F3E7E7D-BD1C-A3A6-530D-A4F2001462CD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FA2B98-B8BB-5FEA-7E6D-7859CAB1D124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6F4FC27-1A44-2F6A-AB46-6600E7233D1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6510A91-8AAD-2C66-07C2-EC525384379B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Anek Devanagari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1469087-EA61-F524-9B99-410C1B0D6B85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smtClean="0">
                <a:solidFill>
                  <a:schemeClr val="bg1"/>
                </a:solidFill>
                <a:latin typeface="+mj-lt"/>
              </a:rPr>
              <a:t>2024</a:t>
            </a:fld>
            <a:endParaRPr lang="en-IN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Picture 3" descr="A purple rectangle with white text&#10;&#10;Description automatically generated">
            <a:extLst>
              <a:ext uri="{FF2B5EF4-FFF2-40B4-BE49-F238E27FC236}">
                <a16:creationId xmlns:a16="http://schemas.microsoft.com/office/drawing/2014/main" id="{AB69CAE3-BFCC-6FDF-CFC2-972D46555C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" t="35108" r="4390" b="33687"/>
          <a:stretch/>
        </p:blipFill>
        <p:spPr bwMode="auto">
          <a:xfrm>
            <a:off x="10252874" y="6504270"/>
            <a:ext cx="738877" cy="2364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1921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734" r:id="rId3"/>
    <p:sldLayoutId id="2147483737" r:id="rId4"/>
    <p:sldLayoutId id="2147483715" r:id="rId5"/>
    <p:sldLayoutId id="2147483738" r:id="rId6"/>
    <p:sldLayoutId id="2147483712" r:id="rId7"/>
    <p:sldLayoutId id="2147483739" r:id="rId8"/>
    <p:sldLayoutId id="2147483735" r:id="rId9"/>
    <p:sldLayoutId id="2147483740" r:id="rId10"/>
    <p:sldLayoutId id="2147483742" r:id="rId11"/>
    <p:sldLayoutId id="2147483743" r:id="rId12"/>
    <p:sldLayoutId id="2147483726" r:id="rId13"/>
    <p:sldLayoutId id="2147483691" r:id="rId14"/>
    <p:sldLayoutId id="2147483707" r:id="rId15"/>
    <p:sldLayoutId id="2147483721" r:id="rId16"/>
    <p:sldLayoutId id="2147483744" r:id="rId17"/>
    <p:sldLayoutId id="2147483718" r:id="rId18"/>
    <p:sldLayoutId id="2147483719" r:id="rId19"/>
    <p:sldLayoutId id="2147483723" r:id="rId20"/>
    <p:sldLayoutId id="2147483725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77" r:id="rId27"/>
    <p:sldLayoutId id="2147483780" r:id="rId28"/>
    <p:sldLayoutId id="2147483781" r:id="rId29"/>
    <p:sldLayoutId id="2147483782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4" y="163730"/>
            <a:ext cx="11335249" cy="9455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304" y="1364169"/>
            <a:ext cx="11335249" cy="487619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11137806" y="6555943"/>
            <a:ext cx="783748" cy="174106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F143BC6E-CA72-1553-01FB-48E16F0FB9B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1" y="212402"/>
            <a:ext cx="453091" cy="81556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72F4EE0-47B6-F2AC-A92D-B4B8BB91C34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93554" y="6403281"/>
            <a:ext cx="11628000" cy="2595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113D18F-E541-3AC4-E3E9-6EDDF913793A}"/>
              </a:ext>
            </a:extLst>
          </p:cNvPr>
          <p:cNvGrpSpPr/>
          <p:nvPr userDrawn="1"/>
        </p:nvGrpSpPr>
        <p:grpSpPr>
          <a:xfrm>
            <a:off x="12267959" y="30428"/>
            <a:ext cx="1352791" cy="1926388"/>
            <a:chOff x="12267959" y="30428"/>
            <a:chExt cx="1352791" cy="192638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D4105A-CDE7-74A0-ADA6-4E4A0A7135FD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200"/>
                <a:t>To </a:t>
              </a:r>
              <a:r>
                <a:rPr lang="en-IN" sz="1200" err="1"/>
                <a:t>color</a:t>
              </a:r>
              <a:r>
                <a:rPr lang="en-IN" sz="1200"/>
                <a:t> fill any shapes including text boxes, pick any of the below </a:t>
              </a:r>
              <a:r>
                <a:rPr lang="en-IN" sz="1200" err="1"/>
                <a:t>colors</a:t>
              </a:r>
              <a:r>
                <a:rPr lang="en-IN" sz="1200"/>
                <a:t> using “Eyedropper”.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A14573-24DF-33D3-7EC8-5AEE8E36DCF5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C36C9E-0D1B-F2F2-AF72-11829994B38A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27272F-1FC1-D499-BB49-7480A6194883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6B85181-A0F3-DD97-20FA-9DC0F9DBF524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4C0589-7939-A05A-B20A-5FB5637B463B}"/>
              </a:ext>
            </a:extLst>
          </p:cNvPr>
          <p:cNvCxnSpPr/>
          <p:nvPr userDrawn="1"/>
        </p:nvCxnSpPr>
        <p:spPr>
          <a:xfrm>
            <a:off x="606548" y="6525400"/>
            <a:ext cx="0" cy="216000"/>
          </a:xfrm>
          <a:prstGeom prst="line">
            <a:avLst/>
          </a:prstGeom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F954D-F9C6-6529-93D0-4737383506C4}"/>
              </a:ext>
            </a:extLst>
          </p:cNvPr>
          <p:cNvSpPr txBox="1">
            <a:spLocks/>
          </p:cNvSpPr>
          <p:nvPr userDrawn="1"/>
        </p:nvSpPr>
        <p:spPr>
          <a:xfrm>
            <a:off x="747006" y="6461056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/>
            <a:r>
              <a:rPr lang="en-IN" sz="100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© Coforge,          | Confidential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5FF00C1-A421-5996-C046-4F5748719816}"/>
              </a:ext>
            </a:extLst>
          </p:cNvPr>
          <p:cNvSpPr txBox="1">
            <a:spLocks/>
          </p:cNvSpPr>
          <p:nvPr userDrawn="1"/>
        </p:nvSpPr>
        <p:spPr>
          <a:xfrm>
            <a:off x="200216" y="6448768"/>
            <a:ext cx="410916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algn="r"/>
              <a:t>‹#›</a:t>
            </a:fld>
            <a:endParaRPr lang="en-IN" sz="1400" b="1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616786-758F-DDAC-FF1C-92F7BC695050}"/>
              </a:ext>
            </a:extLst>
          </p:cNvPr>
          <p:cNvSpPr txBox="1"/>
          <p:nvPr userDrawn="1"/>
        </p:nvSpPr>
        <p:spPr>
          <a:xfrm>
            <a:off x="1416268" y="6525400"/>
            <a:ext cx="354035" cy="246221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fld id="{57FC2BA8-9C58-4A6C-A3F7-A68CE0E64ABF}" type="datetimeyyyy">
              <a:rPr lang="en-IN" sz="10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2024</a:t>
            </a:fld>
            <a:endParaRPr lang="en-IN" sz="1000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084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6" r:id="rId14"/>
    <p:sldLayoutId id="2147483773" r:id="rId15"/>
    <p:sldLayoutId id="2147483774" r:id="rId16"/>
    <p:sldLayoutId id="2147483775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igniti.sharepoint.com/:v:/s/INSULET-AUTOMATION/EYmMjOEAv_hJr8Mo9As4woABCi2R3_yRXsdfiXwAX1HTwQ?e=4eBnA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jpeg"/><Relationship Id="rId17" Type="http://schemas.openxmlformats.org/officeDocument/2006/relationships/image" Target="../media/image55.svg"/><Relationship Id="rId25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4.jpeg"/><Relationship Id="rId11" Type="http://schemas.openxmlformats.org/officeDocument/2006/relationships/image" Target="../media/image49.png"/><Relationship Id="rId24" Type="http://schemas.openxmlformats.org/officeDocument/2006/relationships/image" Target="../media/image62.jpeg"/><Relationship Id="rId5" Type="http://schemas.openxmlformats.org/officeDocument/2006/relationships/image" Target="../media/image43.png"/><Relationship Id="rId15" Type="http://schemas.openxmlformats.org/officeDocument/2006/relationships/image" Target="../media/image53.svg"/><Relationship Id="rId23" Type="http://schemas.openxmlformats.org/officeDocument/2006/relationships/image" Target="../media/image61.jpe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svg"/><Relationship Id="rId18" Type="http://schemas.openxmlformats.org/officeDocument/2006/relationships/image" Target="../media/image81.png"/><Relationship Id="rId26" Type="http://schemas.openxmlformats.org/officeDocument/2006/relationships/image" Target="../media/image89.png"/><Relationship Id="rId3" Type="http://schemas.openxmlformats.org/officeDocument/2006/relationships/image" Target="../media/image66.jpeg"/><Relationship Id="rId21" Type="http://schemas.openxmlformats.org/officeDocument/2006/relationships/image" Target="../media/image84.svg"/><Relationship Id="rId7" Type="http://schemas.openxmlformats.org/officeDocument/2006/relationships/image" Target="../media/image70.jpeg"/><Relationship Id="rId12" Type="http://schemas.openxmlformats.org/officeDocument/2006/relationships/image" Target="../media/image75.png"/><Relationship Id="rId17" Type="http://schemas.openxmlformats.org/officeDocument/2006/relationships/image" Target="../media/image80.svg"/><Relationship Id="rId25" Type="http://schemas.openxmlformats.org/officeDocument/2006/relationships/image" Target="../media/image88.svg"/><Relationship Id="rId2" Type="http://schemas.openxmlformats.org/officeDocument/2006/relationships/image" Target="../media/image65.jpe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9.jpeg"/><Relationship Id="rId11" Type="http://schemas.openxmlformats.org/officeDocument/2006/relationships/image" Target="../media/image74.svg"/><Relationship Id="rId24" Type="http://schemas.openxmlformats.org/officeDocument/2006/relationships/image" Target="../media/image87.png"/><Relationship Id="rId5" Type="http://schemas.openxmlformats.org/officeDocument/2006/relationships/image" Target="../media/image68.jpeg"/><Relationship Id="rId15" Type="http://schemas.openxmlformats.org/officeDocument/2006/relationships/image" Target="../media/image78.svg"/><Relationship Id="rId23" Type="http://schemas.openxmlformats.org/officeDocument/2006/relationships/image" Target="../media/image86.svg"/><Relationship Id="rId10" Type="http://schemas.openxmlformats.org/officeDocument/2006/relationships/image" Target="../media/image73.png"/><Relationship Id="rId19" Type="http://schemas.openxmlformats.org/officeDocument/2006/relationships/image" Target="../media/image82.svg"/><Relationship Id="rId4" Type="http://schemas.openxmlformats.org/officeDocument/2006/relationships/image" Target="../media/image67.jpeg"/><Relationship Id="rId9" Type="http://schemas.openxmlformats.org/officeDocument/2006/relationships/image" Target="../media/image72.sv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9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slide" Target="slide16.xml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7.xml"/><Relationship Id="rId11" Type="http://schemas.openxmlformats.org/officeDocument/2006/relationships/image" Target="../media/image96.png"/><Relationship Id="rId5" Type="http://schemas.openxmlformats.org/officeDocument/2006/relationships/slide" Target="slide19.xml"/><Relationship Id="rId10" Type="http://schemas.openxmlformats.org/officeDocument/2006/relationships/image" Target="../media/image95.png"/><Relationship Id="rId4" Type="http://schemas.openxmlformats.org/officeDocument/2006/relationships/slide" Target="slide15.xml"/><Relationship Id="rId9" Type="http://schemas.openxmlformats.org/officeDocument/2006/relationships/image" Target="../media/image9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13" Type="http://schemas.openxmlformats.org/officeDocument/2006/relationships/image" Target="../media/image105.png"/><Relationship Id="rId3" Type="http://schemas.openxmlformats.org/officeDocument/2006/relationships/image" Target="../media/image99.jpeg"/><Relationship Id="rId7" Type="http://schemas.openxmlformats.org/officeDocument/2006/relationships/image" Target="../media/image102.png"/><Relationship Id="rId12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jpeg"/><Relationship Id="rId11" Type="http://schemas.openxmlformats.org/officeDocument/2006/relationships/image" Target="../media/image104.png"/><Relationship Id="rId5" Type="http://schemas.openxmlformats.org/officeDocument/2006/relationships/image" Target="../media/image100.png"/><Relationship Id="rId15" Type="http://schemas.openxmlformats.org/officeDocument/2006/relationships/image" Target="../media/image106.png"/><Relationship Id="rId10" Type="http://schemas.microsoft.com/office/2007/relationships/hdphoto" Target="../media/hdphoto1.wdp"/><Relationship Id="rId4" Type="http://schemas.openxmlformats.org/officeDocument/2006/relationships/slide" Target="slide21.xml"/><Relationship Id="rId9" Type="http://schemas.openxmlformats.org/officeDocument/2006/relationships/image" Target="../media/image103.png"/><Relationship Id="rId1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7.png"/><Relationship Id="rId7" Type="http://schemas.openxmlformats.org/officeDocument/2006/relationships/image" Target="../media/image110.png"/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slide" Target="slide27.xml"/><Relationship Id="rId10" Type="http://schemas.openxmlformats.org/officeDocument/2006/relationships/image" Target="../media/image113.png"/><Relationship Id="rId4" Type="http://schemas.openxmlformats.org/officeDocument/2006/relationships/image" Target="../media/image108.png"/><Relationship Id="rId9" Type="http://schemas.openxmlformats.org/officeDocument/2006/relationships/image" Target="../media/image1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eg"/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28.png"/><Relationship Id="rId3" Type="http://schemas.openxmlformats.org/officeDocument/2006/relationships/image" Target="../media/image121.png"/><Relationship Id="rId21" Type="http://schemas.openxmlformats.org/officeDocument/2006/relationships/customXml" Target="../ink/ink4.xml"/><Relationship Id="rId7" Type="http://schemas.openxmlformats.org/officeDocument/2006/relationships/image" Target="../media/image125.jpeg"/><Relationship Id="rId12" Type="http://schemas.openxmlformats.org/officeDocument/2006/relationships/image" Target="../media/image130.png"/><Relationship Id="rId17" Type="http://schemas.openxmlformats.org/officeDocument/2006/relationships/customXml" Target="../ink/ink1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34.jpeg"/><Relationship Id="rId20" Type="http://schemas.openxmlformats.org/officeDocument/2006/relationships/customXml" Target="../ink/ink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24" Type="http://schemas.openxmlformats.org/officeDocument/2006/relationships/customXml" Target="../ink/ink7.xml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23" Type="http://schemas.openxmlformats.org/officeDocument/2006/relationships/customXml" Target="../ink/ink6.xml"/><Relationship Id="rId10" Type="http://schemas.openxmlformats.org/officeDocument/2006/relationships/image" Target="../media/image128.jpeg"/><Relationship Id="rId19" Type="http://schemas.openxmlformats.org/officeDocument/2006/relationships/customXml" Target="../ink/ink2.xml"/><Relationship Id="rId4" Type="http://schemas.openxmlformats.org/officeDocument/2006/relationships/image" Target="../media/image122.png"/><Relationship Id="rId9" Type="http://schemas.openxmlformats.org/officeDocument/2006/relationships/image" Target="../media/image127.jpeg"/><Relationship Id="rId14" Type="http://schemas.openxmlformats.org/officeDocument/2006/relationships/image" Target="../media/image132.png"/><Relationship Id="rId22" Type="http://schemas.openxmlformats.org/officeDocument/2006/relationships/customXml" Target="../ink/ink5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4.png"/><Relationship Id="rId18" Type="http://schemas.openxmlformats.org/officeDocument/2006/relationships/image" Target="../media/image73.png"/><Relationship Id="rId26" Type="http://schemas.openxmlformats.org/officeDocument/2006/relationships/image" Target="../media/image77.png"/><Relationship Id="rId3" Type="http://schemas.openxmlformats.org/officeDocument/2006/relationships/image" Target="../media/image135.png"/><Relationship Id="rId21" Type="http://schemas.openxmlformats.org/officeDocument/2006/relationships/image" Target="../media/image80.svg"/><Relationship Id="rId34" Type="http://schemas.openxmlformats.org/officeDocument/2006/relationships/image" Target="../media/image145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88.svg"/><Relationship Id="rId25" Type="http://schemas.openxmlformats.org/officeDocument/2006/relationships/image" Target="../media/image76.svg"/><Relationship Id="rId33" Type="http://schemas.openxmlformats.org/officeDocument/2006/relationships/image" Target="../media/image90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7.png"/><Relationship Id="rId20" Type="http://schemas.openxmlformats.org/officeDocument/2006/relationships/image" Target="../media/image79.png"/><Relationship Id="rId29" Type="http://schemas.openxmlformats.org/officeDocument/2006/relationships/image" Target="../media/image82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24" Type="http://schemas.openxmlformats.org/officeDocument/2006/relationships/image" Target="../media/image75.png"/><Relationship Id="rId32" Type="http://schemas.openxmlformats.org/officeDocument/2006/relationships/image" Target="../media/image89.png"/><Relationship Id="rId5" Type="http://schemas.openxmlformats.org/officeDocument/2006/relationships/image" Target="../media/image136.png"/><Relationship Id="rId15" Type="http://schemas.openxmlformats.org/officeDocument/2006/relationships/image" Target="../media/image72.svg"/><Relationship Id="rId23" Type="http://schemas.openxmlformats.org/officeDocument/2006/relationships/image" Target="../media/image86.svg"/><Relationship Id="rId28" Type="http://schemas.openxmlformats.org/officeDocument/2006/relationships/image" Target="../media/image81.png"/><Relationship Id="rId10" Type="http://schemas.openxmlformats.org/officeDocument/2006/relationships/image" Target="../media/image141.png"/><Relationship Id="rId19" Type="http://schemas.openxmlformats.org/officeDocument/2006/relationships/image" Target="../media/image74.svg"/><Relationship Id="rId31" Type="http://schemas.openxmlformats.org/officeDocument/2006/relationships/image" Target="../media/image84.svg"/><Relationship Id="rId4" Type="http://schemas.microsoft.com/office/2007/relationships/hdphoto" Target="../media/hdphoto5.wdp"/><Relationship Id="rId9" Type="http://schemas.openxmlformats.org/officeDocument/2006/relationships/image" Target="../media/image140.png"/><Relationship Id="rId14" Type="http://schemas.openxmlformats.org/officeDocument/2006/relationships/image" Target="../media/image71.png"/><Relationship Id="rId22" Type="http://schemas.openxmlformats.org/officeDocument/2006/relationships/image" Target="../media/image85.png"/><Relationship Id="rId27" Type="http://schemas.openxmlformats.org/officeDocument/2006/relationships/image" Target="../media/image78.svg"/><Relationship Id="rId30" Type="http://schemas.openxmlformats.org/officeDocument/2006/relationships/image" Target="../media/image83.png"/><Relationship Id="rId8" Type="http://schemas.openxmlformats.org/officeDocument/2006/relationships/image" Target="../media/image139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46.svg"/><Relationship Id="rId7" Type="http://schemas.openxmlformats.org/officeDocument/2006/relationships/image" Target="../media/image148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83.png"/><Relationship Id="rId11" Type="http://schemas.openxmlformats.org/officeDocument/2006/relationships/image" Target="../media/image150.svg"/><Relationship Id="rId5" Type="http://schemas.openxmlformats.org/officeDocument/2006/relationships/image" Target="../media/image147.svg"/><Relationship Id="rId10" Type="http://schemas.openxmlformats.org/officeDocument/2006/relationships/image" Target="../media/image75.png"/><Relationship Id="rId4" Type="http://schemas.openxmlformats.org/officeDocument/2006/relationships/image" Target="../media/image73.png"/><Relationship Id="rId9" Type="http://schemas.openxmlformats.org/officeDocument/2006/relationships/image" Target="../media/image149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151.svg"/><Relationship Id="rId7" Type="http://schemas.openxmlformats.org/officeDocument/2006/relationships/image" Target="../media/image153.sv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87.png"/><Relationship Id="rId11" Type="http://schemas.openxmlformats.org/officeDocument/2006/relationships/image" Target="../media/image155.svg"/><Relationship Id="rId5" Type="http://schemas.openxmlformats.org/officeDocument/2006/relationships/image" Target="../media/image152.svg"/><Relationship Id="rId10" Type="http://schemas.openxmlformats.org/officeDocument/2006/relationships/image" Target="../media/image77.png"/><Relationship Id="rId4" Type="http://schemas.openxmlformats.org/officeDocument/2006/relationships/image" Target="../media/image81.png"/><Relationship Id="rId9" Type="http://schemas.openxmlformats.org/officeDocument/2006/relationships/image" Target="../media/image154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10.xml"/><Relationship Id="rId4" Type="http://schemas.openxmlformats.org/officeDocument/2006/relationships/customXml" Target="../ink/ink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442136A-DC93-B54C-A445-56A3E8F32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3" y="3013075"/>
            <a:ext cx="10428876" cy="710000"/>
          </a:xfrm>
        </p:spPr>
        <p:txBody>
          <a:bodyPr/>
          <a:lstStyle/>
          <a:p>
            <a:r>
              <a:rPr lang="en-IN" sz="4400" dirty="0" err="1">
                <a:solidFill>
                  <a:srgbClr val="F68D76"/>
                </a:solidFill>
              </a:rPr>
              <a:t>Insulet</a:t>
            </a:r>
            <a:r>
              <a:rPr lang="en-IN" sz="4400" dirty="0">
                <a:solidFill>
                  <a:srgbClr val="F68D76"/>
                </a:solidFill>
              </a:rPr>
              <a:t> Annual Business Review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961E10-E65F-34A8-B233-FC40C976F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98825" y="3684150"/>
            <a:ext cx="4549611" cy="470843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January – October 2024</a:t>
            </a:r>
          </a:p>
        </p:txBody>
      </p:sp>
    </p:spTree>
    <p:extLst>
      <p:ext uri="{BB962C8B-B14F-4D97-AF65-F5344CB8AC3E}">
        <p14:creationId xmlns:p14="http://schemas.microsoft.com/office/powerpoint/2010/main" val="3929628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F957D-3BF7-FB9F-CB52-A680DBFF3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368" y="1974045"/>
            <a:ext cx="6646164" cy="1171072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LAB Video Slide</a:t>
            </a:r>
            <a:endParaRPr lang="en-IN" dirty="0"/>
          </a:p>
        </p:txBody>
      </p:sp>
      <p:sp>
        <p:nvSpPr>
          <p:cNvPr id="3" name="Title 1">
            <a:hlinkClick r:id="rId2"/>
            <a:extLst>
              <a:ext uri="{FF2B5EF4-FFF2-40B4-BE49-F238E27FC236}">
                <a16:creationId xmlns:a16="http://schemas.microsoft.com/office/drawing/2014/main" id="{393117FC-5C9A-2908-029C-6AB7BABF4AA1}"/>
              </a:ext>
            </a:extLst>
          </p:cNvPr>
          <p:cNvSpPr txBox="1">
            <a:spLocks/>
          </p:cNvSpPr>
          <p:nvPr/>
        </p:nvSpPr>
        <p:spPr>
          <a:xfrm>
            <a:off x="5292187" y="2994291"/>
            <a:ext cx="2124526" cy="301652"/>
          </a:xfrm>
          <a:prstGeom prst="rect">
            <a:avLst/>
          </a:prstGeom>
        </p:spPr>
        <p:txBody>
          <a:bodyPr vert="horz" lIns="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accent2"/>
                </a:solidFill>
                <a:latin typeface="+mj-lt"/>
                <a:ea typeface="+mj-ea"/>
                <a:cs typeface="Anek Devanagari ExtraBold" pitchFamily="2" charset="0"/>
              </a:defRPr>
            </a:lvl1pPr>
          </a:lstStyle>
          <a:p>
            <a:pPr algn="ctr"/>
            <a:r>
              <a:rPr lang="en-US" sz="1800" dirty="0">
                <a:solidFill>
                  <a:schemeClr val="bg1"/>
                </a:solidFill>
              </a:rPr>
              <a:t>Video Link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937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185534-CAE3-0750-ADA4-9621E0F9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4" y="2794598"/>
            <a:ext cx="4038960" cy="945514"/>
          </a:xfrm>
        </p:spPr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E0E31-7F12-FD58-A866-60A35FE491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2514" y="513821"/>
            <a:ext cx="7589040" cy="5485246"/>
          </a:xfrm>
        </p:spPr>
        <p:txBody>
          <a:bodyPr>
            <a:normAutofit/>
          </a:bodyPr>
          <a:lstStyle/>
          <a:p>
            <a:r>
              <a:rPr lang="en-US" sz="2400" dirty="0"/>
              <a:t>Cigniti = </a:t>
            </a:r>
            <a:r>
              <a:rPr lang="en-US" sz="2400" dirty="0" err="1"/>
              <a:t>Coforge</a:t>
            </a:r>
            <a:endParaRPr lang="en-US" sz="2400" dirty="0"/>
          </a:p>
          <a:p>
            <a:r>
              <a:rPr lang="en-US" sz="2400" dirty="0"/>
              <a:t>Our Services</a:t>
            </a:r>
          </a:p>
          <a:p>
            <a:r>
              <a:rPr lang="en-US" sz="2400" dirty="0"/>
              <a:t>Executive Summary</a:t>
            </a:r>
          </a:p>
          <a:p>
            <a:pPr marL="1376362" lvl="3" indent="-457200">
              <a:buFont typeface="Wingdings" panose="05000000000000000000" pitchFamily="2" charset="2"/>
              <a:buChar char="ü"/>
            </a:pPr>
            <a:r>
              <a:rPr lang="en-US" sz="2400" dirty="0"/>
              <a:t>Pod Functional Team</a:t>
            </a:r>
          </a:p>
          <a:p>
            <a:pPr marL="1376362" lvl="3" indent="-457200">
              <a:buFont typeface="Wingdings" panose="05000000000000000000" pitchFamily="2" charset="2"/>
              <a:buChar char="ü"/>
            </a:pPr>
            <a:r>
              <a:rPr lang="en-US" sz="2400" dirty="0"/>
              <a:t>POD Automation Team</a:t>
            </a:r>
          </a:p>
          <a:p>
            <a:pPr marL="1376362" lvl="3" indent="-457200">
              <a:buFont typeface="Wingdings" panose="05000000000000000000" pitchFamily="2" charset="2"/>
              <a:buChar char="ü"/>
            </a:pPr>
            <a:r>
              <a:rPr lang="en-US" sz="2400" dirty="0" err="1"/>
              <a:t>SystemsDV</a:t>
            </a:r>
            <a:r>
              <a:rPr lang="en-US" sz="2400" dirty="0"/>
              <a:t> Team</a:t>
            </a:r>
          </a:p>
          <a:p>
            <a:r>
              <a:rPr lang="en-US" sz="2400" dirty="0"/>
              <a:t>Road Map &amp; Ideation</a:t>
            </a:r>
          </a:p>
          <a:p>
            <a:r>
              <a:rPr lang="en-US" sz="2400" dirty="0"/>
              <a:t>Team Summary &amp; Details</a:t>
            </a:r>
          </a:p>
          <a:p>
            <a:pPr marL="1376362" lvl="3" indent="-457200">
              <a:buFont typeface="Wingdings" panose="05000000000000000000" pitchFamily="2" charset="2"/>
              <a:buChar char="ü"/>
            </a:pPr>
            <a:r>
              <a:rPr lang="en-US" sz="2400" dirty="0"/>
              <a:t>Pod Functional Team</a:t>
            </a:r>
          </a:p>
          <a:p>
            <a:pPr marL="1376362" lvl="3" indent="-457200">
              <a:buFont typeface="Wingdings" panose="05000000000000000000" pitchFamily="2" charset="2"/>
              <a:buChar char="ü"/>
            </a:pPr>
            <a:r>
              <a:rPr lang="en-US" sz="2400" dirty="0"/>
              <a:t>POD Automation Team</a:t>
            </a:r>
          </a:p>
          <a:p>
            <a:pPr marL="1376362" lvl="3" indent="-457200">
              <a:buFont typeface="Wingdings" panose="05000000000000000000" pitchFamily="2" charset="2"/>
              <a:buChar char="ü"/>
            </a:pPr>
            <a:r>
              <a:rPr lang="en-US" sz="2400" dirty="0" err="1"/>
              <a:t>SystemsDV</a:t>
            </a:r>
            <a:r>
              <a:rPr lang="en-US" sz="2400" dirty="0"/>
              <a:t> Team</a:t>
            </a:r>
          </a:p>
          <a:p>
            <a:pPr marL="0" indent="0">
              <a:buNone/>
            </a:pPr>
            <a:r>
              <a:rPr lang="en-IN" sz="2400" dirty="0"/>
              <a:t>6. Appendix</a:t>
            </a:r>
            <a:endParaRPr lang="en-US" sz="24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747E2F-F6FF-1CE7-DD84-535BE80E1055}"/>
              </a:ext>
            </a:extLst>
          </p:cNvPr>
          <p:cNvCxnSpPr>
            <a:cxnSpLocks/>
          </p:cNvCxnSpPr>
          <p:nvPr/>
        </p:nvCxnSpPr>
        <p:spPr>
          <a:xfrm>
            <a:off x="4132009" y="812800"/>
            <a:ext cx="0" cy="48463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65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C2FE-CDF7-B281-BE27-6356C41E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E25C-8D91-B821-DCF3-8F04A070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71" y="10354"/>
            <a:ext cx="11335249" cy="578948"/>
          </a:xfr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 sz="2600" dirty="0">
                <a:latin typeface="+mn-lt"/>
                <a:cs typeface="Calibri" panose="020F0502020204030204" pitchFamily="34" charset="0"/>
              </a:rPr>
              <a:t>We are a global IT services company</a:t>
            </a:r>
            <a:endParaRPr lang="en-IN" sz="26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6" name="object 25">
            <a:extLst>
              <a:ext uri="{FF2B5EF4-FFF2-40B4-BE49-F238E27FC236}">
                <a16:creationId xmlns:a16="http://schemas.microsoft.com/office/drawing/2014/main" id="{0E6D2F35-3DB6-E5FC-FFBF-0B5625B8936F}"/>
              </a:ext>
            </a:extLst>
          </p:cNvPr>
          <p:cNvSpPr txBox="1"/>
          <p:nvPr/>
        </p:nvSpPr>
        <p:spPr>
          <a:xfrm>
            <a:off x="1839375" y="3858988"/>
            <a:ext cx="3445361" cy="254446"/>
          </a:xfrm>
          <a:prstGeom prst="rect">
            <a:avLst/>
          </a:prstGeom>
        </p:spPr>
        <p:txBody>
          <a:bodyPr vert="horz" wrap="square" lIns="0" tIns="8145" rIns="0" bIns="0" rtlCol="0" anchor="ctr">
            <a:spAutoFit/>
          </a:bodyPr>
          <a:lstStyle/>
          <a:p>
            <a:pPr marL="8145" marR="0" lvl="0" indent="0" algn="l" defTabSz="586322" rtl="0" eaLnBrk="1" fontAlgn="auto" latinLnBrk="0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15B4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15B4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Lasting Client Relationships</a:t>
            </a: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59724F83-915E-E76D-40A5-74C7CF618798}"/>
              </a:ext>
            </a:extLst>
          </p:cNvPr>
          <p:cNvSpPr txBox="1"/>
          <p:nvPr/>
        </p:nvSpPr>
        <p:spPr>
          <a:xfrm>
            <a:off x="7793251" y="3791628"/>
            <a:ext cx="3380644" cy="254446"/>
          </a:xfrm>
          <a:prstGeom prst="rect">
            <a:avLst/>
          </a:prstGeom>
        </p:spPr>
        <p:txBody>
          <a:bodyPr vert="horz" wrap="square" lIns="0" tIns="8145" rIns="0" bIns="0" rtlCol="0" anchor="ctr">
            <a:spAutoFit/>
          </a:bodyPr>
          <a:lstStyle/>
          <a:p>
            <a:pPr marL="8145" marR="0" lvl="0" indent="0" algn="l" defTabSz="586322" rtl="0" eaLnBrk="1" fontAlgn="auto" latinLnBrk="0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F15B4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15B4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Strategic Partners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9F32F1-38E1-3858-4B8A-08337B1DDF9A}"/>
              </a:ext>
            </a:extLst>
          </p:cNvPr>
          <p:cNvSpPr txBox="1"/>
          <p:nvPr/>
        </p:nvSpPr>
        <p:spPr>
          <a:xfrm>
            <a:off x="429165" y="6191416"/>
            <a:ext cx="13099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 </a:t>
            </a:r>
            <a:r>
              <a:rPr kumimoji="0" lang="en-US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Coforge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+ Cigniti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BEC091-CC2B-F11A-65C8-50A7FF3C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12" y="4113435"/>
            <a:ext cx="5404380" cy="1983440"/>
          </a:xfrm>
          <a:prstGeom prst="rect">
            <a:avLst/>
          </a:prstGeom>
        </p:spPr>
      </p:pic>
      <p:sp>
        <p:nvSpPr>
          <p:cNvPr id="12" name="Rounded Rectangle 177">
            <a:extLst>
              <a:ext uri="{FF2B5EF4-FFF2-40B4-BE49-F238E27FC236}">
                <a16:creationId xmlns:a16="http://schemas.microsoft.com/office/drawing/2014/main" id="{AB5C2A6C-5F4A-769A-6BF1-5B632D7C5E10}"/>
              </a:ext>
            </a:extLst>
          </p:cNvPr>
          <p:cNvSpPr/>
          <p:nvPr/>
        </p:nvSpPr>
        <p:spPr>
          <a:xfrm>
            <a:off x="4424550" y="5691350"/>
            <a:ext cx="1146048" cy="414528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ounded Rectangle 177">
            <a:extLst>
              <a:ext uri="{FF2B5EF4-FFF2-40B4-BE49-F238E27FC236}">
                <a16:creationId xmlns:a16="http://schemas.microsoft.com/office/drawing/2014/main" id="{756E1937-9642-824C-482D-F4647B98E8A1}"/>
              </a:ext>
            </a:extLst>
          </p:cNvPr>
          <p:cNvSpPr/>
          <p:nvPr/>
        </p:nvSpPr>
        <p:spPr>
          <a:xfrm>
            <a:off x="1935754" y="5157315"/>
            <a:ext cx="1151203" cy="430473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ounded Rectangle 177">
            <a:extLst>
              <a:ext uri="{FF2B5EF4-FFF2-40B4-BE49-F238E27FC236}">
                <a16:creationId xmlns:a16="http://schemas.microsoft.com/office/drawing/2014/main" id="{BE90C979-32C5-8386-2536-8AA43976EE82}"/>
              </a:ext>
            </a:extLst>
          </p:cNvPr>
          <p:cNvSpPr/>
          <p:nvPr/>
        </p:nvSpPr>
        <p:spPr>
          <a:xfrm>
            <a:off x="4414654" y="4654496"/>
            <a:ext cx="1146048" cy="414528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ounded Rectangle 177">
            <a:extLst>
              <a:ext uri="{FF2B5EF4-FFF2-40B4-BE49-F238E27FC236}">
                <a16:creationId xmlns:a16="http://schemas.microsoft.com/office/drawing/2014/main" id="{9E8CF914-00FB-C558-0F5C-7BA75FEFCB52}"/>
              </a:ext>
            </a:extLst>
          </p:cNvPr>
          <p:cNvSpPr/>
          <p:nvPr/>
        </p:nvSpPr>
        <p:spPr>
          <a:xfrm>
            <a:off x="4431008" y="4148701"/>
            <a:ext cx="1146048" cy="414528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ounded Rectangle 177">
            <a:extLst>
              <a:ext uri="{FF2B5EF4-FFF2-40B4-BE49-F238E27FC236}">
                <a16:creationId xmlns:a16="http://schemas.microsoft.com/office/drawing/2014/main" id="{B3F2365E-154D-74DA-32C2-865E874E9984}"/>
              </a:ext>
            </a:extLst>
          </p:cNvPr>
          <p:cNvSpPr/>
          <p:nvPr/>
        </p:nvSpPr>
        <p:spPr>
          <a:xfrm>
            <a:off x="693762" y="5157315"/>
            <a:ext cx="1151203" cy="430473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ounded Rectangle 177">
            <a:extLst>
              <a:ext uri="{FF2B5EF4-FFF2-40B4-BE49-F238E27FC236}">
                <a16:creationId xmlns:a16="http://schemas.microsoft.com/office/drawing/2014/main" id="{B9649102-8779-D07C-6F4F-E8F53FB01220}"/>
              </a:ext>
            </a:extLst>
          </p:cNvPr>
          <p:cNvSpPr/>
          <p:nvPr/>
        </p:nvSpPr>
        <p:spPr>
          <a:xfrm>
            <a:off x="1935754" y="5691351"/>
            <a:ext cx="1151203" cy="430473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Rounded Rectangle 177">
            <a:extLst>
              <a:ext uri="{FF2B5EF4-FFF2-40B4-BE49-F238E27FC236}">
                <a16:creationId xmlns:a16="http://schemas.microsoft.com/office/drawing/2014/main" id="{D01AF9A8-0B22-907D-4BDB-9B6C07A9FC66}"/>
              </a:ext>
            </a:extLst>
          </p:cNvPr>
          <p:cNvSpPr/>
          <p:nvPr/>
        </p:nvSpPr>
        <p:spPr>
          <a:xfrm>
            <a:off x="688126" y="4654497"/>
            <a:ext cx="1151203" cy="430473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ounded Rectangle 177">
            <a:extLst>
              <a:ext uri="{FF2B5EF4-FFF2-40B4-BE49-F238E27FC236}">
                <a16:creationId xmlns:a16="http://schemas.microsoft.com/office/drawing/2014/main" id="{4D49E198-1401-FB1C-A685-F6DEB71EF43D}"/>
              </a:ext>
            </a:extLst>
          </p:cNvPr>
          <p:cNvSpPr/>
          <p:nvPr/>
        </p:nvSpPr>
        <p:spPr>
          <a:xfrm>
            <a:off x="3183382" y="4654497"/>
            <a:ext cx="1151203" cy="430473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Rounded Rectangle 177">
            <a:extLst>
              <a:ext uri="{FF2B5EF4-FFF2-40B4-BE49-F238E27FC236}">
                <a16:creationId xmlns:a16="http://schemas.microsoft.com/office/drawing/2014/main" id="{535C945D-6564-E66E-8466-9DEA4860E059}"/>
              </a:ext>
            </a:extLst>
          </p:cNvPr>
          <p:cNvSpPr/>
          <p:nvPr/>
        </p:nvSpPr>
        <p:spPr>
          <a:xfrm>
            <a:off x="3183382" y="5157315"/>
            <a:ext cx="1151203" cy="430473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Rounded Rectangle 177">
            <a:extLst>
              <a:ext uri="{FF2B5EF4-FFF2-40B4-BE49-F238E27FC236}">
                <a16:creationId xmlns:a16="http://schemas.microsoft.com/office/drawing/2014/main" id="{89467489-3FEC-AF43-1D4B-1A4CCF21CFFA}"/>
              </a:ext>
            </a:extLst>
          </p:cNvPr>
          <p:cNvSpPr/>
          <p:nvPr/>
        </p:nvSpPr>
        <p:spPr>
          <a:xfrm>
            <a:off x="1935753" y="4148700"/>
            <a:ext cx="1141159" cy="412276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ounded Rectangle 177">
            <a:extLst>
              <a:ext uri="{FF2B5EF4-FFF2-40B4-BE49-F238E27FC236}">
                <a16:creationId xmlns:a16="http://schemas.microsoft.com/office/drawing/2014/main" id="{7C41E873-3BC5-C9E9-4F53-A02C36EF2CF7}"/>
              </a:ext>
            </a:extLst>
          </p:cNvPr>
          <p:cNvSpPr/>
          <p:nvPr/>
        </p:nvSpPr>
        <p:spPr>
          <a:xfrm>
            <a:off x="688125" y="4148701"/>
            <a:ext cx="1145748" cy="430473"/>
          </a:xfrm>
          <a:prstGeom prst="roundRect">
            <a:avLst>
              <a:gd name="adj" fmla="val 923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ounded Rectangle 177">
            <a:extLst>
              <a:ext uri="{FF2B5EF4-FFF2-40B4-BE49-F238E27FC236}">
                <a16:creationId xmlns:a16="http://schemas.microsoft.com/office/drawing/2014/main" id="{6DB684FD-3CD6-D12F-7AFE-24A7CF1725CE}"/>
              </a:ext>
            </a:extLst>
          </p:cNvPr>
          <p:cNvSpPr/>
          <p:nvPr/>
        </p:nvSpPr>
        <p:spPr>
          <a:xfrm>
            <a:off x="3183381" y="4148701"/>
            <a:ext cx="1151201" cy="402233"/>
          </a:xfrm>
          <a:prstGeom prst="roundRect">
            <a:avLst>
              <a:gd name="adj" fmla="val 13525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ounded Rectangle 177">
            <a:extLst>
              <a:ext uri="{FF2B5EF4-FFF2-40B4-BE49-F238E27FC236}">
                <a16:creationId xmlns:a16="http://schemas.microsoft.com/office/drawing/2014/main" id="{B896345B-6ADE-4EDB-1CBD-4D851B9DEB3D}"/>
              </a:ext>
            </a:extLst>
          </p:cNvPr>
          <p:cNvSpPr/>
          <p:nvPr/>
        </p:nvSpPr>
        <p:spPr>
          <a:xfrm>
            <a:off x="1935754" y="4654497"/>
            <a:ext cx="1151203" cy="430473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Rounded Rectangle 177">
            <a:extLst>
              <a:ext uri="{FF2B5EF4-FFF2-40B4-BE49-F238E27FC236}">
                <a16:creationId xmlns:a16="http://schemas.microsoft.com/office/drawing/2014/main" id="{F524487D-C43D-2492-7879-C8DE816537A3}"/>
              </a:ext>
            </a:extLst>
          </p:cNvPr>
          <p:cNvSpPr/>
          <p:nvPr/>
        </p:nvSpPr>
        <p:spPr>
          <a:xfrm>
            <a:off x="3183382" y="5691351"/>
            <a:ext cx="1151203" cy="430473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ounded Rectangle 177">
            <a:extLst>
              <a:ext uri="{FF2B5EF4-FFF2-40B4-BE49-F238E27FC236}">
                <a16:creationId xmlns:a16="http://schemas.microsoft.com/office/drawing/2014/main" id="{65B82354-292A-E581-2BDA-FC5307908DD0}"/>
              </a:ext>
            </a:extLst>
          </p:cNvPr>
          <p:cNvSpPr/>
          <p:nvPr/>
        </p:nvSpPr>
        <p:spPr>
          <a:xfrm>
            <a:off x="688126" y="5691351"/>
            <a:ext cx="1151203" cy="430473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0FB84E0-E811-E78A-E1E9-FE8BE420B4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3658" y="5731678"/>
            <a:ext cx="908931" cy="3498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2C586468-5059-DF2E-3BFF-F401C9945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50" y="5256080"/>
            <a:ext cx="972000" cy="23294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E48CD75-1DBB-A098-80D3-03F274E863F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1510" y="5802725"/>
            <a:ext cx="821499" cy="20772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1" name="Rounded Rectangle 177">
            <a:extLst>
              <a:ext uri="{FF2B5EF4-FFF2-40B4-BE49-F238E27FC236}">
                <a16:creationId xmlns:a16="http://schemas.microsoft.com/office/drawing/2014/main" id="{FBBBA959-D7F7-2F2E-3F51-DAA2FB7135D2}"/>
              </a:ext>
            </a:extLst>
          </p:cNvPr>
          <p:cNvSpPr/>
          <p:nvPr/>
        </p:nvSpPr>
        <p:spPr>
          <a:xfrm>
            <a:off x="4438678" y="5157314"/>
            <a:ext cx="1146048" cy="414528"/>
          </a:xfrm>
          <a:prstGeom prst="roundRect">
            <a:avLst>
              <a:gd name="adj" fmla="val 135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0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Arial" panose="020B0604020202020204" pitchFamily="34" charset="0"/>
            </a:endParaRPr>
          </a:p>
        </p:txBody>
      </p:sp>
      <p:pic>
        <p:nvPicPr>
          <p:cNvPr id="32" name="Picture 10" descr="Aflac simplifies and automates email ...">
            <a:extLst>
              <a:ext uri="{FF2B5EF4-FFF2-40B4-BE49-F238E27FC236}">
                <a16:creationId xmlns:a16="http://schemas.microsoft.com/office/drawing/2014/main" id="{A0058E6A-5234-6120-0835-02905342A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125" y="5723706"/>
            <a:ext cx="653143" cy="36576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3" name="Picture 8" descr="Santander bank logo transparent background ~ Free Png Images">
            <a:extLst>
              <a:ext uri="{FF2B5EF4-FFF2-40B4-BE49-F238E27FC236}">
                <a16:creationId xmlns:a16="http://schemas.microsoft.com/office/drawing/2014/main" id="{3B8D96B4-9485-7BE8-1270-53F6DFE1A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8316" y="5780716"/>
            <a:ext cx="1005840" cy="25174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4" name="Picture 16" descr="John Deere Logo and symbol, meaning ...">
            <a:extLst>
              <a:ext uri="{FF2B5EF4-FFF2-40B4-BE49-F238E27FC236}">
                <a16:creationId xmlns:a16="http://schemas.microsoft.com/office/drawing/2014/main" id="{34201625-3FB9-FE81-C96A-A08F80E99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25" b="28014"/>
          <a:stretch/>
        </p:blipFill>
        <p:spPr bwMode="auto">
          <a:xfrm>
            <a:off x="3226816" y="5235390"/>
            <a:ext cx="1079897" cy="2743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5" name="Picture 18" descr="Toyota Logo: Meaning, Evolution and PNG ...">
            <a:extLst>
              <a:ext uri="{FF2B5EF4-FFF2-40B4-BE49-F238E27FC236}">
                <a16:creationId xmlns:a16="http://schemas.microsoft.com/office/drawing/2014/main" id="{A4424C87-1E70-0F09-7F4A-AB64FECEF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914" y="5235390"/>
            <a:ext cx="1031067" cy="2743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6" name="Picture 20" descr="Nestle Logo and symbol, meaning ...">
            <a:extLst>
              <a:ext uri="{FF2B5EF4-FFF2-40B4-BE49-F238E27FC236}">
                <a16:creationId xmlns:a16="http://schemas.microsoft.com/office/drawing/2014/main" id="{971C3C67-EF36-46CF-3A45-3F22727C1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669" y="5235390"/>
            <a:ext cx="900389" cy="27432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FFD48B4-2C97-A237-C92D-FEDC6DFDC569}"/>
              </a:ext>
            </a:extLst>
          </p:cNvPr>
          <p:cNvSpPr txBox="1"/>
          <p:nvPr/>
        </p:nvSpPr>
        <p:spPr>
          <a:xfrm rot="16200000">
            <a:off x="-195753" y="4436599"/>
            <a:ext cx="1199921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HCLS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8F270B-14FF-DD52-99F5-F36CF7969B12}"/>
              </a:ext>
            </a:extLst>
          </p:cNvPr>
          <p:cNvSpPr txBox="1"/>
          <p:nvPr/>
        </p:nvSpPr>
        <p:spPr>
          <a:xfrm rot="16200000">
            <a:off x="-200861" y="5479863"/>
            <a:ext cx="1199921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Others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DE2B15F3-C457-C66C-667F-6D512B314E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25" b="39785"/>
          <a:stretch/>
        </p:blipFill>
        <p:spPr bwMode="auto">
          <a:xfrm>
            <a:off x="2073669" y="4144279"/>
            <a:ext cx="963241" cy="430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6">
            <a:extLst>
              <a:ext uri="{FF2B5EF4-FFF2-40B4-BE49-F238E27FC236}">
                <a16:creationId xmlns:a16="http://schemas.microsoft.com/office/drawing/2014/main" id="{97E2013C-DBBE-E340-AD4B-08F49F86E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03" y="4732187"/>
            <a:ext cx="999767" cy="254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47C35CCE-0C91-35EB-7B72-1B559A582DB9}"/>
              </a:ext>
            </a:extLst>
          </p:cNvPr>
          <p:cNvGrpSpPr/>
          <p:nvPr/>
        </p:nvGrpSpPr>
        <p:grpSpPr>
          <a:xfrm>
            <a:off x="141517" y="716700"/>
            <a:ext cx="11952510" cy="3046858"/>
            <a:chOff x="126686" y="946277"/>
            <a:chExt cx="11952510" cy="304685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5654D07-471D-E2CC-4EC8-377C7BC4F0AD}"/>
                </a:ext>
              </a:extLst>
            </p:cNvPr>
            <p:cNvSpPr txBox="1"/>
            <p:nvPr/>
          </p:nvSpPr>
          <p:spPr>
            <a:xfrm>
              <a:off x="4366266" y="946277"/>
              <a:ext cx="3706464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15B4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An ‘atypical’ IT Services Company 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1D99E21-A966-C15D-244D-C0FAD494BD9F}"/>
                </a:ext>
              </a:extLst>
            </p:cNvPr>
            <p:cNvSpPr/>
            <p:nvPr/>
          </p:nvSpPr>
          <p:spPr>
            <a:xfrm>
              <a:off x="3664647" y="1451993"/>
              <a:ext cx="917513" cy="1652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1152000" rIns="91440" bIns="432000" rtlCol="0" anchor="ctr" anchorCtr="0">
              <a:noAutofit/>
            </a:bodyPr>
            <a:lstStyle/>
            <a:p>
              <a:pPr marL="0" marR="0" lvl="0" indent="0" algn="ctr" defTabSz="1219079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Global Footprint</a:t>
              </a:r>
            </a:p>
            <a:p>
              <a:pPr marL="0" marR="0" lvl="0" indent="0" algn="ctr" defTabSz="1219079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Efficient &amp; Flexible Delivery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 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494E259-FACE-98FD-CD11-5B73AAF3E203}"/>
                </a:ext>
              </a:extLst>
            </p:cNvPr>
            <p:cNvSpPr/>
            <p:nvPr/>
          </p:nvSpPr>
          <p:spPr>
            <a:xfrm>
              <a:off x="3657729" y="1329790"/>
              <a:ext cx="934591" cy="661645"/>
            </a:xfrm>
            <a:prstGeom prst="rect">
              <a:avLst/>
            </a:prstGeom>
            <a:solidFill>
              <a:srgbClr val="21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tIns="1980000" rtlCol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997306F-2FC2-19D3-9D46-64196638A916}"/>
                </a:ext>
              </a:extLst>
            </p:cNvPr>
            <p:cNvGrpSpPr/>
            <p:nvPr/>
          </p:nvGrpSpPr>
          <p:grpSpPr>
            <a:xfrm>
              <a:off x="3936663" y="1422683"/>
              <a:ext cx="372691" cy="396246"/>
              <a:chOff x="1051689" y="2676880"/>
              <a:chExt cx="1143656" cy="1215938"/>
            </a:xfrm>
          </p:grpSpPr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BB2EC124-77E2-5530-86B2-91101D56C327}"/>
                  </a:ext>
                </a:extLst>
              </p:cNvPr>
              <p:cNvSpPr/>
              <p:nvPr/>
            </p:nvSpPr>
            <p:spPr>
              <a:xfrm>
                <a:off x="1051689" y="2676880"/>
                <a:ext cx="1143656" cy="1215938"/>
              </a:xfrm>
              <a:custGeom>
                <a:avLst/>
                <a:gdLst>
                  <a:gd name="connsiteX0" fmla="*/ 217926 w 1143656"/>
                  <a:gd name="connsiteY0" fmla="*/ 0 h 1215938"/>
                  <a:gd name="connsiteX1" fmla="*/ 279179 w 1143656"/>
                  <a:gd name="connsiteY1" fmla="*/ 26582 h 1215938"/>
                  <a:gd name="connsiteX2" fmla="*/ 332026 w 1143656"/>
                  <a:gd name="connsiteY2" fmla="*/ 114894 h 1215938"/>
                  <a:gd name="connsiteX3" fmla="*/ 333961 w 1143656"/>
                  <a:gd name="connsiteY3" fmla="*/ 122887 h 1215938"/>
                  <a:gd name="connsiteX4" fmla="*/ 407745 w 1143656"/>
                  <a:gd name="connsiteY4" fmla="*/ 97162 h 1215938"/>
                  <a:gd name="connsiteX5" fmla="*/ 909952 w 1143656"/>
                  <a:gd name="connsiteY5" fmla="*/ 183950 h 1215938"/>
                  <a:gd name="connsiteX6" fmla="*/ 931174 w 1143656"/>
                  <a:gd name="connsiteY6" fmla="*/ 184109 h 1215938"/>
                  <a:gd name="connsiteX7" fmla="*/ 1067162 w 1143656"/>
                  <a:gd name="connsiteY7" fmla="*/ 175037 h 1215938"/>
                  <a:gd name="connsiteX8" fmla="*/ 1141453 w 1143656"/>
                  <a:gd name="connsiteY8" fmla="*/ 291009 h 1215938"/>
                  <a:gd name="connsiteX9" fmla="*/ 1105703 w 1143656"/>
                  <a:gd name="connsiteY9" fmla="*/ 416846 h 1215938"/>
                  <a:gd name="connsiteX10" fmla="*/ 1103958 w 1143656"/>
                  <a:gd name="connsiteY10" fmla="*/ 436608 h 1215938"/>
                  <a:gd name="connsiteX11" fmla="*/ 1140913 w 1143656"/>
                  <a:gd name="connsiteY11" fmla="*/ 697007 h 1215938"/>
                  <a:gd name="connsiteX12" fmla="*/ 947478 w 1143656"/>
                  <a:gd name="connsiteY12" fmla="*/ 1074804 h 1215938"/>
                  <a:gd name="connsiteX13" fmla="*/ 654756 w 1143656"/>
                  <a:gd name="connsiteY13" fmla="*/ 1209841 h 1215938"/>
                  <a:gd name="connsiteX14" fmla="*/ 227759 w 1143656"/>
                  <a:gd name="connsiteY14" fmla="*/ 1100498 h 1215938"/>
                  <a:gd name="connsiteX15" fmla="*/ 18020 w 1143656"/>
                  <a:gd name="connsiteY15" fmla="*/ 786174 h 1215938"/>
                  <a:gd name="connsiteX16" fmla="*/ 14277 w 1143656"/>
                  <a:gd name="connsiteY16" fmla="*/ 517275 h 1215938"/>
                  <a:gd name="connsiteX17" fmla="*/ 35720 w 1143656"/>
                  <a:gd name="connsiteY17" fmla="*/ 499987 h 1215938"/>
                  <a:gd name="connsiteX18" fmla="*/ 49424 w 1143656"/>
                  <a:gd name="connsiteY18" fmla="*/ 524508 h 1215938"/>
                  <a:gd name="connsiteX19" fmla="*/ 39495 w 1143656"/>
                  <a:gd name="connsiteY19" fmla="*/ 701352 h 1215938"/>
                  <a:gd name="connsiteX20" fmla="*/ 178846 w 1143656"/>
                  <a:gd name="connsiteY20" fmla="*/ 1007619 h 1215938"/>
                  <a:gd name="connsiteX21" fmla="*/ 497769 w 1143656"/>
                  <a:gd name="connsiteY21" fmla="*/ 1174821 h 1215938"/>
                  <a:gd name="connsiteX22" fmla="*/ 1032618 w 1143656"/>
                  <a:gd name="connsiteY22" fmla="*/ 916738 h 1215938"/>
                  <a:gd name="connsiteX23" fmla="*/ 1105798 w 1143656"/>
                  <a:gd name="connsiteY23" fmla="*/ 605713 h 1215938"/>
                  <a:gd name="connsiteX24" fmla="*/ 1086385 w 1143656"/>
                  <a:gd name="connsiteY24" fmla="*/ 615103 h 1215938"/>
                  <a:gd name="connsiteX25" fmla="*/ 945004 w 1143656"/>
                  <a:gd name="connsiteY25" fmla="*/ 572026 h 1215938"/>
                  <a:gd name="connsiteX26" fmla="*/ 887177 w 1143656"/>
                  <a:gd name="connsiteY26" fmla="*/ 433880 h 1215938"/>
                  <a:gd name="connsiteX27" fmla="*/ 883116 w 1143656"/>
                  <a:gd name="connsiteY27" fmla="*/ 378496 h 1215938"/>
                  <a:gd name="connsiteX28" fmla="*/ 879913 w 1143656"/>
                  <a:gd name="connsiteY28" fmla="*/ 350771 h 1215938"/>
                  <a:gd name="connsiteX29" fmla="*/ 893933 w 1143656"/>
                  <a:gd name="connsiteY29" fmla="*/ 221794 h 1215938"/>
                  <a:gd name="connsiteX30" fmla="*/ 895202 w 1143656"/>
                  <a:gd name="connsiteY30" fmla="*/ 217384 h 1215938"/>
                  <a:gd name="connsiteX31" fmla="*/ 542147 w 1143656"/>
                  <a:gd name="connsiteY31" fmla="*/ 109596 h 1215938"/>
                  <a:gd name="connsiteX32" fmla="*/ 554137 w 1143656"/>
                  <a:gd name="connsiteY32" fmla="*/ 134783 h 1215938"/>
                  <a:gd name="connsiteX33" fmla="*/ 588999 w 1143656"/>
                  <a:gd name="connsiteY33" fmla="*/ 175227 h 1215938"/>
                  <a:gd name="connsiteX34" fmla="*/ 586334 w 1143656"/>
                  <a:gd name="connsiteY34" fmla="*/ 278891 h 1215938"/>
                  <a:gd name="connsiteX35" fmla="*/ 507444 w 1143656"/>
                  <a:gd name="connsiteY35" fmla="*/ 357845 h 1215938"/>
                  <a:gd name="connsiteX36" fmla="*/ 418815 w 1143656"/>
                  <a:gd name="connsiteY36" fmla="*/ 393975 h 1215938"/>
                  <a:gd name="connsiteX37" fmla="*/ 340464 w 1143656"/>
                  <a:gd name="connsiteY37" fmla="*/ 393975 h 1215938"/>
                  <a:gd name="connsiteX38" fmla="*/ 279274 w 1143656"/>
                  <a:gd name="connsiteY38" fmla="*/ 413103 h 1215938"/>
                  <a:gd name="connsiteX39" fmla="*/ 219829 w 1143656"/>
                  <a:gd name="connsiteY39" fmla="*/ 454372 h 1215938"/>
                  <a:gd name="connsiteX40" fmla="*/ 168695 w 1143656"/>
                  <a:gd name="connsiteY40" fmla="*/ 459670 h 1215938"/>
                  <a:gd name="connsiteX41" fmla="*/ 144238 w 1143656"/>
                  <a:gd name="connsiteY41" fmla="*/ 414404 h 1215938"/>
                  <a:gd name="connsiteX42" fmla="*/ 144396 w 1143656"/>
                  <a:gd name="connsiteY42" fmla="*/ 322444 h 1215938"/>
                  <a:gd name="connsiteX43" fmla="*/ 134404 w 1143656"/>
                  <a:gd name="connsiteY43" fmla="*/ 335291 h 1215938"/>
                  <a:gd name="connsiteX44" fmla="*/ 73183 w 1143656"/>
                  <a:gd name="connsiteY44" fmla="*/ 447394 h 1215938"/>
                  <a:gd name="connsiteX45" fmla="*/ 59892 w 1143656"/>
                  <a:gd name="connsiteY45" fmla="*/ 462303 h 1215938"/>
                  <a:gd name="connsiteX46" fmla="*/ 42255 w 1143656"/>
                  <a:gd name="connsiteY46" fmla="*/ 457735 h 1215938"/>
                  <a:gd name="connsiteX47" fmla="*/ 39463 w 1143656"/>
                  <a:gd name="connsiteY47" fmla="*/ 437306 h 1215938"/>
                  <a:gd name="connsiteX48" fmla="*/ 88916 w 1143656"/>
                  <a:gd name="connsiteY48" fmla="*/ 339066 h 1215938"/>
                  <a:gd name="connsiteX49" fmla="*/ 121557 w 1143656"/>
                  <a:gd name="connsiteY49" fmla="*/ 291009 h 1215938"/>
                  <a:gd name="connsiteX50" fmla="*/ 92786 w 1143656"/>
                  <a:gd name="connsiteY50" fmla="*/ 242507 h 1215938"/>
                  <a:gd name="connsiteX51" fmla="*/ 65792 w 1143656"/>
                  <a:gd name="connsiteY51" fmla="*/ 116004 h 1215938"/>
                  <a:gd name="connsiteX52" fmla="*/ 172248 w 1143656"/>
                  <a:gd name="connsiteY52" fmla="*/ 2474 h 1215938"/>
                  <a:gd name="connsiteX53" fmla="*/ 179924 w 1143656"/>
                  <a:gd name="connsiteY53" fmla="*/ 0 h 1215938"/>
                  <a:gd name="connsiteX54" fmla="*/ 217926 w 1143656"/>
                  <a:gd name="connsiteY54" fmla="*/ 0 h 1215938"/>
                  <a:gd name="connsiteX55" fmla="*/ 508776 w 1143656"/>
                  <a:gd name="connsiteY55" fmla="*/ 113403 h 1215938"/>
                  <a:gd name="connsiteX56" fmla="*/ 494026 w 1143656"/>
                  <a:gd name="connsiteY56" fmla="*/ 114323 h 1215938"/>
                  <a:gd name="connsiteX57" fmla="*/ 349124 w 1143656"/>
                  <a:gd name="connsiteY57" fmla="*/ 156797 h 1215938"/>
                  <a:gd name="connsiteX58" fmla="*/ 327649 w 1143656"/>
                  <a:gd name="connsiteY58" fmla="*/ 182777 h 1215938"/>
                  <a:gd name="connsiteX59" fmla="*/ 226744 w 1143656"/>
                  <a:gd name="connsiteY59" fmla="*/ 345633 h 1215938"/>
                  <a:gd name="connsiteX60" fmla="*/ 201114 w 1143656"/>
                  <a:gd name="connsiteY60" fmla="*/ 355752 h 1215938"/>
                  <a:gd name="connsiteX61" fmla="*/ 179924 w 1143656"/>
                  <a:gd name="connsiteY61" fmla="*/ 353912 h 1215938"/>
                  <a:gd name="connsiteX62" fmla="*/ 180146 w 1143656"/>
                  <a:gd name="connsiteY62" fmla="*/ 413547 h 1215938"/>
                  <a:gd name="connsiteX63" fmla="*/ 185221 w 1143656"/>
                  <a:gd name="connsiteY63" fmla="*/ 426585 h 1215938"/>
                  <a:gd name="connsiteX64" fmla="*/ 199972 w 1143656"/>
                  <a:gd name="connsiteY64" fmla="*/ 423825 h 1215938"/>
                  <a:gd name="connsiteX65" fmla="*/ 255610 w 1143656"/>
                  <a:gd name="connsiteY65" fmla="*/ 385474 h 1215938"/>
                  <a:gd name="connsiteX66" fmla="*/ 344461 w 1143656"/>
                  <a:gd name="connsiteY66" fmla="*/ 357782 h 1215938"/>
                  <a:gd name="connsiteX67" fmla="*/ 416849 w 1143656"/>
                  <a:gd name="connsiteY67" fmla="*/ 357845 h 1215938"/>
                  <a:gd name="connsiteX68" fmla="*/ 479593 w 1143656"/>
                  <a:gd name="connsiteY68" fmla="*/ 334562 h 1215938"/>
                  <a:gd name="connsiteX69" fmla="*/ 561814 w 1143656"/>
                  <a:gd name="connsiteY69" fmla="*/ 252341 h 1215938"/>
                  <a:gd name="connsiteX70" fmla="*/ 563495 w 1143656"/>
                  <a:gd name="connsiteY70" fmla="*/ 200667 h 1215938"/>
                  <a:gd name="connsiteX71" fmla="*/ 537801 w 1143656"/>
                  <a:gd name="connsiteY71" fmla="*/ 171135 h 1215938"/>
                  <a:gd name="connsiteX72" fmla="*/ 508871 w 1143656"/>
                  <a:gd name="connsiteY72" fmla="*/ 113371 h 1215938"/>
                  <a:gd name="connsiteX73" fmla="*/ 1006765 w 1143656"/>
                  <a:gd name="connsiteY73" fmla="*/ 196544 h 1215938"/>
                  <a:gd name="connsiteX74" fmla="*/ 909508 w 1143656"/>
                  <a:gd name="connsiteY74" fmla="*/ 316449 h 1215938"/>
                  <a:gd name="connsiteX75" fmla="*/ 1000008 w 1143656"/>
                  <a:gd name="connsiteY75" fmla="*/ 476672 h 1215938"/>
                  <a:gd name="connsiteX76" fmla="*/ 1014219 w 1143656"/>
                  <a:gd name="connsiteY76" fmla="*/ 476609 h 1215938"/>
                  <a:gd name="connsiteX77" fmla="*/ 1033474 w 1143656"/>
                  <a:gd name="connsiteY77" fmla="*/ 455673 h 1215938"/>
                  <a:gd name="connsiteX78" fmla="*/ 1105291 w 1143656"/>
                  <a:gd name="connsiteY78" fmla="*/ 311659 h 1215938"/>
                  <a:gd name="connsiteX79" fmla="*/ 1006765 w 1143656"/>
                  <a:gd name="connsiteY79" fmla="*/ 196575 h 1215938"/>
                  <a:gd name="connsiteX80" fmla="*/ 100209 w 1143656"/>
                  <a:gd name="connsiteY80" fmla="*/ 138335 h 1215938"/>
                  <a:gd name="connsiteX81" fmla="*/ 101763 w 1143656"/>
                  <a:gd name="connsiteY81" fmla="*/ 157241 h 1215938"/>
                  <a:gd name="connsiteX82" fmla="*/ 104999 w 1143656"/>
                  <a:gd name="connsiteY82" fmla="*/ 173482 h 1215938"/>
                  <a:gd name="connsiteX83" fmla="*/ 192168 w 1143656"/>
                  <a:gd name="connsiteY83" fmla="*/ 316386 h 1215938"/>
                  <a:gd name="connsiteX84" fmla="*/ 207870 w 1143656"/>
                  <a:gd name="connsiteY84" fmla="*/ 314704 h 1215938"/>
                  <a:gd name="connsiteX85" fmla="*/ 273089 w 1143656"/>
                  <a:gd name="connsiteY85" fmla="*/ 226330 h 1215938"/>
                  <a:gd name="connsiteX86" fmla="*/ 296658 w 1143656"/>
                  <a:gd name="connsiteY86" fmla="*/ 121809 h 1215938"/>
                  <a:gd name="connsiteX87" fmla="*/ 192898 w 1143656"/>
                  <a:gd name="connsiteY87" fmla="*/ 35813 h 1215938"/>
                  <a:gd name="connsiteX88" fmla="*/ 100209 w 1143656"/>
                  <a:gd name="connsiteY88" fmla="*/ 138335 h 1215938"/>
                  <a:gd name="connsiteX89" fmla="*/ 929017 w 1143656"/>
                  <a:gd name="connsiteY89" fmla="*/ 451010 h 1215938"/>
                  <a:gd name="connsiteX90" fmla="*/ 930127 w 1143656"/>
                  <a:gd name="connsiteY90" fmla="*/ 455356 h 1215938"/>
                  <a:gd name="connsiteX91" fmla="*/ 972062 w 1143656"/>
                  <a:gd name="connsiteY91" fmla="*/ 547981 h 1215938"/>
                  <a:gd name="connsiteX92" fmla="*/ 1080516 w 1143656"/>
                  <a:gd name="connsiteY92" fmla="*/ 577735 h 1215938"/>
                  <a:gd name="connsiteX93" fmla="*/ 1097170 w 1143656"/>
                  <a:gd name="connsiteY93" fmla="*/ 541478 h 1215938"/>
                  <a:gd name="connsiteX94" fmla="*/ 1093935 w 1143656"/>
                  <a:gd name="connsiteY94" fmla="*/ 525237 h 1215938"/>
                  <a:gd name="connsiteX95" fmla="*/ 1076266 w 1143656"/>
                  <a:gd name="connsiteY95" fmla="*/ 462112 h 1215938"/>
                  <a:gd name="connsiteX96" fmla="*/ 1039787 w 1143656"/>
                  <a:gd name="connsiteY96" fmla="*/ 501700 h 1215938"/>
                  <a:gd name="connsiteX97" fmla="*/ 974314 w 1143656"/>
                  <a:gd name="connsiteY97" fmla="*/ 501541 h 1215938"/>
                  <a:gd name="connsiteX98" fmla="*/ 929017 w 1143656"/>
                  <a:gd name="connsiteY98" fmla="*/ 451010 h 121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1143656" h="1215938">
                    <a:moveTo>
                      <a:pt x="217926" y="0"/>
                    </a:moveTo>
                    <a:cubicBezTo>
                      <a:pt x="239655" y="5837"/>
                      <a:pt x="260971" y="12339"/>
                      <a:pt x="279179" y="26582"/>
                    </a:cubicBezTo>
                    <a:cubicBezTo>
                      <a:pt x="308204" y="49295"/>
                      <a:pt x="325968" y="78510"/>
                      <a:pt x="332026" y="114894"/>
                    </a:cubicBezTo>
                    <a:cubicBezTo>
                      <a:pt x="332471" y="117558"/>
                      <a:pt x="333295" y="120128"/>
                      <a:pt x="333961" y="122887"/>
                    </a:cubicBezTo>
                    <a:cubicBezTo>
                      <a:pt x="358894" y="114101"/>
                      <a:pt x="382907" y="104140"/>
                      <a:pt x="407745" y="97162"/>
                    </a:cubicBezTo>
                    <a:cubicBezTo>
                      <a:pt x="588840" y="46122"/>
                      <a:pt x="756391" y="75433"/>
                      <a:pt x="909952" y="183950"/>
                    </a:cubicBezTo>
                    <a:cubicBezTo>
                      <a:pt x="918136" y="189724"/>
                      <a:pt x="922863" y="189628"/>
                      <a:pt x="931174" y="184109"/>
                    </a:cubicBezTo>
                    <a:cubicBezTo>
                      <a:pt x="974536" y="155401"/>
                      <a:pt x="1020754" y="151436"/>
                      <a:pt x="1067162" y="175037"/>
                    </a:cubicBezTo>
                    <a:cubicBezTo>
                      <a:pt x="1113887" y="198796"/>
                      <a:pt x="1138598" y="238701"/>
                      <a:pt x="1141453" y="291009"/>
                    </a:cubicBezTo>
                    <a:cubicBezTo>
                      <a:pt x="1143959" y="336782"/>
                      <a:pt x="1128225" y="377988"/>
                      <a:pt x="1105703" y="416846"/>
                    </a:cubicBezTo>
                    <a:cubicBezTo>
                      <a:pt x="1101738" y="423698"/>
                      <a:pt x="1101008" y="429217"/>
                      <a:pt x="1103958" y="436608"/>
                    </a:cubicBezTo>
                    <a:cubicBezTo>
                      <a:pt x="1137139" y="520415"/>
                      <a:pt x="1149764" y="607490"/>
                      <a:pt x="1140913" y="697007"/>
                    </a:cubicBezTo>
                    <a:cubicBezTo>
                      <a:pt x="1126004" y="847999"/>
                      <a:pt x="1061262" y="974280"/>
                      <a:pt x="947478" y="1074804"/>
                    </a:cubicBezTo>
                    <a:cubicBezTo>
                      <a:pt x="863513" y="1148968"/>
                      <a:pt x="765558" y="1194615"/>
                      <a:pt x="654756" y="1209841"/>
                    </a:cubicBezTo>
                    <a:cubicBezTo>
                      <a:pt x="498023" y="1231379"/>
                      <a:pt x="354517" y="1196074"/>
                      <a:pt x="227759" y="1100498"/>
                    </a:cubicBezTo>
                    <a:cubicBezTo>
                      <a:pt x="121589" y="1020434"/>
                      <a:pt x="51327" y="915279"/>
                      <a:pt x="18020" y="786174"/>
                    </a:cubicBezTo>
                    <a:cubicBezTo>
                      <a:pt x="-5010" y="696911"/>
                      <a:pt x="-5644" y="607173"/>
                      <a:pt x="14277" y="517275"/>
                    </a:cubicBezTo>
                    <a:cubicBezTo>
                      <a:pt x="17036" y="504745"/>
                      <a:pt x="25728" y="497989"/>
                      <a:pt x="35720" y="499987"/>
                    </a:cubicBezTo>
                    <a:cubicBezTo>
                      <a:pt x="46759" y="502176"/>
                      <a:pt x="52279" y="511312"/>
                      <a:pt x="49424" y="524508"/>
                    </a:cubicBezTo>
                    <a:cubicBezTo>
                      <a:pt x="36703" y="582938"/>
                      <a:pt x="33024" y="641844"/>
                      <a:pt x="39495" y="701352"/>
                    </a:cubicBezTo>
                    <a:cubicBezTo>
                      <a:pt x="52247" y="818784"/>
                      <a:pt x="98750" y="921084"/>
                      <a:pt x="178846" y="1007619"/>
                    </a:cubicBezTo>
                    <a:cubicBezTo>
                      <a:pt x="265222" y="1100942"/>
                      <a:pt x="371995" y="1157057"/>
                      <a:pt x="497769" y="1174821"/>
                    </a:cubicBezTo>
                    <a:cubicBezTo>
                      <a:pt x="710300" y="1204829"/>
                      <a:pt x="920801" y="1105193"/>
                      <a:pt x="1032618" y="916738"/>
                    </a:cubicBezTo>
                    <a:cubicBezTo>
                      <a:pt x="1089303" y="821194"/>
                      <a:pt x="1112935" y="717625"/>
                      <a:pt x="1105798" y="605713"/>
                    </a:cubicBezTo>
                    <a:cubicBezTo>
                      <a:pt x="1098915" y="609076"/>
                      <a:pt x="1092761" y="612343"/>
                      <a:pt x="1086385" y="615103"/>
                    </a:cubicBezTo>
                    <a:cubicBezTo>
                      <a:pt x="1034806" y="637308"/>
                      <a:pt x="972760" y="620559"/>
                      <a:pt x="945004" y="572026"/>
                    </a:cubicBezTo>
                    <a:cubicBezTo>
                      <a:pt x="920230" y="528695"/>
                      <a:pt x="897549" y="483429"/>
                      <a:pt x="887177" y="433880"/>
                    </a:cubicBezTo>
                    <a:cubicBezTo>
                      <a:pt x="883402" y="415926"/>
                      <a:pt x="884480" y="396989"/>
                      <a:pt x="883116" y="378496"/>
                    </a:cubicBezTo>
                    <a:cubicBezTo>
                      <a:pt x="882419" y="369233"/>
                      <a:pt x="882260" y="359685"/>
                      <a:pt x="879913" y="350771"/>
                    </a:cubicBezTo>
                    <a:cubicBezTo>
                      <a:pt x="868112" y="305886"/>
                      <a:pt x="867827" y="262460"/>
                      <a:pt x="893933" y="221794"/>
                    </a:cubicBezTo>
                    <a:cubicBezTo>
                      <a:pt x="894536" y="220874"/>
                      <a:pt x="894599" y="219605"/>
                      <a:pt x="895202" y="217384"/>
                    </a:cubicBezTo>
                    <a:cubicBezTo>
                      <a:pt x="791443" y="140778"/>
                      <a:pt x="675343" y="104648"/>
                      <a:pt x="542147" y="109596"/>
                    </a:cubicBezTo>
                    <a:cubicBezTo>
                      <a:pt x="546715" y="119525"/>
                      <a:pt x="549062" y="128216"/>
                      <a:pt x="554137" y="134783"/>
                    </a:cubicBezTo>
                    <a:cubicBezTo>
                      <a:pt x="565018" y="148835"/>
                      <a:pt x="577357" y="161777"/>
                      <a:pt x="588999" y="175227"/>
                    </a:cubicBezTo>
                    <a:cubicBezTo>
                      <a:pt x="616850" y="207424"/>
                      <a:pt x="615962" y="248756"/>
                      <a:pt x="586334" y="278891"/>
                    </a:cubicBezTo>
                    <a:cubicBezTo>
                      <a:pt x="560259" y="305410"/>
                      <a:pt x="533772" y="331548"/>
                      <a:pt x="507444" y="357845"/>
                    </a:cubicBezTo>
                    <a:cubicBezTo>
                      <a:pt x="482955" y="382302"/>
                      <a:pt x="453233" y="393912"/>
                      <a:pt x="418815" y="393975"/>
                    </a:cubicBezTo>
                    <a:cubicBezTo>
                      <a:pt x="392709" y="394007"/>
                      <a:pt x="366571" y="394166"/>
                      <a:pt x="340464" y="393975"/>
                    </a:cubicBezTo>
                    <a:cubicBezTo>
                      <a:pt x="317974" y="393817"/>
                      <a:pt x="297673" y="400478"/>
                      <a:pt x="279274" y="413103"/>
                    </a:cubicBezTo>
                    <a:cubicBezTo>
                      <a:pt x="259385" y="426743"/>
                      <a:pt x="239528" y="440447"/>
                      <a:pt x="219829" y="454372"/>
                    </a:cubicBezTo>
                    <a:cubicBezTo>
                      <a:pt x="203683" y="465824"/>
                      <a:pt x="186649" y="469376"/>
                      <a:pt x="168695" y="459670"/>
                    </a:cubicBezTo>
                    <a:cubicBezTo>
                      <a:pt x="150963" y="450090"/>
                      <a:pt x="143857" y="434483"/>
                      <a:pt x="144238" y="414404"/>
                    </a:cubicBezTo>
                    <a:cubicBezTo>
                      <a:pt x="144809" y="384840"/>
                      <a:pt x="144396" y="355212"/>
                      <a:pt x="144396" y="322444"/>
                    </a:cubicBezTo>
                    <a:cubicBezTo>
                      <a:pt x="139892" y="328218"/>
                      <a:pt x="137005" y="331644"/>
                      <a:pt x="134404" y="335291"/>
                    </a:cubicBezTo>
                    <a:cubicBezTo>
                      <a:pt x="109535" y="370216"/>
                      <a:pt x="89646" y="407838"/>
                      <a:pt x="73183" y="447394"/>
                    </a:cubicBezTo>
                    <a:cubicBezTo>
                      <a:pt x="70708" y="453357"/>
                      <a:pt x="65474" y="460241"/>
                      <a:pt x="59892" y="462303"/>
                    </a:cubicBezTo>
                    <a:cubicBezTo>
                      <a:pt x="54975" y="464111"/>
                      <a:pt x="45110" y="461732"/>
                      <a:pt x="42255" y="457735"/>
                    </a:cubicBezTo>
                    <a:cubicBezTo>
                      <a:pt x="38638" y="452691"/>
                      <a:pt x="36926" y="442762"/>
                      <a:pt x="39463" y="437306"/>
                    </a:cubicBezTo>
                    <a:cubicBezTo>
                      <a:pt x="55038" y="404126"/>
                      <a:pt x="71311" y="371231"/>
                      <a:pt x="88916" y="339066"/>
                    </a:cubicBezTo>
                    <a:cubicBezTo>
                      <a:pt x="98147" y="322159"/>
                      <a:pt x="110550" y="306996"/>
                      <a:pt x="121557" y="291009"/>
                    </a:cubicBezTo>
                    <a:cubicBezTo>
                      <a:pt x="112009" y="275053"/>
                      <a:pt x="101414" y="259288"/>
                      <a:pt x="92786" y="242507"/>
                    </a:cubicBezTo>
                    <a:cubicBezTo>
                      <a:pt x="72453" y="202888"/>
                      <a:pt x="59638" y="161397"/>
                      <a:pt x="65792" y="116004"/>
                    </a:cubicBezTo>
                    <a:cubicBezTo>
                      <a:pt x="73468" y="59509"/>
                      <a:pt x="116641" y="13513"/>
                      <a:pt x="172248" y="2474"/>
                    </a:cubicBezTo>
                    <a:cubicBezTo>
                      <a:pt x="174880" y="1967"/>
                      <a:pt x="177355" y="825"/>
                      <a:pt x="179924" y="0"/>
                    </a:cubicBezTo>
                    <a:cubicBezTo>
                      <a:pt x="192581" y="0"/>
                      <a:pt x="205237" y="0"/>
                      <a:pt x="217926" y="0"/>
                    </a:cubicBezTo>
                    <a:close/>
                    <a:moveTo>
                      <a:pt x="508776" y="113403"/>
                    </a:moveTo>
                    <a:cubicBezTo>
                      <a:pt x="502591" y="113783"/>
                      <a:pt x="498245" y="113688"/>
                      <a:pt x="494026" y="114323"/>
                    </a:cubicBezTo>
                    <a:cubicBezTo>
                      <a:pt x="443843" y="122031"/>
                      <a:pt x="395627" y="136337"/>
                      <a:pt x="349124" y="156797"/>
                    </a:cubicBezTo>
                    <a:cubicBezTo>
                      <a:pt x="336943" y="162158"/>
                      <a:pt x="330885" y="169168"/>
                      <a:pt x="327649" y="182777"/>
                    </a:cubicBezTo>
                    <a:cubicBezTo>
                      <a:pt x="312137" y="247995"/>
                      <a:pt x="273977" y="299922"/>
                      <a:pt x="226744" y="345633"/>
                    </a:cubicBezTo>
                    <a:cubicBezTo>
                      <a:pt x="220590" y="351596"/>
                      <a:pt x="210059" y="353912"/>
                      <a:pt x="201114" y="355752"/>
                    </a:cubicBezTo>
                    <a:cubicBezTo>
                      <a:pt x="194674" y="357052"/>
                      <a:pt x="187474" y="354705"/>
                      <a:pt x="179924" y="353912"/>
                    </a:cubicBezTo>
                    <a:cubicBezTo>
                      <a:pt x="179924" y="374086"/>
                      <a:pt x="179607" y="393817"/>
                      <a:pt x="180146" y="413547"/>
                    </a:cubicBezTo>
                    <a:cubicBezTo>
                      <a:pt x="180273" y="418147"/>
                      <a:pt x="182144" y="425316"/>
                      <a:pt x="185221" y="426585"/>
                    </a:cubicBezTo>
                    <a:cubicBezTo>
                      <a:pt x="189155" y="428234"/>
                      <a:pt x="195943" y="426458"/>
                      <a:pt x="199972" y="423825"/>
                    </a:cubicBezTo>
                    <a:cubicBezTo>
                      <a:pt x="218814" y="411485"/>
                      <a:pt x="237244" y="398511"/>
                      <a:pt x="255610" y="385474"/>
                    </a:cubicBezTo>
                    <a:cubicBezTo>
                      <a:pt x="282256" y="366537"/>
                      <a:pt x="311725" y="357242"/>
                      <a:pt x="344461" y="357782"/>
                    </a:cubicBezTo>
                    <a:cubicBezTo>
                      <a:pt x="368569" y="358162"/>
                      <a:pt x="392709" y="357782"/>
                      <a:pt x="416849" y="357845"/>
                    </a:cubicBezTo>
                    <a:cubicBezTo>
                      <a:pt x="440671" y="357909"/>
                      <a:pt x="462273" y="351596"/>
                      <a:pt x="479593" y="334562"/>
                    </a:cubicBezTo>
                    <a:cubicBezTo>
                      <a:pt x="507222" y="307377"/>
                      <a:pt x="534756" y="280097"/>
                      <a:pt x="561814" y="252341"/>
                    </a:cubicBezTo>
                    <a:cubicBezTo>
                      <a:pt x="576374" y="237432"/>
                      <a:pt x="576691" y="216940"/>
                      <a:pt x="563495" y="200667"/>
                    </a:cubicBezTo>
                    <a:cubicBezTo>
                      <a:pt x="555279" y="190548"/>
                      <a:pt x="546556" y="180778"/>
                      <a:pt x="537801" y="171135"/>
                    </a:cubicBezTo>
                    <a:cubicBezTo>
                      <a:pt x="523051" y="154894"/>
                      <a:pt x="508554" y="138589"/>
                      <a:pt x="508871" y="113371"/>
                    </a:cubicBezTo>
                    <a:close/>
                    <a:moveTo>
                      <a:pt x="1006765" y="196544"/>
                    </a:moveTo>
                    <a:cubicBezTo>
                      <a:pt x="943830" y="196702"/>
                      <a:pt x="898882" y="252436"/>
                      <a:pt x="909508" y="316449"/>
                    </a:cubicBezTo>
                    <a:cubicBezTo>
                      <a:pt x="920198" y="380938"/>
                      <a:pt x="956329" y="430899"/>
                      <a:pt x="1000008" y="476672"/>
                    </a:cubicBezTo>
                    <a:cubicBezTo>
                      <a:pt x="1004830" y="481716"/>
                      <a:pt x="1009556" y="481589"/>
                      <a:pt x="1014219" y="476609"/>
                    </a:cubicBezTo>
                    <a:cubicBezTo>
                      <a:pt x="1020691" y="469694"/>
                      <a:pt x="1027352" y="462905"/>
                      <a:pt x="1033474" y="455673"/>
                    </a:cubicBezTo>
                    <a:cubicBezTo>
                      <a:pt x="1069256" y="413611"/>
                      <a:pt x="1097741" y="367964"/>
                      <a:pt x="1105291" y="311659"/>
                    </a:cubicBezTo>
                    <a:cubicBezTo>
                      <a:pt x="1113443" y="250882"/>
                      <a:pt x="1067162" y="196417"/>
                      <a:pt x="1006765" y="196575"/>
                    </a:cubicBezTo>
                    <a:close/>
                    <a:moveTo>
                      <a:pt x="100209" y="138335"/>
                    </a:moveTo>
                    <a:cubicBezTo>
                      <a:pt x="100717" y="144648"/>
                      <a:pt x="100939" y="150992"/>
                      <a:pt x="101763" y="157241"/>
                    </a:cubicBezTo>
                    <a:cubicBezTo>
                      <a:pt x="102493" y="162697"/>
                      <a:pt x="103635" y="168153"/>
                      <a:pt x="104999" y="173482"/>
                    </a:cubicBezTo>
                    <a:cubicBezTo>
                      <a:pt x="119242" y="230136"/>
                      <a:pt x="152580" y="275148"/>
                      <a:pt x="192168" y="316386"/>
                    </a:cubicBezTo>
                    <a:cubicBezTo>
                      <a:pt x="198576" y="323047"/>
                      <a:pt x="202985" y="319812"/>
                      <a:pt x="207870" y="314704"/>
                    </a:cubicBezTo>
                    <a:cubicBezTo>
                      <a:pt x="233342" y="287995"/>
                      <a:pt x="256308" y="259383"/>
                      <a:pt x="273089" y="226330"/>
                    </a:cubicBezTo>
                    <a:cubicBezTo>
                      <a:pt x="289742" y="193530"/>
                      <a:pt x="301511" y="159493"/>
                      <a:pt x="296658" y="121809"/>
                    </a:cubicBezTo>
                    <a:cubicBezTo>
                      <a:pt x="290091" y="71023"/>
                      <a:pt x="242922" y="31911"/>
                      <a:pt x="192898" y="35813"/>
                    </a:cubicBezTo>
                    <a:cubicBezTo>
                      <a:pt x="138814" y="40064"/>
                      <a:pt x="98433" y="84727"/>
                      <a:pt x="100209" y="138335"/>
                    </a:cubicBezTo>
                    <a:close/>
                    <a:moveTo>
                      <a:pt x="929017" y="451010"/>
                    </a:moveTo>
                    <a:cubicBezTo>
                      <a:pt x="929397" y="452532"/>
                      <a:pt x="929556" y="454055"/>
                      <a:pt x="930127" y="455356"/>
                    </a:cubicBezTo>
                    <a:cubicBezTo>
                      <a:pt x="943957" y="486315"/>
                      <a:pt x="956455" y="517941"/>
                      <a:pt x="972062" y="547981"/>
                    </a:cubicBezTo>
                    <a:cubicBezTo>
                      <a:pt x="992395" y="587125"/>
                      <a:pt x="1042166" y="599813"/>
                      <a:pt x="1080516" y="577735"/>
                    </a:cubicBezTo>
                    <a:cubicBezTo>
                      <a:pt x="1094791" y="569510"/>
                      <a:pt x="1100342" y="557424"/>
                      <a:pt x="1097170" y="541478"/>
                    </a:cubicBezTo>
                    <a:cubicBezTo>
                      <a:pt x="1096092" y="536054"/>
                      <a:pt x="1095394" y="530566"/>
                      <a:pt x="1093935" y="525237"/>
                    </a:cubicBezTo>
                    <a:cubicBezTo>
                      <a:pt x="1088288" y="504650"/>
                      <a:pt x="1082420" y="484095"/>
                      <a:pt x="1076266" y="462112"/>
                    </a:cubicBezTo>
                    <a:cubicBezTo>
                      <a:pt x="1062784" y="476799"/>
                      <a:pt x="1051682" y="489614"/>
                      <a:pt x="1039787" y="501700"/>
                    </a:cubicBezTo>
                    <a:cubicBezTo>
                      <a:pt x="1019326" y="522509"/>
                      <a:pt x="994394" y="522573"/>
                      <a:pt x="974314" y="501541"/>
                    </a:cubicBezTo>
                    <a:cubicBezTo>
                      <a:pt x="958803" y="485300"/>
                      <a:pt x="944275" y="468107"/>
                      <a:pt x="929017" y="45101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66" cap="flat">
                <a:noFill/>
                <a:prstDash val="solid"/>
                <a:miter/>
              </a:ln>
            </p:spPr>
            <p:txBody>
              <a:bodyPr vert="horz" tIns="1980000" rtlCol="0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0F86B59E-C823-8293-F39C-036F75422AD4}"/>
                  </a:ext>
                </a:extLst>
              </p:cNvPr>
              <p:cNvSpPr/>
              <p:nvPr/>
            </p:nvSpPr>
            <p:spPr>
              <a:xfrm>
                <a:off x="1374064" y="3023698"/>
                <a:ext cx="551016" cy="782074"/>
              </a:xfrm>
              <a:custGeom>
                <a:avLst/>
                <a:gdLst>
                  <a:gd name="connsiteX0" fmla="*/ 118708 w 551016"/>
                  <a:gd name="connsiteY0" fmla="*/ 628572 h 782074"/>
                  <a:gd name="connsiteX1" fmla="*/ 118867 w 551016"/>
                  <a:gd name="connsiteY1" fmla="*/ 708446 h 782074"/>
                  <a:gd name="connsiteX2" fmla="*/ 178502 w 551016"/>
                  <a:gd name="connsiteY2" fmla="*/ 739120 h 782074"/>
                  <a:gd name="connsiteX3" fmla="*/ 239090 w 551016"/>
                  <a:gd name="connsiteY3" fmla="*/ 697502 h 782074"/>
                  <a:gd name="connsiteX4" fmla="*/ 336473 w 551016"/>
                  <a:gd name="connsiteY4" fmla="*/ 629809 h 782074"/>
                  <a:gd name="connsiteX5" fmla="*/ 404991 w 551016"/>
                  <a:gd name="connsiteY5" fmla="*/ 561609 h 782074"/>
                  <a:gd name="connsiteX6" fmla="*/ 444674 w 551016"/>
                  <a:gd name="connsiteY6" fmla="*/ 505431 h 782074"/>
                  <a:gd name="connsiteX7" fmla="*/ 451240 w 551016"/>
                  <a:gd name="connsiteY7" fmla="*/ 497056 h 782074"/>
                  <a:gd name="connsiteX8" fmla="*/ 473857 w 551016"/>
                  <a:gd name="connsiteY8" fmla="*/ 495153 h 782074"/>
                  <a:gd name="connsiteX9" fmla="*/ 479186 w 551016"/>
                  <a:gd name="connsiteY9" fmla="*/ 518024 h 782074"/>
                  <a:gd name="connsiteX10" fmla="*/ 359725 w 551016"/>
                  <a:gd name="connsiteY10" fmla="*/ 657692 h 782074"/>
                  <a:gd name="connsiteX11" fmla="*/ 238804 w 551016"/>
                  <a:gd name="connsiteY11" fmla="*/ 741372 h 782074"/>
                  <a:gd name="connsiteX12" fmla="*/ 200802 w 551016"/>
                  <a:gd name="connsiteY12" fmla="*/ 767732 h 782074"/>
                  <a:gd name="connsiteX13" fmla="*/ 122324 w 551016"/>
                  <a:gd name="connsiteY13" fmla="*/ 772744 h 782074"/>
                  <a:gd name="connsiteX14" fmla="*/ 83117 w 551016"/>
                  <a:gd name="connsiteY14" fmla="*/ 704702 h 782074"/>
                  <a:gd name="connsiteX15" fmla="*/ 86099 w 551016"/>
                  <a:gd name="connsiteY15" fmla="*/ 610998 h 782074"/>
                  <a:gd name="connsiteX16" fmla="*/ 78518 w 551016"/>
                  <a:gd name="connsiteY16" fmla="*/ 589745 h 782074"/>
                  <a:gd name="connsiteX17" fmla="*/ 3561 w 551016"/>
                  <a:gd name="connsiteY17" fmla="*/ 445288 h 782074"/>
                  <a:gd name="connsiteX18" fmla="*/ 8985 w 551016"/>
                  <a:gd name="connsiteY18" fmla="*/ 361227 h 782074"/>
                  <a:gd name="connsiteX19" fmla="*/ 8700 w 551016"/>
                  <a:gd name="connsiteY19" fmla="*/ 348063 h 782074"/>
                  <a:gd name="connsiteX20" fmla="*/ 20944 w 551016"/>
                  <a:gd name="connsiteY20" fmla="*/ 242273 h 782074"/>
                  <a:gd name="connsiteX21" fmla="*/ 77058 w 551016"/>
                  <a:gd name="connsiteY21" fmla="*/ 162843 h 782074"/>
                  <a:gd name="connsiteX22" fmla="*/ 177900 w 551016"/>
                  <a:gd name="connsiteY22" fmla="*/ 107268 h 782074"/>
                  <a:gd name="connsiteX23" fmla="*/ 184307 w 551016"/>
                  <a:gd name="connsiteY23" fmla="*/ 106761 h 782074"/>
                  <a:gd name="connsiteX24" fmla="*/ 248828 w 551016"/>
                  <a:gd name="connsiteY24" fmla="*/ 18418 h 782074"/>
                  <a:gd name="connsiteX25" fmla="*/ 451145 w 551016"/>
                  <a:gd name="connsiteY25" fmla="*/ 129727 h 782074"/>
                  <a:gd name="connsiteX26" fmla="*/ 424880 w 551016"/>
                  <a:gd name="connsiteY26" fmla="*/ 239101 h 782074"/>
                  <a:gd name="connsiteX27" fmla="*/ 420661 w 551016"/>
                  <a:gd name="connsiteY27" fmla="*/ 247570 h 782074"/>
                  <a:gd name="connsiteX28" fmla="*/ 420312 w 551016"/>
                  <a:gd name="connsiteY28" fmla="*/ 250711 h 782074"/>
                  <a:gd name="connsiteX29" fmla="*/ 507101 w 551016"/>
                  <a:gd name="connsiteY29" fmla="*/ 311901 h 782074"/>
                  <a:gd name="connsiteX30" fmla="*/ 520202 w 551016"/>
                  <a:gd name="connsiteY30" fmla="*/ 460419 h 782074"/>
                  <a:gd name="connsiteX31" fmla="*/ 495681 w 551016"/>
                  <a:gd name="connsiteY31" fmla="*/ 462734 h 782074"/>
                  <a:gd name="connsiteX32" fmla="*/ 492224 w 551016"/>
                  <a:gd name="connsiteY32" fmla="*/ 438182 h 782074"/>
                  <a:gd name="connsiteX33" fmla="*/ 512684 w 551016"/>
                  <a:gd name="connsiteY33" fmla="*/ 401259 h 782074"/>
                  <a:gd name="connsiteX34" fmla="*/ 496030 w 551016"/>
                  <a:gd name="connsiteY34" fmla="*/ 349300 h 782074"/>
                  <a:gd name="connsiteX35" fmla="*/ 400867 w 551016"/>
                  <a:gd name="connsiteY35" fmla="*/ 280878 h 782074"/>
                  <a:gd name="connsiteX36" fmla="*/ 377108 w 551016"/>
                  <a:gd name="connsiteY36" fmla="*/ 310790 h 782074"/>
                  <a:gd name="connsiteX37" fmla="*/ 346719 w 551016"/>
                  <a:gd name="connsiteY37" fmla="*/ 344066 h 782074"/>
                  <a:gd name="connsiteX38" fmla="*/ 288765 w 551016"/>
                  <a:gd name="connsiteY38" fmla="*/ 346001 h 782074"/>
                  <a:gd name="connsiteX39" fmla="*/ 186211 w 551016"/>
                  <a:gd name="connsiteY39" fmla="*/ 177213 h 782074"/>
                  <a:gd name="connsiteX40" fmla="*/ 181421 w 551016"/>
                  <a:gd name="connsiteY40" fmla="*/ 145080 h 782074"/>
                  <a:gd name="connsiteX41" fmla="*/ 141769 w 551016"/>
                  <a:gd name="connsiteY41" fmla="*/ 152439 h 782074"/>
                  <a:gd name="connsiteX42" fmla="*/ 118169 w 551016"/>
                  <a:gd name="connsiteY42" fmla="*/ 169854 h 782074"/>
                  <a:gd name="connsiteX43" fmla="*/ 44005 w 551016"/>
                  <a:gd name="connsiteY43" fmla="*/ 274153 h 782074"/>
                  <a:gd name="connsiteX44" fmla="*/ 37217 w 551016"/>
                  <a:gd name="connsiteY44" fmla="*/ 314280 h 782074"/>
                  <a:gd name="connsiteX45" fmla="*/ 69985 w 551016"/>
                  <a:gd name="connsiteY45" fmla="*/ 291568 h 782074"/>
                  <a:gd name="connsiteX46" fmla="*/ 268336 w 551016"/>
                  <a:gd name="connsiteY46" fmla="*/ 390601 h 782074"/>
                  <a:gd name="connsiteX47" fmla="*/ 236488 w 551016"/>
                  <a:gd name="connsiteY47" fmla="*/ 526557 h 782074"/>
                  <a:gd name="connsiteX48" fmla="*/ 166575 w 551016"/>
                  <a:gd name="connsiteY48" fmla="*/ 617501 h 782074"/>
                  <a:gd name="connsiteX49" fmla="*/ 118645 w 551016"/>
                  <a:gd name="connsiteY49" fmla="*/ 628508 h 782074"/>
                  <a:gd name="connsiteX50" fmla="*/ 415871 w 551016"/>
                  <a:gd name="connsiteY50" fmla="*/ 135817 h 782074"/>
                  <a:gd name="connsiteX51" fmla="*/ 363436 w 551016"/>
                  <a:gd name="connsiteY51" fmla="*/ 48267 h 782074"/>
                  <a:gd name="connsiteX52" fmla="*/ 262341 w 551016"/>
                  <a:gd name="connsiteY52" fmla="*/ 52454 h 782074"/>
                  <a:gd name="connsiteX53" fmla="*/ 221865 w 551016"/>
                  <a:gd name="connsiteY53" fmla="*/ 170742 h 782074"/>
                  <a:gd name="connsiteX54" fmla="*/ 310113 w 551016"/>
                  <a:gd name="connsiteY54" fmla="*/ 316881 h 782074"/>
                  <a:gd name="connsiteX55" fmla="*/ 324832 w 551016"/>
                  <a:gd name="connsiteY55" fmla="*/ 315200 h 782074"/>
                  <a:gd name="connsiteX56" fmla="*/ 384880 w 551016"/>
                  <a:gd name="connsiteY56" fmla="*/ 236183 h 782074"/>
                  <a:gd name="connsiteX57" fmla="*/ 415871 w 551016"/>
                  <a:gd name="connsiteY57" fmla="*/ 135817 h 782074"/>
                  <a:gd name="connsiteX58" fmla="*/ 135235 w 551016"/>
                  <a:gd name="connsiteY58" fmla="*/ 309553 h 782074"/>
                  <a:gd name="connsiteX59" fmla="*/ 107479 w 551016"/>
                  <a:gd name="connsiteY59" fmla="*/ 314724 h 782074"/>
                  <a:gd name="connsiteX60" fmla="*/ 38961 w 551016"/>
                  <a:gd name="connsiteY60" fmla="*/ 438436 h 782074"/>
                  <a:gd name="connsiteX61" fmla="*/ 110366 w 551016"/>
                  <a:gd name="connsiteY61" fmla="*/ 571379 h 782074"/>
                  <a:gd name="connsiteX62" fmla="*/ 160326 w 551016"/>
                  <a:gd name="connsiteY62" fmla="*/ 571189 h 782074"/>
                  <a:gd name="connsiteX63" fmla="*/ 233760 w 551016"/>
                  <a:gd name="connsiteY63" fmla="*/ 419435 h 782074"/>
                  <a:gd name="connsiteX64" fmla="*/ 135235 w 551016"/>
                  <a:gd name="connsiteY64" fmla="*/ 309585 h 78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551016" h="782074">
                    <a:moveTo>
                      <a:pt x="118708" y="628572"/>
                    </a:moveTo>
                    <a:cubicBezTo>
                      <a:pt x="118708" y="656328"/>
                      <a:pt x="118074" y="682402"/>
                      <a:pt x="118867" y="708446"/>
                    </a:cubicBezTo>
                    <a:cubicBezTo>
                      <a:pt x="119818" y="738802"/>
                      <a:pt x="152491" y="755646"/>
                      <a:pt x="178502" y="739120"/>
                    </a:cubicBezTo>
                    <a:cubicBezTo>
                      <a:pt x="199185" y="725987"/>
                      <a:pt x="218978" y="711491"/>
                      <a:pt x="239090" y="697502"/>
                    </a:cubicBezTo>
                    <a:cubicBezTo>
                      <a:pt x="271572" y="674948"/>
                      <a:pt x="303769" y="652014"/>
                      <a:pt x="336473" y="629809"/>
                    </a:cubicBezTo>
                    <a:cubicBezTo>
                      <a:pt x="363690" y="611347"/>
                      <a:pt x="386434" y="588699"/>
                      <a:pt x="404991" y="561609"/>
                    </a:cubicBezTo>
                    <a:cubicBezTo>
                      <a:pt x="417965" y="542703"/>
                      <a:pt x="431414" y="524114"/>
                      <a:pt x="444674" y="505431"/>
                    </a:cubicBezTo>
                    <a:cubicBezTo>
                      <a:pt x="446736" y="502544"/>
                      <a:pt x="448702" y="499467"/>
                      <a:pt x="451240" y="497056"/>
                    </a:cubicBezTo>
                    <a:cubicBezTo>
                      <a:pt x="458155" y="490490"/>
                      <a:pt x="466117" y="489475"/>
                      <a:pt x="473857" y="495153"/>
                    </a:cubicBezTo>
                    <a:cubicBezTo>
                      <a:pt x="481851" y="501022"/>
                      <a:pt x="485086" y="509745"/>
                      <a:pt x="479186" y="518024"/>
                    </a:cubicBezTo>
                    <a:cubicBezTo>
                      <a:pt x="443532" y="568112"/>
                      <a:pt x="412984" y="622386"/>
                      <a:pt x="359725" y="657692"/>
                    </a:cubicBezTo>
                    <a:cubicBezTo>
                      <a:pt x="318868" y="684750"/>
                      <a:pt x="279058" y="713394"/>
                      <a:pt x="238804" y="741372"/>
                    </a:cubicBezTo>
                    <a:cubicBezTo>
                      <a:pt x="226147" y="750159"/>
                      <a:pt x="213618" y="759167"/>
                      <a:pt x="200802" y="767732"/>
                    </a:cubicBezTo>
                    <a:cubicBezTo>
                      <a:pt x="175679" y="784576"/>
                      <a:pt x="148938" y="787019"/>
                      <a:pt x="122324" y="772744"/>
                    </a:cubicBezTo>
                    <a:cubicBezTo>
                      <a:pt x="95774" y="758501"/>
                      <a:pt x="82356" y="735282"/>
                      <a:pt x="83117" y="704702"/>
                    </a:cubicBezTo>
                    <a:cubicBezTo>
                      <a:pt x="83910" y="673457"/>
                      <a:pt x="84671" y="642212"/>
                      <a:pt x="86099" y="610998"/>
                    </a:cubicBezTo>
                    <a:cubicBezTo>
                      <a:pt x="86480" y="602402"/>
                      <a:pt x="84069" y="596216"/>
                      <a:pt x="78518" y="589745"/>
                    </a:cubicBezTo>
                    <a:cubicBezTo>
                      <a:pt x="42260" y="547525"/>
                      <a:pt x="14092" y="500926"/>
                      <a:pt x="3561" y="445288"/>
                    </a:cubicBezTo>
                    <a:cubicBezTo>
                      <a:pt x="-1832" y="416866"/>
                      <a:pt x="-1483" y="388761"/>
                      <a:pt x="8985" y="361227"/>
                    </a:cubicBezTo>
                    <a:cubicBezTo>
                      <a:pt x="10444" y="357389"/>
                      <a:pt x="10254" y="351933"/>
                      <a:pt x="8700" y="348063"/>
                    </a:cubicBezTo>
                    <a:cubicBezTo>
                      <a:pt x="-6178" y="310505"/>
                      <a:pt x="-1895" y="275231"/>
                      <a:pt x="20944" y="242273"/>
                    </a:cubicBezTo>
                    <a:cubicBezTo>
                      <a:pt x="39406" y="215627"/>
                      <a:pt x="58597" y="189489"/>
                      <a:pt x="77058" y="162843"/>
                    </a:cubicBezTo>
                    <a:cubicBezTo>
                      <a:pt x="101515" y="127475"/>
                      <a:pt x="135235" y="109394"/>
                      <a:pt x="177900" y="107268"/>
                    </a:cubicBezTo>
                    <a:cubicBezTo>
                      <a:pt x="179835" y="107173"/>
                      <a:pt x="181770" y="106951"/>
                      <a:pt x="184307" y="106761"/>
                    </a:cubicBezTo>
                    <a:cubicBezTo>
                      <a:pt x="193697" y="68378"/>
                      <a:pt x="214760" y="38529"/>
                      <a:pt x="248828" y="18418"/>
                    </a:cubicBezTo>
                    <a:cubicBezTo>
                      <a:pt x="335680" y="-32844"/>
                      <a:pt x="447624" y="28886"/>
                      <a:pt x="451145" y="129727"/>
                    </a:cubicBezTo>
                    <a:cubicBezTo>
                      <a:pt x="452509" y="168712"/>
                      <a:pt x="441755" y="204588"/>
                      <a:pt x="424880" y="239101"/>
                    </a:cubicBezTo>
                    <a:cubicBezTo>
                      <a:pt x="423484" y="241924"/>
                      <a:pt x="421993" y="244715"/>
                      <a:pt x="420661" y="247570"/>
                    </a:cubicBezTo>
                    <a:cubicBezTo>
                      <a:pt x="420344" y="248237"/>
                      <a:pt x="420471" y="249093"/>
                      <a:pt x="420312" y="250711"/>
                    </a:cubicBezTo>
                    <a:cubicBezTo>
                      <a:pt x="448988" y="271012"/>
                      <a:pt x="477442" y="292392"/>
                      <a:pt x="507101" y="311901"/>
                    </a:cubicBezTo>
                    <a:cubicBezTo>
                      <a:pt x="552969" y="342036"/>
                      <a:pt x="571463" y="402908"/>
                      <a:pt x="520202" y="460419"/>
                    </a:cubicBezTo>
                    <a:cubicBezTo>
                      <a:pt x="513413" y="468032"/>
                      <a:pt x="503199" y="468698"/>
                      <a:pt x="495681" y="462734"/>
                    </a:cubicBezTo>
                    <a:cubicBezTo>
                      <a:pt x="488417" y="456993"/>
                      <a:pt x="487085" y="447159"/>
                      <a:pt x="492224" y="438182"/>
                    </a:cubicBezTo>
                    <a:cubicBezTo>
                      <a:pt x="499266" y="425970"/>
                      <a:pt x="508338" y="414391"/>
                      <a:pt x="512684" y="401259"/>
                    </a:cubicBezTo>
                    <a:cubicBezTo>
                      <a:pt x="519377" y="381021"/>
                      <a:pt x="512652" y="361988"/>
                      <a:pt x="496030" y="349300"/>
                    </a:cubicBezTo>
                    <a:cubicBezTo>
                      <a:pt x="465292" y="325794"/>
                      <a:pt x="433254" y="304034"/>
                      <a:pt x="400867" y="280878"/>
                    </a:cubicBezTo>
                    <a:cubicBezTo>
                      <a:pt x="392651" y="291282"/>
                      <a:pt x="385228" y="301306"/>
                      <a:pt x="377108" y="310790"/>
                    </a:cubicBezTo>
                    <a:cubicBezTo>
                      <a:pt x="367338" y="322178"/>
                      <a:pt x="357473" y="333598"/>
                      <a:pt x="346719" y="344066"/>
                    </a:cubicBezTo>
                    <a:cubicBezTo>
                      <a:pt x="330129" y="360244"/>
                      <a:pt x="304816" y="361671"/>
                      <a:pt x="288765" y="346001"/>
                    </a:cubicBezTo>
                    <a:cubicBezTo>
                      <a:pt x="240200" y="298610"/>
                      <a:pt x="201754" y="244747"/>
                      <a:pt x="186211" y="177213"/>
                    </a:cubicBezTo>
                    <a:cubicBezTo>
                      <a:pt x="183832" y="166904"/>
                      <a:pt x="183039" y="156246"/>
                      <a:pt x="181421" y="145080"/>
                    </a:cubicBezTo>
                    <a:cubicBezTo>
                      <a:pt x="167146" y="142003"/>
                      <a:pt x="153982" y="146126"/>
                      <a:pt x="141769" y="152439"/>
                    </a:cubicBezTo>
                    <a:cubicBezTo>
                      <a:pt x="133141" y="156912"/>
                      <a:pt x="123784" y="162336"/>
                      <a:pt x="118169" y="169854"/>
                    </a:cubicBezTo>
                    <a:cubicBezTo>
                      <a:pt x="92665" y="204049"/>
                      <a:pt x="67859" y="238784"/>
                      <a:pt x="44005" y="274153"/>
                    </a:cubicBezTo>
                    <a:cubicBezTo>
                      <a:pt x="36360" y="285509"/>
                      <a:pt x="34521" y="299593"/>
                      <a:pt x="37217" y="314280"/>
                    </a:cubicBezTo>
                    <a:cubicBezTo>
                      <a:pt x="48795" y="306191"/>
                      <a:pt x="58851" y="297943"/>
                      <a:pt x="69985" y="291568"/>
                    </a:cubicBezTo>
                    <a:cubicBezTo>
                      <a:pt x="150969" y="245255"/>
                      <a:pt x="256156" y="298039"/>
                      <a:pt x="268336" y="390601"/>
                    </a:cubicBezTo>
                    <a:cubicBezTo>
                      <a:pt x="274839" y="440022"/>
                      <a:pt x="259581" y="484273"/>
                      <a:pt x="236488" y="526557"/>
                    </a:cubicBezTo>
                    <a:cubicBezTo>
                      <a:pt x="217995" y="560467"/>
                      <a:pt x="193792" y="590189"/>
                      <a:pt x="166575" y="617501"/>
                    </a:cubicBezTo>
                    <a:cubicBezTo>
                      <a:pt x="154426" y="629682"/>
                      <a:pt x="139898" y="633774"/>
                      <a:pt x="118645" y="628508"/>
                    </a:cubicBezTo>
                    <a:close/>
                    <a:moveTo>
                      <a:pt x="415871" y="135817"/>
                    </a:moveTo>
                    <a:cubicBezTo>
                      <a:pt x="414190" y="98735"/>
                      <a:pt x="398202" y="67395"/>
                      <a:pt x="363436" y="48267"/>
                    </a:cubicBezTo>
                    <a:cubicBezTo>
                      <a:pt x="329495" y="29615"/>
                      <a:pt x="294919" y="31518"/>
                      <a:pt x="262341" y="52454"/>
                    </a:cubicBezTo>
                    <a:cubicBezTo>
                      <a:pt x="224498" y="76784"/>
                      <a:pt x="209970" y="120337"/>
                      <a:pt x="221865" y="170742"/>
                    </a:cubicBezTo>
                    <a:cubicBezTo>
                      <a:pt x="235600" y="228887"/>
                      <a:pt x="269542" y="274882"/>
                      <a:pt x="310113" y="316881"/>
                    </a:cubicBezTo>
                    <a:cubicBezTo>
                      <a:pt x="316013" y="323003"/>
                      <a:pt x="320708" y="320497"/>
                      <a:pt x="324832" y="315200"/>
                    </a:cubicBezTo>
                    <a:cubicBezTo>
                      <a:pt x="345070" y="289030"/>
                      <a:pt x="366672" y="263716"/>
                      <a:pt x="384880" y="236183"/>
                    </a:cubicBezTo>
                    <a:cubicBezTo>
                      <a:pt x="404261" y="206841"/>
                      <a:pt x="414380" y="173502"/>
                      <a:pt x="415871" y="135817"/>
                    </a:cubicBezTo>
                    <a:close/>
                    <a:moveTo>
                      <a:pt x="135235" y="309553"/>
                    </a:moveTo>
                    <a:cubicBezTo>
                      <a:pt x="125972" y="311235"/>
                      <a:pt x="116456" y="312091"/>
                      <a:pt x="107479" y="314724"/>
                    </a:cubicBezTo>
                    <a:cubicBezTo>
                      <a:pt x="55107" y="330045"/>
                      <a:pt x="27415" y="380545"/>
                      <a:pt x="38961" y="438436"/>
                    </a:cubicBezTo>
                    <a:cubicBezTo>
                      <a:pt x="49271" y="490046"/>
                      <a:pt x="75948" y="532965"/>
                      <a:pt x="110366" y="571379"/>
                    </a:cubicBezTo>
                    <a:cubicBezTo>
                      <a:pt x="139041" y="603385"/>
                      <a:pt x="131809" y="603544"/>
                      <a:pt x="160326" y="571189"/>
                    </a:cubicBezTo>
                    <a:cubicBezTo>
                      <a:pt x="198677" y="527636"/>
                      <a:pt x="228590" y="479515"/>
                      <a:pt x="233760" y="419435"/>
                    </a:cubicBezTo>
                    <a:cubicBezTo>
                      <a:pt x="238709" y="361893"/>
                      <a:pt x="192967" y="310790"/>
                      <a:pt x="135235" y="309585"/>
                    </a:cubicBezTo>
                    <a:close/>
                  </a:path>
                </a:pathLst>
              </a:custGeom>
              <a:solidFill>
                <a:schemeClr val="bg1"/>
              </a:solidFill>
              <a:ln w="3166" cap="flat">
                <a:noFill/>
                <a:prstDash val="solid"/>
                <a:miter/>
              </a:ln>
            </p:spPr>
            <p:txBody>
              <a:bodyPr vert="horz" tIns="1980000" rtlCol="0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93D79FDE-74C3-4AFE-C0C0-B0057FEFFDD2}"/>
                  </a:ext>
                </a:extLst>
              </p:cNvPr>
              <p:cNvSpPr/>
              <p:nvPr/>
            </p:nvSpPr>
            <p:spPr>
              <a:xfrm>
                <a:off x="1983846" y="2901173"/>
                <a:ext cx="149978" cy="150585"/>
              </a:xfrm>
              <a:custGeom>
                <a:avLst/>
                <a:gdLst>
                  <a:gd name="connsiteX0" fmla="*/ 0 w 149978"/>
                  <a:gd name="connsiteY0" fmla="*/ 75121 h 150585"/>
                  <a:gd name="connsiteX1" fmla="*/ 75401 w 149978"/>
                  <a:gd name="connsiteY1" fmla="*/ 6 h 150585"/>
                  <a:gd name="connsiteX2" fmla="*/ 149977 w 149978"/>
                  <a:gd name="connsiteY2" fmla="*/ 76041 h 150585"/>
                  <a:gd name="connsiteX3" fmla="*/ 75084 w 149978"/>
                  <a:gd name="connsiteY3" fmla="*/ 150585 h 150585"/>
                  <a:gd name="connsiteX4" fmla="*/ 0 w 149978"/>
                  <a:gd name="connsiteY4" fmla="*/ 75089 h 150585"/>
                  <a:gd name="connsiteX5" fmla="*/ 74893 w 149978"/>
                  <a:gd name="connsiteY5" fmla="*/ 36421 h 150585"/>
                  <a:gd name="connsiteX6" fmla="*/ 35908 w 149978"/>
                  <a:gd name="connsiteY6" fmla="*/ 75343 h 150585"/>
                  <a:gd name="connsiteX7" fmla="*/ 75020 w 149978"/>
                  <a:gd name="connsiteY7" fmla="*/ 114677 h 150585"/>
                  <a:gd name="connsiteX8" fmla="*/ 114418 w 149978"/>
                  <a:gd name="connsiteY8" fmla="*/ 75216 h 150585"/>
                  <a:gd name="connsiteX9" fmla="*/ 74925 w 149978"/>
                  <a:gd name="connsiteY9" fmla="*/ 36390 h 150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9978" h="150585">
                    <a:moveTo>
                      <a:pt x="0" y="75121"/>
                    </a:moveTo>
                    <a:cubicBezTo>
                      <a:pt x="63" y="33376"/>
                      <a:pt x="34068" y="-502"/>
                      <a:pt x="75401" y="6"/>
                    </a:cubicBezTo>
                    <a:cubicBezTo>
                      <a:pt x="117146" y="513"/>
                      <a:pt x="150168" y="34201"/>
                      <a:pt x="149977" y="76041"/>
                    </a:cubicBezTo>
                    <a:cubicBezTo>
                      <a:pt x="149787" y="116898"/>
                      <a:pt x="116004" y="150522"/>
                      <a:pt x="75084" y="150585"/>
                    </a:cubicBezTo>
                    <a:cubicBezTo>
                      <a:pt x="33656" y="150649"/>
                      <a:pt x="-63" y="116771"/>
                      <a:pt x="0" y="75089"/>
                    </a:cubicBezTo>
                    <a:close/>
                    <a:moveTo>
                      <a:pt x="74893" y="36421"/>
                    </a:moveTo>
                    <a:cubicBezTo>
                      <a:pt x="52879" y="36421"/>
                      <a:pt x="35877" y="53424"/>
                      <a:pt x="35908" y="75343"/>
                    </a:cubicBezTo>
                    <a:cubicBezTo>
                      <a:pt x="35908" y="96945"/>
                      <a:pt x="53609" y="114709"/>
                      <a:pt x="75020" y="114677"/>
                    </a:cubicBezTo>
                    <a:cubicBezTo>
                      <a:pt x="96147" y="114645"/>
                      <a:pt x="114450" y="96311"/>
                      <a:pt x="114418" y="75216"/>
                    </a:cubicBezTo>
                    <a:cubicBezTo>
                      <a:pt x="114386" y="53709"/>
                      <a:pt x="96718" y="36358"/>
                      <a:pt x="74925" y="3639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66" cap="flat">
                <a:noFill/>
                <a:prstDash val="solid"/>
                <a:miter/>
              </a:ln>
            </p:spPr>
            <p:txBody>
              <a:bodyPr vert="horz" tIns="1980000" rtlCol="0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3FB3F7A3-FFF7-16F8-8B8E-555BB4F8A165}"/>
                  </a:ext>
                </a:extLst>
              </p:cNvPr>
              <p:cNvSpPr/>
              <p:nvPr/>
            </p:nvSpPr>
            <p:spPr>
              <a:xfrm>
                <a:off x="1175371" y="2741080"/>
                <a:ext cx="150868" cy="149920"/>
              </a:xfrm>
              <a:custGeom>
                <a:avLst/>
                <a:gdLst>
                  <a:gd name="connsiteX0" fmla="*/ 74608 w 150868"/>
                  <a:gd name="connsiteY0" fmla="*/ 149917 h 149920"/>
                  <a:gd name="connsiteX1" fmla="*/ 0 w 150868"/>
                  <a:gd name="connsiteY1" fmla="*/ 75023 h 149920"/>
                  <a:gd name="connsiteX2" fmla="*/ 76892 w 150868"/>
                  <a:gd name="connsiteY2" fmla="*/ 3 h 149920"/>
                  <a:gd name="connsiteX3" fmla="*/ 150865 w 150868"/>
                  <a:gd name="connsiteY3" fmla="*/ 75531 h 149920"/>
                  <a:gd name="connsiteX4" fmla="*/ 74608 w 150868"/>
                  <a:gd name="connsiteY4" fmla="*/ 149917 h 149920"/>
                  <a:gd name="connsiteX5" fmla="*/ 75877 w 150868"/>
                  <a:gd name="connsiteY5" fmla="*/ 114072 h 149920"/>
                  <a:gd name="connsiteX6" fmla="*/ 114672 w 150868"/>
                  <a:gd name="connsiteY6" fmla="*/ 74548 h 149920"/>
                  <a:gd name="connsiteX7" fmla="*/ 75052 w 150868"/>
                  <a:gd name="connsiteY7" fmla="*/ 35531 h 149920"/>
                  <a:gd name="connsiteX8" fmla="*/ 36606 w 150868"/>
                  <a:gd name="connsiteY8" fmla="*/ 75372 h 149920"/>
                  <a:gd name="connsiteX9" fmla="*/ 75877 w 150868"/>
                  <a:gd name="connsiteY9" fmla="*/ 114040 h 149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0868" h="149920">
                    <a:moveTo>
                      <a:pt x="74608" y="149917"/>
                    </a:moveTo>
                    <a:cubicBezTo>
                      <a:pt x="33434" y="149505"/>
                      <a:pt x="0" y="115975"/>
                      <a:pt x="0" y="75023"/>
                    </a:cubicBezTo>
                    <a:cubicBezTo>
                      <a:pt x="0" y="33215"/>
                      <a:pt x="34417" y="-377"/>
                      <a:pt x="76892" y="3"/>
                    </a:cubicBezTo>
                    <a:cubicBezTo>
                      <a:pt x="117527" y="352"/>
                      <a:pt x="151214" y="34706"/>
                      <a:pt x="150865" y="75531"/>
                    </a:cubicBezTo>
                    <a:cubicBezTo>
                      <a:pt x="150516" y="117022"/>
                      <a:pt x="116385" y="150329"/>
                      <a:pt x="74608" y="149917"/>
                    </a:cubicBezTo>
                    <a:close/>
                    <a:moveTo>
                      <a:pt x="75877" y="114072"/>
                    </a:moveTo>
                    <a:cubicBezTo>
                      <a:pt x="97447" y="113882"/>
                      <a:pt x="114925" y="96055"/>
                      <a:pt x="114672" y="74548"/>
                    </a:cubicBezTo>
                    <a:cubicBezTo>
                      <a:pt x="114386" y="53168"/>
                      <a:pt x="96178" y="35245"/>
                      <a:pt x="75052" y="35531"/>
                    </a:cubicBezTo>
                    <a:cubicBezTo>
                      <a:pt x="53545" y="35848"/>
                      <a:pt x="36447" y="53548"/>
                      <a:pt x="36606" y="75372"/>
                    </a:cubicBezTo>
                    <a:cubicBezTo>
                      <a:pt x="36765" y="97292"/>
                      <a:pt x="53989" y="114231"/>
                      <a:pt x="75877" y="11404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66" cap="flat">
                <a:noFill/>
                <a:prstDash val="solid"/>
                <a:miter/>
              </a:ln>
            </p:spPr>
            <p:txBody>
              <a:bodyPr vert="horz" tIns="1980000" rtlCol="0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E1A8B76E-BCAC-3CE6-FA30-24F5D3CA8E94}"/>
                  </a:ext>
                </a:extLst>
              </p:cNvPr>
              <p:cNvSpPr/>
              <p:nvPr/>
            </p:nvSpPr>
            <p:spPr>
              <a:xfrm>
                <a:off x="1615849" y="3087779"/>
                <a:ext cx="150029" cy="150613"/>
              </a:xfrm>
              <a:custGeom>
                <a:avLst/>
                <a:gdLst>
                  <a:gd name="connsiteX0" fmla="*/ 1 w 150029"/>
                  <a:gd name="connsiteY0" fmla="*/ 75797 h 150613"/>
                  <a:gd name="connsiteX1" fmla="*/ 80731 w 150029"/>
                  <a:gd name="connsiteY1" fmla="*/ 205 h 150613"/>
                  <a:gd name="connsiteX2" fmla="*/ 86600 w 150029"/>
                  <a:gd name="connsiteY2" fmla="*/ 998 h 150613"/>
                  <a:gd name="connsiteX3" fmla="*/ 103983 w 150029"/>
                  <a:gd name="connsiteY3" fmla="*/ 22220 h 150613"/>
                  <a:gd name="connsiteX4" fmla="*/ 80541 w 150029"/>
                  <a:gd name="connsiteY4" fmla="*/ 36558 h 150613"/>
                  <a:gd name="connsiteX5" fmla="*/ 35878 w 150029"/>
                  <a:gd name="connsiteY5" fmla="*/ 73227 h 150613"/>
                  <a:gd name="connsiteX6" fmla="*/ 68138 w 150029"/>
                  <a:gd name="connsiteY6" fmla="*/ 113925 h 150613"/>
                  <a:gd name="connsiteX7" fmla="*/ 112548 w 150029"/>
                  <a:gd name="connsiteY7" fmla="*/ 85408 h 150613"/>
                  <a:gd name="connsiteX8" fmla="*/ 114483 w 150029"/>
                  <a:gd name="connsiteY8" fmla="*/ 73767 h 150613"/>
                  <a:gd name="connsiteX9" fmla="*/ 132881 w 150029"/>
                  <a:gd name="connsiteY9" fmla="*/ 57272 h 150613"/>
                  <a:gd name="connsiteX10" fmla="*/ 149915 w 150029"/>
                  <a:gd name="connsiteY10" fmla="*/ 75194 h 150613"/>
                  <a:gd name="connsiteX11" fmla="*/ 91136 w 150029"/>
                  <a:gd name="connsiteY11" fmla="*/ 148882 h 150613"/>
                  <a:gd name="connsiteX12" fmla="*/ 1 w 150029"/>
                  <a:gd name="connsiteY12" fmla="*/ 75828 h 150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0029" h="150613">
                    <a:moveTo>
                      <a:pt x="1" y="75797"/>
                    </a:moveTo>
                    <a:cubicBezTo>
                      <a:pt x="-252" y="31673"/>
                      <a:pt x="36766" y="-2998"/>
                      <a:pt x="80731" y="205"/>
                    </a:cubicBezTo>
                    <a:cubicBezTo>
                      <a:pt x="82698" y="364"/>
                      <a:pt x="84665" y="586"/>
                      <a:pt x="86600" y="998"/>
                    </a:cubicBezTo>
                    <a:cubicBezTo>
                      <a:pt x="98971" y="3536"/>
                      <a:pt x="106013" y="12196"/>
                      <a:pt x="103983" y="22220"/>
                    </a:cubicBezTo>
                    <a:cubicBezTo>
                      <a:pt x="101858" y="32688"/>
                      <a:pt x="93007" y="38112"/>
                      <a:pt x="80541" y="36558"/>
                    </a:cubicBezTo>
                    <a:cubicBezTo>
                      <a:pt x="57226" y="33703"/>
                      <a:pt x="36766" y="50483"/>
                      <a:pt x="35878" y="73227"/>
                    </a:cubicBezTo>
                    <a:cubicBezTo>
                      <a:pt x="35085" y="93307"/>
                      <a:pt x="49232" y="111166"/>
                      <a:pt x="68138" y="113925"/>
                    </a:cubicBezTo>
                    <a:cubicBezTo>
                      <a:pt x="89011" y="116971"/>
                      <a:pt x="106996" y="105488"/>
                      <a:pt x="112548" y="85408"/>
                    </a:cubicBezTo>
                    <a:cubicBezTo>
                      <a:pt x="113594" y="81633"/>
                      <a:pt x="113912" y="77668"/>
                      <a:pt x="114483" y="73767"/>
                    </a:cubicBezTo>
                    <a:cubicBezTo>
                      <a:pt x="115942" y="63774"/>
                      <a:pt x="123650" y="56828"/>
                      <a:pt x="132881" y="57272"/>
                    </a:cubicBezTo>
                    <a:cubicBezTo>
                      <a:pt x="142239" y="57716"/>
                      <a:pt x="149281" y="65107"/>
                      <a:pt x="149915" y="75194"/>
                    </a:cubicBezTo>
                    <a:cubicBezTo>
                      <a:pt x="152009" y="107740"/>
                      <a:pt x="125014" y="141586"/>
                      <a:pt x="91136" y="148882"/>
                    </a:cubicBezTo>
                    <a:cubicBezTo>
                      <a:pt x="44252" y="158969"/>
                      <a:pt x="255" y="123727"/>
                      <a:pt x="1" y="75828"/>
                    </a:cubicBezTo>
                    <a:close/>
                  </a:path>
                </a:pathLst>
              </a:custGeom>
              <a:solidFill>
                <a:schemeClr val="bg1"/>
              </a:solidFill>
              <a:ln w="3166" cap="flat">
                <a:noFill/>
                <a:prstDash val="solid"/>
                <a:miter/>
              </a:ln>
            </p:spPr>
            <p:txBody>
              <a:bodyPr vert="horz" tIns="1980000" rtlCol="0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8A6ACD6F-5BF3-7A61-69BE-8EE1BC1D437E}"/>
                  </a:ext>
                </a:extLst>
              </p:cNvPr>
              <p:cNvSpPr/>
              <p:nvPr/>
            </p:nvSpPr>
            <p:spPr>
              <a:xfrm>
                <a:off x="1433866" y="3362688"/>
                <a:ext cx="150935" cy="149946"/>
              </a:xfrm>
              <a:custGeom>
                <a:avLst/>
                <a:gdLst>
                  <a:gd name="connsiteX0" fmla="*/ 75750 w 150935"/>
                  <a:gd name="connsiteY0" fmla="*/ 1 h 149946"/>
                  <a:gd name="connsiteX1" fmla="*/ 150929 w 150935"/>
                  <a:gd name="connsiteY1" fmla="*/ 75497 h 149946"/>
                  <a:gd name="connsiteX2" fmla="*/ 74576 w 150935"/>
                  <a:gd name="connsiteY2" fmla="*/ 149946 h 149946"/>
                  <a:gd name="connsiteX3" fmla="*/ 0 w 150935"/>
                  <a:gd name="connsiteY3" fmla="*/ 74926 h 149946"/>
                  <a:gd name="connsiteX4" fmla="*/ 75750 w 150935"/>
                  <a:gd name="connsiteY4" fmla="*/ 1 h 149946"/>
                  <a:gd name="connsiteX5" fmla="*/ 36448 w 150935"/>
                  <a:gd name="connsiteY5" fmla="*/ 74513 h 149946"/>
                  <a:gd name="connsiteX6" fmla="*/ 75052 w 150935"/>
                  <a:gd name="connsiteY6" fmla="*/ 114355 h 149946"/>
                  <a:gd name="connsiteX7" fmla="*/ 114386 w 150935"/>
                  <a:gd name="connsiteY7" fmla="*/ 75338 h 149946"/>
                  <a:gd name="connsiteX8" fmla="*/ 75877 w 150935"/>
                  <a:gd name="connsiteY8" fmla="*/ 35845 h 149946"/>
                  <a:gd name="connsiteX9" fmla="*/ 36448 w 150935"/>
                  <a:gd name="connsiteY9" fmla="*/ 74513 h 149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0935" h="149946">
                    <a:moveTo>
                      <a:pt x="75750" y="1"/>
                    </a:moveTo>
                    <a:cubicBezTo>
                      <a:pt x="117463" y="159"/>
                      <a:pt x="151468" y="34291"/>
                      <a:pt x="150929" y="75497"/>
                    </a:cubicBezTo>
                    <a:cubicBezTo>
                      <a:pt x="150390" y="117083"/>
                      <a:pt x="116448" y="150136"/>
                      <a:pt x="74576" y="149946"/>
                    </a:cubicBezTo>
                    <a:cubicBezTo>
                      <a:pt x="33783" y="149724"/>
                      <a:pt x="32" y="115782"/>
                      <a:pt x="0" y="74926"/>
                    </a:cubicBezTo>
                    <a:cubicBezTo>
                      <a:pt x="-32" y="33561"/>
                      <a:pt x="34037" y="-158"/>
                      <a:pt x="75750" y="1"/>
                    </a:cubicBezTo>
                    <a:close/>
                    <a:moveTo>
                      <a:pt x="36448" y="74513"/>
                    </a:moveTo>
                    <a:cubicBezTo>
                      <a:pt x="36225" y="96052"/>
                      <a:pt x="53704" y="114069"/>
                      <a:pt x="75052" y="114355"/>
                    </a:cubicBezTo>
                    <a:cubicBezTo>
                      <a:pt x="96337" y="114640"/>
                      <a:pt x="114196" y="96940"/>
                      <a:pt x="114386" y="75338"/>
                    </a:cubicBezTo>
                    <a:cubicBezTo>
                      <a:pt x="114576" y="53387"/>
                      <a:pt x="97606" y="36004"/>
                      <a:pt x="75877" y="35845"/>
                    </a:cubicBezTo>
                    <a:cubicBezTo>
                      <a:pt x="54021" y="35687"/>
                      <a:pt x="36670" y="52721"/>
                      <a:pt x="36448" y="74513"/>
                    </a:cubicBezTo>
                    <a:close/>
                  </a:path>
                </a:pathLst>
              </a:custGeom>
              <a:solidFill>
                <a:schemeClr val="bg1"/>
              </a:solidFill>
              <a:ln w="3166" cap="flat">
                <a:noFill/>
                <a:prstDash val="solid"/>
                <a:miter/>
              </a:ln>
            </p:spPr>
            <p:txBody>
              <a:bodyPr vert="horz" tIns="1980000" rtlCol="0" anchor="ctr" anchorCtr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990EFA5-D08E-5D5E-C63E-B077C0FB3A3D}"/>
                </a:ext>
              </a:extLst>
            </p:cNvPr>
            <p:cNvGrpSpPr/>
            <p:nvPr/>
          </p:nvGrpSpPr>
          <p:grpSpPr>
            <a:xfrm>
              <a:off x="126687" y="1328116"/>
              <a:ext cx="3452677" cy="499638"/>
              <a:chOff x="131883" y="1227050"/>
              <a:chExt cx="3452677" cy="499638"/>
            </a:xfrm>
            <a:solidFill>
              <a:srgbClr val="214061"/>
            </a:solidFill>
          </p:grpSpPr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7D19CFF7-6C53-A8DE-AB66-71387BFDF3F2}"/>
                  </a:ext>
                </a:extLst>
              </p:cNvPr>
              <p:cNvSpPr txBox="1"/>
              <p:nvPr/>
            </p:nvSpPr>
            <p:spPr>
              <a:xfrm>
                <a:off x="131883" y="1227050"/>
                <a:ext cx="1662545" cy="4996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9525" rIns="0" bIns="0" rtlCol="0" anchor="ctr">
                <a:normAutofit/>
              </a:bodyPr>
              <a:lstStyle/>
              <a:p>
                <a:pPr marL="0" marR="0" lvl="0" indent="0" algn="ctr" defTabSz="60948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$1.34 B  </a:t>
                </a:r>
              </a:p>
              <a:p>
                <a:pPr marL="0" marR="0" lvl="0" indent="0" algn="ctr" defTabSz="60948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002750"/>
                    </a:solidFill>
                    <a:latin typeface="Futura PT Medium"/>
                    <a:ea typeface="Futura PT Medium"/>
                    <a:cs typeface="Futura PT Medium"/>
                    <a:sym typeface="Futura PT Medium"/>
                  </a:defRPr>
                </a:pPr>
                <a:r>
                  <a:rPr kumimoji="0" lang="en-US" sz="1000" b="0" i="0" u="none" strike="noStrike" kern="1200" cap="none" spc="-3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Medium"/>
                  </a:rPr>
                  <a:t>FY24 Revenue*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DA84896-6B66-DF48-0872-9845A577C26D}"/>
                  </a:ext>
                </a:extLst>
              </p:cNvPr>
              <p:cNvSpPr txBox="1"/>
              <p:nvPr/>
            </p:nvSpPr>
            <p:spPr>
              <a:xfrm>
                <a:off x="1922015" y="1227050"/>
                <a:ext cx="1662545" cy="4996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9525" rIns="0" bIns="0" rtlCol="0" anchor="ctr">
                <a:noAutofit/>
              </a:bodyPr>
              <a:lstStyle/>
              <a:p>
                <a:pPr marL="0" marR="0" lvl="0" indent="0" algn="ctr" defTabSz="60951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61+</a:t>
                </a:r>
              </a:p>
              <a:p>
                <a:pPr marL="0" marR="0" lvl="0" indent="0" algn="ctr" defTabSz="60948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002750"/>
                    </a:solidFill>
                    <a:latin typeface="Futura PT Medium"/>
                    <a:ea typeface="Futura PT Medium"/>
                    <a:cs typeface="Futura PT Medium"/>
                    <a:sym typeface="Futura PT Medium"/>
                  </a:defRPr>
                </a:pPr>
                <a:r>
                  <a:rPr kumimoji="0" lang="en-US" sz="1000" b="0" i="0" u="none" strike="noStrike" kern="1200" cap="none" spc="-3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Forbes Global 1000 clients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8CC5CBC-25E6-5EF2-A4D5-45A511FDF49E}"/>
                </a:ext>
              </a:extLst>
            </p:cNvPr>
            <p:cNvGrpSpPr/>
            <p:nvPr/>
          </p:nvGrpSpPr>
          <p:grpSpPr>
            <a:xfrm>
              <a:off x="126686" y="2042335"/>
              <a:ext cx="3452678" cy="499638"/>
              <a:chOff x="131882" y="1804410"/>
              <a:chExt cx="3452678" cy="499638"/>
            </a:xfrm>
            <a:solidFill>
              <a:srgbClr val="214061"/>
            </a:solidFill>
          </p:grpSpPr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097D90C-B94C-AA0B-99C8-D7141C02D2B9}"/>
                  </a:ext>
                </a:extLst>
              </p:cNvPr>
              <p:cNvSpPr txBox="1"/>
              <p:nvPr/>
            </p:nvSpPr>
            <p:spPr>
              <a:xfrm>
                <a:off x="131882" y="1804410"/>
                <a:ext cx="1662546" cy="4996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9525" rIns="0" bIns="0" rtlCol="0" anchor="t">
                <a:noAutofit/>
              </a:bodyPr>
              <a:lstStyle/>
              <a:p>
                <a:pPr marL="0" marR="0" lvl="0" indent="0" algn="ctr" defTabSz="60951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10+ years</a:t>
                </a:r>
              </a:p>
              <a:p>
                <a:pPr marL="0" marR="0" lvl="0" indent="0" algn="ctr" defTabSz="60951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Average tenure for Top 10 clients 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ED0813B-AC97-C504-2B7C-4DB131994116}"/>
                  </a:ext>
                </a:extLst>
              </p:cNvPr>
              <p:cNvSpPr txBox="1"/>
              <p:nvPr/>
            </p:nvSpPr>
            <p:spPr>
              <a:xfrm>
                <a:off x="1922014" y="1804410"/>
                <a:ext cx="1662546" cy="4996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9525" rIns="0" bIns="0" rtlCol="0" anchor="ctr">
                <a:normAutofit/>
              </a:bodyPr>
              <a:lstStyle/>
              <a:p>
                <a:pPr marL="9525" marR="0" lvl="0" indent="0" algn="ctr" defTabSz="685715" rtl="0" eaLnBrk="1" fontAlgn="auto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200" b="1" i="0" u="none" strike="noStrike" kern="1200" cap="none" spc="8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11.5%</a:t>
                </a:r>
              </a:p>
              <a:p>
                <a:pPr marL="9525" marR="0" lvl="0" indent="0" algn="ctr" defTabSz="685715" rtl="0" eaLnBrk="1" fontAlgn="auto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-3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Attrition</a:t>
                </a:r>
                <a:endParaRPr kumimoji="0" lang="en-IN" sz="1200" b="0" i="0" u="none" strike="noStrike" kern="1200" cap="none" spc="-3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DE2E030-741E-3816-09E5-A6F8B16212B0}"/>
                </a:ext>
              </a:extLst>
            </p:cNvPr>
            <p:cNvGrpSpPr/>
            <p:nvPr/>
          </p:nvGrpSpPr>
          <p:grpSpPr>
            <a:xfrm>
              <a:off x="126687" y="2756554"/>
              <a:ext cx="3452677" cy="499638"/>
              <a:chOff x="121492" y="2423565"/>
              <a:chExt cx="3452677" cy="499638"/>
            </a:xfrm>
            <a:solidFill>
              <a:srgbClr val="214061"/>
            </a:solidFill>
          </p:grpSpPr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DBF04BF-7AE1-D5FF-0D92-1B5A5A0FD1B5}"/>
                  </a:ext>
                </a:extLst>
              </p:cNvPr>
              <p:cNvSpPr txBox="1"/>
              <p:nvPr/>
            </p:nvSpPr>
            <p:spPr>
              <a:xfrm>
                <a:off x="121492" y="2423565"/>
                <a:ext cx="1662545" cy="4996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9525" rIns="0" bIns="0" rtlCol="0" anchor="ctr">
                <a:normAutofit/>
              </a:bodyPr>
              <a:lstStyle/>
              <a:p>
                <a:pPr marL="0" marR="0" lvl="0" indent="0" algn="ctr" defTabSz="60951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lang="en-GB" sz="12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32</a:t>
                </a:r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,000+</a:t>
                </a:r>
              </a:p>
              <a:p>
                <a:pPr marL="0" marR="0" lvl="0" indent="0" algn="ctr" defTabSz="60951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Medium"/>
                  </a:rPr>
                  <a:t>Employees worldwide*</a:t>
                </a: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Futura PT Medium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A01D7592-9A8E-BE27-DBB9-4AC08C73CBC3}"/>
                  </a:ext>
                </a:extLst>
              </p:cNvPr>
              <p:cNvSpPr txBox="1"/>
              <p:nvPr/>
            </p:nvSpPr>
            <p:spPr>
              <a:xfrm>
                <a:off x="1911624" y="2423565"/>
                <a:ext cx="1662545" cy="4996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9525" rIns="0" bIns="0" rtlCol="0" anchor="ctr">
                <a:normAutofit/>
              </a:bodyPr>
              <a:lstStyle/>
              <a:p>
                <a:pPr marL="0" marR="0" lvl="0" indent="0" algn="ctr" defTabSz="60951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24</a:t>
                </a:r>
              </a:p>
              <a:p>
                <a:pPr marL="0" marR="0" lvl="0" indent="0" algn="ctr" defTabSz="60951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Medium"/>
                  </a:rPr>
                  <a:t>Countries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Futura PT Medium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93E17C9-4D23-25A9-DD18-FB2CE2B797D7}"/>
                </a:ext>
              </a:extLst>
            </p:cNvPr>
            <p:cNvGrpSpPr/>
            <p:nvPr/>
          </p:nvGrpSpPr>
          <p:grpSpPr>
            <a:xfrm>
              <a:off x="126686" y="3470772"/>
              <a:ext cx="3452678" cy="499638"/>
              <a:chOff x="121491" y="3107238"/>
              <a:chExt cx="3452678" cy="499638"/>
            </a:xfrm>
            <a:solidFill>
              <a:srgbClr val="214061"/>
            </a:solidFill>
          </p:grpSpPr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BD8D7EB4-72A5-FA30-1503-BD941FED7AB9}"/>
                  </a:ext>
                </a:extLst>
              </p:cNvPr>
              <p:cNvSpPr txBox="1"/>
              <p:nvPr/>
            </p:nvSpPr>
            <p:spPr>
              <a:xfrm>
                <a:off x="121491" y="3107238"/>
                <a:ext cx="1662546" cy="4996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marL="0" marR="0" lvl="0" indent="0" algn="ctr" defTabSz="60951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31</a:t>
                </a:r>
                <a:b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</a:b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Delivery Centers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Futura PT Bold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1956D492-90C2-52BA-0E6D-532C02838CE2}"/>
                  </a:ext>
                </a:extLst>
              </p:cNvPr>
              <p:cNvSpPr txBox="1"/>
              <p:nvPr/>
            </p:nvSpPr>
            <p:spPr>
              <a:xfrm>
                <a:off x="1911623" y="3107238"/>
                <a:ext cx="1662546" cy="49963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marL="0" marR="0" lvl="0" indent="0" algn="ctr" defTabSz="609517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000">
                    <a:solidFill>
                      <a:srgbClr val="002750"/>
                    </a:solidFill>
                    <a:latin typeface="Futura PT Bold"/>
                    <a:ea typeface="Futura PT Bold"/>
                    <a:cs typeface="Futura PT Bold"/>
                    <a:sym typeface="Futura PT Bold"/>
                  </a:defRPr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96.5%</a:t>
                </a:r>
                <a:b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</a:b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Futura PT Bold"/>
                  </a:rPr>
                  <a:t>Repeat Client Business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Futura PT Bold"/>
                </a:endParaRP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C2927F9-1B9A-085D-9949-992D69D4CDA5}"/>
                </a:ext>
              </a:extLst>
            </p:cNvPr>
            <p:cNvSpPr/>
            <p:nvPr/>
          </p:nvSpPr>
          <p:spPr>
            <a:xfrm>
              <a:off x="4582986" y="1523113"/>
              <a:ext cx="1110190" cy="1652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1152000" rIns="91440" bIns="432000" rtlCol="0" anchor="b" anchorCtr="0">
              <a:noAutofit/>
            </a:bodyPr>
            <a:lstStyle/>
            <a:p>
              <a:pPr marL="0" marR="0" lvl="0" indent="0" algn="ctr" defTabSz="1219079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Innovation</a:t>
              </a:r>
            </a:p>
            <a:p>
              <a:pPr marL="0" marR="0" lvl="0" indent="0" algn="ctr" defTabSz="1219079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Thought Leadership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4993CA8-5843-A6A5-D4A5-4B62AF4D3B75}"/>
                </a:ext>
              </a:extLst>
            </p:cNvPr>
            <p:cNvSpPr/>
            <p:nvPr/>
          </p:nvSpPr>
          <p:spPr>
            <a:xfrm>
              <a:off x="4672407" y="1329790"/>
              <a:ext cx="934591" cy="661645"/>
            </a:xfrm>
            <a:prstGeom prst="rect">
              <a:avLst/>
            </a:prstGeom>
            <a:solidFill>
              <a:srgbClr val="21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tIns="1980000" rtlCol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569E409-6215-1583-5F1C-60918405E268}"/>
                </a:ext>
              </a:extLst>
            </p:cNvPr>
            <p:cNvSpPr/>
            <p:nvPr/>
          </p:nvSpPr>
          <p:spPr>
            <a:xfrm>
              <a:off x="5637984" y="1350393"/>
              <a:ext cx="1029551" cy="1652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1152000" rIns="91440" bIns="432000" rtlCol="0" anchor="ctr" anchorCtr="0">
              <a:noAutofit/>
            </a:bodyPr>
            <a:lstStyle/>
            <a:p>
              <a:pPr marL="0" marR="0" lvl="0" indent="0" algn="ctr" defTabSz="1219079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Execution Focus</a:t>
              </a:r>
            </a:p>
            <a:p>
              <a:pPr marL="0" marR="0" lvl="0" indent="0" algn="ctr" defTabSz="1219079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No Surprise</a:t>
              </a:r>
            </a:p>
            <a:p>
              <a:pPr marL="0" marR="0" lvl="0" indent="0" algn="ctr" defTabSz="1219079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Delivery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F154429-F01F-6C43-8C8A-EA6CCED9C4FC}"/>
                </a:ext>
              </a:extLst>
            </p:cNvPr>
            <p:cNvSpPr/>
            <p:nvPr/>
          </p:nvSpPr>
          <p:spPr>
            <a:xfrm>
              <a:off x="5687085" y="1329790"/>
              <a:ext cx="934591" cy="661645"/>
            </a:xfrm>
            <a:prstGeom prst="rect">
              <a:avLst/>
            </a:prstGeom>
            <a:solidFill>
              <a:srgbClr val="21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tIns="1980000" rtlCol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F7D1F38-F3D4-910F-1D12-0153613B6AA9}"/>
                </a:ext>
              </a:extLst>
            </p:cNvPr>
            <p:cNvSpPr/>
            <p:nvPr/>
          </p:nvSpPr>
          <p:spPr>
            <a:xfrm>
              <a:off x="6612342" y="1462153"/>
              <a:ext cx="1110190" cy="1652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1152000" rIns="91440" bIns="432000" rtlCol="0" anchor="ctr" anchorCtr="0">
              <a:noAutofit/>
            </a:bodyPr>
            <a:lstStyle/>
            <a:p>
              <a:pPr marL="0" marR="0" lvl="0" indent="0" algn="ctr" defTabSz="1219079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Transform at</a:t>
              </a:r>
            </a:p>
            <a:p>
              <a:pPr marL="0" marR="0" lvl="0" indent="0" algn="ctr" defTabSz="1219079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the Intersect </a:t>
              </a:r>
              <a:r>
                <a:rPr kumimoji="0" lang="en-US" sz="105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Efficient &amp; Flexible Delivery 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8C0C6C4-06B3-6B0B-6BA1-B60D4B60E510}"/>
                </a:ext>
              </a:extLst>
            </p:cNvPr>
            <p:cNvSpPr/>
            <p:nvPr/>
          </p:nvSpPr>
          <p:spPr>
            <a:xfrm>
              <a:off x="6701763" y="1329790"/>
              <a:ext cx="934591" cy="661645"/>
            </a:xfrm>
            <a:prstGeom prst="rect">
              <a:avLst/>
            </a:prstGeom>
            <a:solidFill>
              <a:srgbClr val="21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tIns="1980000" rtlCol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0E4C20C-1171-E6F5-5075-8FDD369D2B2A}"/>
                </a:ext>
              </a:extLst>
            </p:cNvPr>
            <p:cNvSpPr/>
            <p:nvPr/>
          </p:nvSpPr>
          <p:spPr>
            <a:xfrm>
              <a:off x="7667340" y="1350393"/>
              <a:ext cx="1029551" cy="1652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91440" tIns="1152000" rIns="91440" bIns="432000" rtlCol="0" anchor="ctr" anchorCtr="0">
              <a:noAutofit/>
            </a:bodyPr>
            <a:lstStyle/>
            <a:p>
              <a:pPr marL="0" marR="0" lvl="0" indent="0" algn="ctr" defTabSz="1219079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Right Sized</a:t>
              </a:r>
            </a:p>
            <a:p>
              <a:pPr marL="0" marR="0" lvl="0" indent="0" algn="ctr" defTabSz="1219079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Tahoma"/>
                  <a:ea typeface="Tahoma"/>
                  <a:cs typeface="Tahoma"/>
                </a:rPr>
                <a:t>Execute at Scale Personal Sponsorship 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C1289F5-334D-D680-F53A-D3164CB55FAD}"/>
                </a:ext>
              </a:extLst>
            </p:cNvPr>
            <p:cNvSpPr/>
            <p:nvPr/>
          </p:nvSpPr>
          <p:spPr>
            <a:xfrm>
              <a:off x="7716441" y="1329790"/>
              <a:ext cx="934591" cy="661645"/>
            </a:xfrm>
            <a:prstGeom prst="rect">
              <a:avLst/>
            </a:prstGeom>
            <a:solidFill>
              <a:srgbClr val="2140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tIns="1980000" rtlCol="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EDA0078-90CC-D598-59C4-6B493FDE8C33}"/>
                </a:ext>
              </a:extLst>
            </p:cNvPr>
            <p:cNvSpPr/>
            <p:nvPr/>
          </p:nvSpPr>
          <p:spPr>
            <a:xfrm>
              <a:off x="3664647" y="3487372"/>
              <a:ext cx="4986385" cy="482313"/>
            </a:xfrm>
            <a:prstGeom prst="rect">
              <a:avLst/>
            </a:prstGeom>
            <a:solidFill>
              <a:srgbClr val="A0A1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CULTURE</a:t>
              </a:r>
            </a:p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1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Deeply ingrained employee-centricity, long standing partnerships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056E8BF-1C23-A49C-410B-2BE0CB347957}"/>
                </a:ext>
              </a:extLst>
            </p:cNvPr>
            <p:cNvSpPr txBox="1"/>
            <p:nvPr/>
          </p:nvSpPr>
          <p:spPr>
            <a:xfrm>
              <a:off x="414334" y="967786"/>
              <a:ext cx="3110147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15B4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Cigniti + Coforge Combined 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C637AF6-73D9-CC3D-9D50-F38DB8A12A2A}"/>
                </a:ext>
              </a:extLst>
            </p:cNvPr>
            <p:cNvSpPr txBox="1"/>
            <p:nvPr/>
          </p:nvSpPr>
          <p:spPr>
            <a:xfrm>
              <a:off x="9153751" y="976038"/>
              <a:ext cx="2677336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15B4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Mission, Vison &amp; Values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68622E1-1359-36C8-85CA-B7F3E45AFF8A}"/>
                </a:ext>
              </a:extLst>
            </p:cNvPr>
            <p:cNvSpPr txBox="1"/>
            <p:nvPr/>
          </p:nvSpPr>
          <p:spPr>
            <a:xfrm>
              <a:off x="8767913" y="1328937"/>
              <a:ext cx="3297400" cy="960120"/>
            </a:xfrm>
            <a:prstGeom prst="rect">
              <a:avLst/>
            </a:prstGeom>
            <a:solidFill>
              <a:srgbClr val="4CC0AD"/>
            </a:solidFill>
            <a:ln>
              <a:noFill/>
            </a:ln>
          </p:spPr>
          <p:txBody>
            <a:bodyPr vert="horz" wrap="square" lIns="0" tIns="9525" rIns="0" bIns="0" rtlCol="0" anchor="t">
              <a:normAutofit/>
            </a:bodyPr>
            <a:lstStyle/>
            <a:p>
              <a:pPr marL="0" marR="0" lvl="0" indent="0" algn="ctr" defTabSz="60948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100">
                  <a:solidFill>
                    <a:srgbClr val="002750"/>
                  </a:solidFill>
                  <a:latin typeface="Futura PT Medium"/>
                  <a:ea typeface="Futura PT Medium"/>
                  <a:cs typeface="Futura PT Medium"/>
                  <a:sym typeface="Futura PT Medium"/>
                </a:defRPr>
              </a:pPr>
              <a:endParaRPr kumimoji="0" lang="en-US" sz="1400" b="0" i="0" u="none" strike="noStrike" kern="1200" cap="none" spc="-3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Futura PT Medium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C493DD8-8FD6-3CE6-3E07-67802E918F89}"/>
                </a:ext>
              </a:extLst>
            </p:cNvPr>
            <p:cNvSpPr txBox="1"/>
            <p:nvPr/>
          </p:nvSpPr>
          <p:spPr>
            <a:xfrm>
              <a:off x="8767913" y="2180992"/>
              <a:ext cx="3297400" cy="960120"/>
            </a:xfrm>
            <a:prstGeom prst="rect">
              <a:avLst/>
            </a:prstGeom>
            <a:solidFill>
              <a:srgbClr val="FFEBE6"/>
            </a:solidFill>
            <a:ln>
              <a:noFill/>
            </a:ln>
          </p:spPr>
          <p:txBody>
            <a:bodyPr vert="horz" wrap="square" lIns="0" tIns="9525" rIns="0" bIns="0" rtlCol="0" anchor="t">
              <a:normAutofit/>
            </a:bodyPr>
            <a:lstStyle>
              <a:defPPr>
                <a:defRPr lang="en-US"/>
              </a:defPPr>
              <a:lvl1pPr marR="0" lvl="0" indent="0" algn="ctr" defTabSz="609487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0" i="0" u="none" strike="noStrike" cap="none" spc="-3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marL="0" marR="0" lvl="0" indent="0" algn="ctr" defTabSz="60948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-3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Futura PT Medium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1A358C7-50A4-D982-67A8-E748325A6C4C}"/>
                </a:ext>
              </a:extLst>
            </p:cNvPr>
            <p:cNvSpPr txBox="1"/>
            <p:nvPr/>
          </p:nvSpPr>
          <p:spPr>
            <a:xfrm>
              <a:off x="8767913" y="3033045"/>
              <a:ext cx="3297400" cy="9591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0" tIns="9525" rIns="0" bIns="0" rtlCol="0" anchor="t">
              <a:normAutofit/>
            </a:bodyPr>
            <a:lstStyle>
              <a:defPPr>
                <a:defRPr lang="en-US"/>
              </a:defPPr>
              <a:lvl1pPr marR="0" lvl="0" indent="0" algn="ctr" defTabSz="609487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400" b="0" i="0" u="none" strike="noStrike" cap="none" spc="-3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</a:lstStyle>
            <a:p>
              <a:pPr marL="0" marR="0" lvl="0" indent="0" algn="ctr" defTabSz="609487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-3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Futura PT Medium"/>
              </a:endParaRPr>
            </a:p>
          </p:txBody>
        </p:sp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B3F8AAEF-EAC9-571F-CA73-3E840D693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832761" y="1493334"/>
              <a:ext cx="415507" cy="416529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DD7BEF7-29FB-CC72-7918-39C6027B39E5}"/>
                </a:ext>
              </a:extLst>
            </p:cNvPr>
            <p:cNvSpPr txBox="1"/>
            <p:nvPr/>
          </p:nvSpPr>
          <p:spPr>
            <a:xfrm>
              <a:off x="9372437" y="1302818"/>
              <a:ext cx="22828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Transform at the Intersect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E4C141B-1BD7-26C6-1D64-573D956CAAFB}"/>
                </a:ext>
              </a:extLst>
            </p:cNvPr>
            <p:cNvSpPr txBox="1"/>
            <p:nvPr/>
          </p:nvSpPr>
          <p:spPr>
            <a:xfrm>
              <a:off x="9259289" y="1584455"/>
              <a:ext cx="2547395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We transform businesses by integrating technology with domain expertise, helping clients achieve growth and efficiency.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4EAE0C7-1590-689B-BD5A-57D8E1A75E84}"/>
                </a:ext>
              </a:extLst>
            </p:cNvPr>
            <p:cNvSpPr txBox="1"/>
            <p:nvPr/>
          </p:nvSpPr>
          <p:spPr>
            <a:xfrm>
              <a:off x="9427029" y="2159569"/>
              <a:ext cx="22828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Engage with the Emerging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FDC1C34-D9A8-6868-6D5A-7D14F06E3580}"/>
                </a:ext>
              </a:extLst>
            </p:cNvPr>
            <p:cNvSpPr txBox="1"/>
            <p:nvPr/>
          </p:nvSpPr>
          <p:spPr>
            <a:xfrm>
              <a:off x="9269389" y="2407338"/>
              <a:ext cx="2704112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Our vision is to leverage emerging technologies and new business models to accelerate impact for clients and their customers.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A644624-AA6C-2E83-723F-9A0B0B9F9C80}"/>
                </a:ext>
              </a:extLst>
            </p:cNvPr>
            <p:cNvGrpSpPr/>
            <p:nvPr/>
          </p:nvGrpSpPr>
          <p:grpSpPr>
            <a:xfrm>
              <a:off x="8826103" y="2370167"/>
              <a:ext cx="411430" cy="416324"/>
              <a:chOff x="4386764" y="1895279"/>
              <a:chExt cx="497830" cy="503752"/>
            </a:xfrm>
            <a:solidFill>
              <a:schemeClr val="accent4"/>
            </a:solidFill>
          </p:grpSpPr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C9610515-26CB-4107-5B01-65FF1C6CE63B}"/>
                  </a:ext>
                </a:extLst>
              </p:cNvPr>
              <p:cNvSpPr/>
              <p:nvPr/>
            </p:nvSpPr>
            <p:spPr>
              <a:xfrm>
                <a:off x="4791460" y="2136633"/>
                <a:ext cx="93134" cy="15119"/>
              </a:xfrm>
              <a:custGeom>
                <a:avLst/>
                <a:gdLst>
                  <a:gd name="connsiteX0" fmla="*/ 85574 w 93134"/>
                  <a:gd name="connsiteY0" fmla="*/ 0 h 15119"/>
                  <a:gd name="connsiteX1" fmla="*/ 7560 w 93134"/>
                  <a:gd name="connsiteY1" fmla="*/ 0 h 15119"/>
                  <a:gd name="connsiteX2" fmla="*/ 0 w 93134"/>
                  <a:gd name="connsiteY2" fmla="*/ 7560 h 15119"/>
                  <a:gd name="connsiteX3" fmla="*/ 7560 w 93134"/>
                  <a:gd name="connsiteY3" fmla="*/ 15120 h 15119"/>
                  <a:gd name="connsiteX4" fmla="*/ 85574 w 93134"/>
                  <a:gd name="connsiteY4" fmla="*/ 15120 h 15119"/>
                  <a:gd name="connsiteX5" fmla="*/ 93134 w 93134"/>
                  <a:gd name="connsiteY5" fmla="*/ 7560 h 15119"/>
                  <a:gd name="connsiteX6" fmla="*/ 85574 w 93134"/>
                  <a:gd name="connsiteY6" fmla="*/ 0 h 15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134" h="15119">
                    <a:moveTo>
                      <a:pt x="85574" y="0"/>
                    </a:moveTo>
                    <a:lnTo>
                      <a:pt x="7560" y="0"/>
                    </a:lnTo>
                    <a:cubicBezTo>
                      <a:pt x="3391" y="0"/>
                      <a:pt x="0" y="3380"/>
                      <a:pt x="0" y="7560"/>
                    </a:cubicBezTo>
                    <a:cubicBezTo>
                      <a:pt x="0" y="11740"/>
                      <a:pt x="3380" y="15120"/>
                      <a:pt x="7560" y="15120"/>
                    </a:cubicBezTo>
                    <a:lnTo>
                      <a:pt x="85574" y="15120"/>
                    </a:lnTo>
                    <a:cubicBezTo>
                      <a:pt x="89743" y="15120"/>
                      <a:pt x="93134" y="11740"/>
                      <a:pt x="93134" y="7560"/>
                    </a:cubicBezTo>
                    <a:cubicBezTo>
                      <a:pt x="93134" y="3380"/>
                      <a:pt x="89755" y="0"/>
                      <a:pt x="85574" y="0"/>
                    </a:cubicBezTo>
                    <a:close/>
                  </a:path>
                </a:pathLst>
              </a:custGeom>
              <a:grpFill/>
              <a:ln w="1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DE8A3AAD-D421-24AF-1B9E-1D2A027B068C}"/>
                  </a:ext>
                </a:extLst>
              </p:cNvPr>
              <p:cNvSpPr/>
              <p:nvPr/>
            </p:nvSpPr>
            <p:spPr>
              <a:xfrm>
                <a:off x="4386764" y="2136633"/>
                <a:ext cx="93134" cy="15119"/>
              </a:xfrm>
              <a:custGeom>
                <a:avLst/>
                <a:gdLst>
                  <a:gd name="connsiteX0" fmla="*/ 93134 w 93134"/>
                  <a:gd name="connsiteY0" fmla="*/ 7560 h 15119"/>
                  <a:gd name="connsiteX1" fmla="*/ 85574 w 93134"/>
                  <a:gd name="connsiteY1" fmla="*/ 0 h 15119"/>
                  <a:gd name="connsiteX2" fmla="*/ 7560 w 93134"/>
                  <a:gd name="connsiteY2" fmla="*/ 0 h 15119"/>
                  <a:gd name="connsiteX3" fmla="*/ 0 w 93134"/>
                  <a:gd name="connsiteY3" fmla="*/ 7560 h 15119"/>
                  <a:gd name="connsiteX4" fmla="*/ 7560 w 93134"/>
                  <a:gd name="connsiteY4" fmla="*/ 15120 h 15119"/>
                  <a:gd name="connsiteX5" fmla="*/ 85574 w 93134"/>
                  <a:gd name="connsiteY5" fmla="*/ 15120 h 15119"/>
                  <a:gd name="connsiteX6" fmla="*/ 93134 w 93134"/>
                  <a:gd name="connsiteY6" fmla="*/ 7560 h 15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134" h="15119">
                    <a:moveTo>
                      <a:pt x="93134" y="7560"/>
                    </a:moveTo>
                    <a:cubicBezTo>
                      <a:pt x="93134" y="3391"/>
                      <a:pt x="89755" y="0"/>
                      <a:pt x="85574" y="0"/>
                    </a:cubicBezTo>
                    <a:lnTo>
                      <a:pt x="7560" y="0"/>
                    </a:lnTo>
                    <a:cubicBezTo>
                      <a:pt x="3391" y="0"/>
                      <a:pt x="0" y="3380"/>
                      <a:pt x="0" y="7560"/>
                    </a:cubicBezTo>
                    <a:cubicBezTo>
                      <a:pt x="0" y="11740"/>
                      <a:pt x="3380" y="15120"/>
                      <a:pt x="7560" y="15120"/>
                    </a:cubicBezTo>
                    <a:lnTo>
                      <a:pt x="85574" y="15120"/>
                    </a:lnTo>
                    <a:cubicBezTo>
                      <a:pt x="89743" y="15120"/>
                      <a:pt x="93134" y="11740"/>
                      <a:pt x="93134" y="7560"/>
                    </a:cubicBezTo>
                    <a:close/>
                  </a:path>
                </a:pathLst>
              </a:custGeom>
              <a:grpFill/>
              <a:ln w="1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47E908D9-6902-D431-8A04-931D244D338E}"/>
                  </a:ext>
                </a:extLst>
              </p:cNvPr>
              <p:cNvSpPr/>
              <p:nvPr/>
            </p:nvSpPr>
            <p:spPr>
              <a:xfrm>
                <a:off x="4743612" y="1965965"/>
                <a:ext cx="70295" cy="70292"/>
              </a:xfrm>
              <a:custGeom>
                <a:avLst/>
                <a:gdLst>
                  <a:gd name="connsiteX0" fmla="*/ 7563 w 70295"/>
                  <a:gd name="connsiteY0" fmla="*/ 70292 h 70292"/>
                  <a:gd name="connsiteX1" fmla="*/ 12909 w 70295"/>
                  <a:gd name="connsiteY1" fmla="*/ 68078 h 70292"/>
                  <a:gd name="connsiteX2" fmla="*/ 68078 w 70295"/>
                  <a:gd name="connsiteY2" fmla="*/ 12909 h 70292"/>
                  <a:gd name="connsiteX3" fmla="*/ 68078 w 70295"/>
                  <a:gd name="connsiteY3" fmla="*/ 2217 h 70292"/>
                  <a:gd name="connsiteX4" fmla="*/ 57386 w 70295"/>
                  <a:gd name="connsiteY4" fmla="*/ 2217 h 70292"/>
                  <a:gd name="connsiteX5" fmla="*/ 2217 w 70295"/>
                  <a:gd name="connsiteY5" fmla="*/ 57386 h 70292"/>
                  <a:gd name="connsiteX6" fmla="*/ 2217 w 70295"/>
                  <a:gd name="connsiteY6" fmla="*/ 68078 h 70292"/>
                  <a:gd name="connsiteX7" fmla="*/ 7563 w 70295"/>
                  <a:gd name="connsiteY7" fmla="*/ 70292 h 70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295" h="70292">
                    <a:moveTo>
                      <a:pt x="7563" y="70292"/>
                    </a:moveTo>
                    <a:cubicBezTo>
                      <a:pt x="9494" y="70292"/>
                      <a:pt x="11437" y="69550"/>
                      <a:pt x="12909" y="68078"/>
                    </a:cubicBezTo>
                    <a:lnTo>
                      <a:pt x="68078" y="12909"/>
                    </a:lnTo>
                    <a:cubicBezTo>
                      <a:pt x="71034" y="9953"/>
                      <a:pt x="71034" y="5172"/>
                      <a:pt x="68078" y="2217"/>
                    </a:cubicBezTo>
                    <a:cubicBezTo>
                      <a:pt x="65123" y="-739"/>
                      <a:pt x="60342" y="-739"/>
                      <a:pt x="57386" y="2217"/>
                    </a:cubicBezTo>
                    <a:lnTo>
                      <a:pt x="2217" y="57386"/>
                    </a:lnTo>
                    <a:cubicBezTo>
                      <a:pt x="-739" y="60342"/>
                      <a:pt x="-739" y="65123"/>
                      <a:pt x="2217" y="68078"/>
                    </a:cubicBezTo>
                    <a:cubicBezTo>
                      <a:pt x="3689" y="69550"/>
                      <a:pt x="5632" y="70292"/>
                      <a:pt x="7563" y="70292"/>
                    </a:cubicBezTo>
                    <a:close/>
                  </a:path>
                </a:pathLst>
              </a:custGeom>
              <a:grpFill/>
              <a:ln w="1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9C7C432C-321D-7996-E294-F5909B3B92BB}"/>
                  </a:ext>
                </a:extLst>
              </p:cNvPr>
              <p:cNvSpPr/>
              <p:nvPr/>
            </p:nvSpPr>
            <p:spPr>
              <a:xfrm>
                <a:off x="4457450" y="2252138"/>
                <a:ext cx="70295" cy="70292"/>
              </a:xfrm>
              <a:custGeom>
                <a:avLst/>
                <a:gdLst>
                  <a:gd name="connsiteX0" fmla="*/ 57386 w 70295"/>
                  <a:gd name="connsiteY0" fmla="*/ 2217 h 70292"/>
                  <a:gd name="connsiteX1" fmla="*/ 2217 w 70295"/>
                  <a:gd name="connsiteY1" fmla="*/ 57386 h 70292"/>
                  <a:gd name="connsiteX2" fmla="*/ 2217 w 70295"/>
                  <a:gd name="connsiteY2" fmla="*/ 68078 h 70292"/>
                  <a:gd name="connsiteX3" fmla="*/ 7563 w 70295"/>
                  <a:gd name="connsiteY3" fmla="*/ 70292 h 70292"/>
                  <a:gd name="connsiteX4" fmla="*/ 12909 w 70295"/>
                  <a:gd name="connsiteY4" fmla="*/ 68078 h 70292"/>
                  <a:gd name="connsiteX5" fmla="*/ 68078 w 70295"/>
                  <a:gd name="connsiteY5" fmla="*/ 12909 h 70292"/>
                  <a:gd name="connsiteX6" fmla="*/ 68078 w 70295"/>
                  <a:gd name="connsiteY6" fmla="*/ 2217 h 70292"/>
                  <a:gd name="connsiteX7" fmla="*/ 57386 w 70295"/>
                  <a:gd name="connsiteY7" fmla="*/ 2217 h 70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295" h="70292">
                    <a:moveTo>
                      <a:pt x="57386" y="2217"/>
                    </a:moveTo>
                    <a:lnTo>
                      <a:pt x="2217" y="57386"/>
                    </a:lnTo>
                    <a:cubicBezTo>
                      <a:pt x="-739" y="60342"/>
                      <a:pt x="-739" y="65123"/>
                      <a:pt x="2217" y="68078"/>
                    </a:cubicBezTo>
                    <a:cubicBezTo>
                      <a:pt x="3689" y="69550"/>
                      <a:pt x="5632" y="70292"/>
                      <a:pt x="7563" y="70292"/>
                    </a:cubicBezTo>
                    <a:cubicBezTo>
                      <a:pt x="9494" y="70292"/>
                      <a:pt x="11437" y="69550"/>
                      <a:pt x="12909" y="68078"/>
                    </a:cubicBezTo>
                    <a:lnTo>
                      <a:pt x="68078" y="12909"/>
                    </a:lnTo>
                    <a:cubicBezTo>
                      <a:pt x="71034" y="9953"/>
                      <a:pt x="71034" y="5172"/>
                      <a:pt x="68078" y="2217"/>
                    </a:cubicBezTo>
                    <a:cubicBezTo>
                      <a:pt x="65123" y="-739"/>
                      <a:pt x="60342" y="-739"/>
                      <a:pt x="57386" y="2217"/>
                    </a:cubicBezTo>
                    <a:close/>
                  </a:path>
                </a:pathLst>
              </a:custGeom>
              <a:grpFill/>
              <a:ln w="1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BEF9CDC-7337-6FE7-3990-B2D6B6AB3260}"/>
                  </a:ext>
                </a:extLst>
              </p:cNvPr>
              <p:cNvSpPr/>
              <p:nvPr/>
            </p:nvSpPr>
            <p:spPr>
              <a:xfrm>
                <a:off x="4628119" y="1895279"/>
                <a:ext cx="15120" cy="93134"/>
              </a:xfrm>
              <a:custGeom>
                <a:avLst/>
                <a:gdLst>
                  <a:gd name="connsiteX0" fmla="*/ 7560 w 15120"/>
                  <a:gd name="connsiteY0" fmla="*/ 93134 h 93134"/>
                  <a:gd name="connsiteX1" fmla="*/ 15120 w 15120"/>
                  <a:gd name="connsiteY1" fmla="*/ 85574 h 93134"/>
                  <a:gd name="connsiteX2" fmla="*/ 15120 w 15120"/>
                  <a:gd name="connsiteY2" fmla="*/ 7560 h 93134"/>
                  <a:gd name="connsiteX3" fmla="*/ 7560 w 15120"/>
                  <a:gd name="connsiteY3" fmla="*/ 0 h 93134"/>
                  <a:gd name="connsiteX4" fmla="*/ 0 w 15120"/>
                  <a:gd name="connsiteY4" fmla="*/ 7560 h 93134"/>
                  <a:gd name="connsiteX5" fmla="*/ 0 w 15120"/>
                  <a:gd name="connsiteY5" fmla="*/ 85574 h 93134"/>
                  <a:gd name="connsiteX6" fmla="*/ 7560 w 15120"/>
                  <a:gd name="connsiteY6" fmla="*/ 93134 h 931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120" h="93134">
                    <a:moveTo>
                      <a:pt x="7560" y="93134"/>
                    </a:moveTo>
                    <a:cubicBezTo>
                      <a:pt x="11729" y="93134"/>
                      <a:pt x="15120" y="89754"/>
                      <a:pt x="15120" y="85574"/>
                    </a:cubicBezTo>
                    <a:lnTo>
                      <a:pt x="15120" y="7560"/>
                    </a:lnTo>
                    <a:cubicBezTo>
                      <a:pt x="15120" y="3391"/>
                      <a:pt x="11740" y="0"/>
                      <a:pt x="7560" y="0"/>
                    </a:cubicBezTo>
                    <a:cubicBezTo>
                      <a:pt x="3380" y="0"/>
                      <a:pt x="0" y="3380"/>
                      <a:pt x="0" y="7560"/>
                    </a:cubicBezTo>
                    <a:lnTo>
                      <a:pt x="0" y="85574"/>
                    </a:lnTo>
                    <a:cubicBezTo>
                      <a:pt x="0" y="89743"/>
                      <a:pt x="3380" y="93134"/>
                      <a:pt x="7560" y="93134"/>
                    </a:cubicBezTo>
                    <a:close/>
                  </a:path>
                </a:pathLst>
              </a:custGeom>
              <a:grpFill/>
              <a:ln w="1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714F2C08-717E-4295-14A1-94CA2BA64CFF}"/>
                  </a:ext>
                </a:extLst>
              </p:cNvPr>
              <p:cNvSpPr/>
              <p:nvPr/>
            </p:nvSpPr>
            <p:spPr>
              <a:xfrm>
                <a:off x="4457450" y="1965965"/>
                <a:ext cx="70295" cy="70292"/>
              </a:xfrm>
              <a:custGeom>
                <a:avLst/>
                <a:gdLst>
                  <a:gd name="connsiteX0" fmla="*/ 57386 w 70295"/>
                  <a:gd name="connsiteY0" fmla="*/ 68078 h 70292"/>
                  <a:gd name="connsiteX1" fmla="*/ 62732 w 70295"/>
                  <a:gd name="connsiteY1" fmla="*/ 70292 h 70292"/>
                  <a:gd name="connsiteX2" fmla="*/ 68078 w 70295"/>
                  <a:gd name="connsiteY2" fmla="*/ 68078 h 70292"/>
                  <a:gd name="connsiteX3" fmla="*/ 68078 w 70295"/>
                  <a:gd name="connsiteY3" fmla="*/ 57386 h 70292"/>
                  <a:gd name="connsiteX4" fmla="*/ 12909 w 70295"/>
                  <a:gd name="connsiteY4" fmla="*/ 2217 h 70292"/>
                  <a:gd name="connsiteX5" fmla="*/ 2217 w 70295"/>
                  <a:gd name="connsiteY5" fmla="*/ 2217 h 70292"/>
                  <a:gd name="connsiteX6" fmla="*/ 2217 w 70295"/>
                  <a:gd name="connsiteY6" fmla="*/ 12909 h 70292"/>
                  <a:gd name="connsiteX7" fmla="*/ 57386 w 70295"/>
                  <a:gd name="connsiteY7" fmla="*/ 68078 h 70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295" h="70292">
                    <a:moveTo>
                      <a:pt x="57386" y="68078"/>
                    </a:moveTo>
                    <a:cubicBezTo>
                      <a:pt x="58858" y="69550"/>
                      <a:pt x="60801" y="70292"/>
                      <a:pt x="62732" y="70292"/>
                    </a:cubicBezTo>
                    <a:cubicBezTo>
                      <a:pt x="64663" y="70292"/>
                      <a:pt x="66606" y="69550"/>
                      <a:pt x="68078" y="68078"/>
                    </a:cubicBezTo>
                    <a:cubicBezTo>
                      <a:pt x="71034" y="65123"/>
                      <a:pt x="71034" y="60342"/>
                      <a:pt x="68078" y="57386"/>
                    </a:cubicBezTo>
                    <a:lnTo>
                      <a:pt x="12909" y="2217"/>
                    </a:lnTo>
                    <a:cubicBezTo>
                      <a:pt x="9953" y="-739"/>
                      <a:pt x="5172" y="-739"/>
                      <a:pt x="2217" y="2217"/>
                    </a:cubicBezTo>
                    <a:cubicBezTo>
                      <a:pt x="-739" y="5172"/>
                      <a:pt x="-739" y="9953"/>
                      <a:pt x="2217" y="12909"/>
                    </a:cubicBezTo>
                    <a:lnTo>
                      <a:pt x="57386" y="68078"/>
                    </a:lnTo>
                    <a:close/>
                  </a:path>
                </a:pathLst>
              </a:custGeom>
              <a:grpFill/>
              <a:ln w="1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B9422965-2DAE-AE42-9C60-675F4BCEB31B}"/>
                  </a:ext>
                </a:extLst>
              </p:cNvPr>
              <p:cNvSpPr/>
              <p:nvPr/>
            </p:nvSpPr>
            <p:spPr>
              <a:xfrm>
                <a:off x="4743612" y="2252138"/>
                <a:ext cx="70295" cy="70292"/>
              </a:xfrm>
              <a:custGeom>
                <a:avLst/>
                <a:gdLst>
                  <a:gd name="connsiteX0" fmla="*/ 12909 w 70295"/>
                  <a:gd name="connsiteY0" fmla="*/ 2217 h 70292"/>
                  <a:gd name="connsiteX1" fmla="*/ 2217 w 70295"/>
                  <a:gd name="connsiteY1" fmla="*/ 2217 h 70292"/>
                  <a:gd name="connsiteX2" fmla="*/ 2217 w 70295"/>
                  <a:gd name="connsiteY2" fmla="*/ 12909 h 70292"/>
                  <a:gd name="connsiteX3" fmla="*/ 57386 w 70295"/>
                  <a:gd name="connsiteY3" fmla="*/ 68078 h 70292"/>
                  <a:gd name="connsiteX4" fmla="*/ 62732 w 70295"/>
                  <a:gd name="connsiteY4" fmla="*/ 70292 h 70292"/>
                  <a:gd name="connsiteX5" fmla="*/ 68078 w 70295"/>
                  <a:gd name="connsiteY5" fmla="*/ 68078 h 70292"/>
                  <a:gd name="connsiteX6" fmla="*/ 68078 w 70295"/>
                  <a:gd name="connsiteY6" fmla="*/ 57386 h 70292"/>
                  <a:gd name="connsiteX7" fmla="*/ 12909 w 70295"/>
                  <a:gd name="connsiteY7" fmla="*/ 2217 h 70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295" h="70292">
                    <a:moveTo>
                      <a:pt x="12909" y="2217"/>
                    </a:moveTo>
                    <a:cubicBezTo>
                      <a:pt x="9953" y="-739"/>
                      <a:pt x="5172" y="-739"/>
                      <a:pt x="2217" y="2217"/>
                    </a:cubicBezTo>
                    <a:cubicBezTo>
                      <a:pt x="-739" y="5172"/>
                      <a:pt x="-739" y="9953"/>
                      <a:pt x="2217" y="12909"/>
                    </a:cubicBezTo>
                    <a:lnTo>
                      <a:pt x="57386" y="68078"/>
                    </a:lnTo>
                    <a:cubicBezTo>
                      <a:pt x="58858" y="69550"/>
                      <a:pt x="60801" y="70292"/>
                      <a:pt x="62732" y="70292"/>
                    </a:cubicBezTo>
                    <a:cubicBezTo>
                      <a:pt x="64663" y="70292"/>
                      <a:pt x="66606" y="69550"/>
                      <a:pt x="68078" y="68078"/>
                    </a:cubicBezTo>
                    <a:cubicBezTo>
                      <a:pt x="71034" y="65123"/>
                      <a:pt x="71034" y="60342"/>
                      <a:pt x="68078" y="57386"/>
                    </a:cubicBezTo>
                    <a:lnTo>
                      <a:pt x="12909" y="2217"/>
                    </a:lnTo>
                    <a:close/>
                  </a:path>
                </a:pathLst>
              </a:custGeom>
              <a:grpFill/>
              <a:ln w="1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B1E577CF-ACA8-8518-692F-6AA9DFD1A23E}"/>
                  </a:ext>
                </a:extLst>
              </p:cNvPr>
              <p:cNvSpPr/>
              <p:nvPr/>
            </p:nvSpPr>
            <p:spPr>
              <a:xfrm>
                <a:off x="4523868" y="2043523"/>
                <a:ext cx="223620" cy="355508"/>
              </a:xfrm>
              <a:custGeom>
                <a:avLst/>
                <a:gdLst>
                  <a:gd name="connsiteX0" fmla="*/ 111810 w 223620"/>
                  <a:gd name="connsiteY0" fmla="*/ 0 h 355508"/>
                  <a:gd name="connsiteX1" fmla="*/ 0 w 223620"/>
                  <a:gd name="connsiteY1" fmla="*/ 111810 h 355508"/>
                  <a:gd name="connsiteX2" fmla="*/ 24234 w 223620"/>
                  <a:gd name="connsiteY2" fmla="*/ 181252 h 355508"/>
                  <a:gd name="connsiteX3" fmla="*/ 25271 w 223620"/>
                  <a:gd name="connsiteY3" fmla="*/ 182547 h 355508"/>
                  <a:gd name="connsiteX4" fmla="*/ 25330 w 223620"/>
                  <a:gd name="connsiteY4" fmla="*/ 182606 h 355508"/>
                  <a:gd name="connsiteX5" fmla="*/ 29004 w 223620"/>
                  <a:gd name="connsiteY5" fmla="*/ 186869 h 355508"/>
                  <a:gd name="connsiteX6" fmla="*/ 60716 w 223620"/>
                  <a:gd name="connsiteY6" fmla="*/ 261574 h 355508"/>
                  <a:gd name="connsiteX7" fmla="*/ 60716 w 223620"/>
                  <a:gd name="connsiteY7" fmla="*/ 319628 h 355508"/>
                  <a:gd name="connsiteX8" fmla="*/ 64472 w 223620"/>
                  <a:gd name="connsiteY8" fmla="*/ 326152 h 355508"/>
                  <a:gd name="connsiteX9" fmla="*/ 81417 w 223620"/>
                  <a:gd name="connsiteY9" fmla="*/ 336008 h 355508"/>
                  <a:gd name="connsiteX10" fmla="*/ 83820 w 223620"/>
                  <a:gd name="connsiteY10" fmla="*/ 349291 h 355508"/>
                  <a:gd name="connsiteX11" fmla="*/ 91262 w 223620"/>
                  <a:gd name="connsiteY11" fmla="*/ 355508 h 355508"/>
                  <a:gd name="connsiteX12" fmla="*/ 132359 w 223620"/>
                  <a:gd name="connsiteY12" fmla="*/ 355508 h 355508"/>
                  <a:gd name="connsiteX13" fmla="*/ 139801 w 223620"/>
                  <a:gd name="connsiteY13" fmla="*/ 349291 h 355508"/>
                  <a:gd name="connsiteX14" fmla="*/ 142204 w 223620"/>
                  <a:gd name="connsiteY14" fmla="*/ 336008 h 355508"/>
                  <a:gd name="connsiteX15" fmla="*/ 159149 w 223620"/>
                  <a:gd name="connsiteY15" fmla="*/ 326152 h 355508"/>
                  <a:gd name="connsiteX16" fmla="*/ 162905 w 223620"/>
                  <a:gd name="connsiteY16" fmla="*/ 319628 h 355508"/>
                  <a:gd name="connsiteX17" fmla="*/ 162905 w 223620"/>
                  <a:gd name="connsiteY17" fmla="*/ 261574 h 355508"/>
                  <a:gd name="connsiteX18" fmla="*/ 194606 w 223620"/>
                  <a:gd name="connsiteY18" fmla="*/ 186880 h 355508"/>
                  <a:gd name="connsiteX19" fmla="*/ 198291 w 223620"/>
                  <a:gd name="connsiteY19" fmla="*/ 182594 h 355508"/>
                  <a:gd name="connsiteX20" fmla="*/ 198350 w 223620"/>
                  <a:gd name="connsiteY20" fmla="*/ 182547 h 355508"/>
                  <a:gd name="connsiteX21" fmla="*/ 199375 w 223620"/>
                  <a:gd name="connsiteY21" fmla="*/ 181252 h 355508"/>
                  <a:gd name="connsiteX22" fmla="*/ 223621 w 223620"/>
                  <a:gd name="connsiteY22" fmla="*/ 111810 h 355508"/>
                  <a:gd name="connsiteX23" fmla="*/ 111799 w 223620"/>
                  <a:gd name="connsiteY23" fmla="*/ 0 h 355508"/>
                  <a:gd name="connsiteX24" fmla="*/ 147785 w 223620"/>
                  <a:gd name="connsiteY24" fmla="*/ 315283 h 355508"/>
                  <a:gd name="connsiteX25" fmla="*/ 131582 w 223620"/>
                  <a:gd name="connsiteY25" fmla="*/ 324703 h 355508"/>
                  <a:gd name="connsiteX26" fmla="*/ 127943 w 223620"/>
                  <a:gd name="connsiteY26" fmla="*/ 329896 h 355508"/>
                  <a:gd name="connsiteX27" fmla="*/ 126047 w 223620"/>
                  <a:gd name="connsiteY27" fmla="*/ 340388 h 355508"/>
                  <a:gd name="connsiteX28" fmla="*/ 97574 w 223620"/>
                  <a:gd name="connsiteY28" fmla="*/ 340388 h 355508"/>
                  <a:gd name="connsiteX29" fmla="*/ 95678 w 223620"/>
                  <a:gd name="connsiteY29" fmla="*/ 329896 h 355508"/>
                  <a:gd name="connsiteX30" fmla="*/ 92039 w 223620"/>
                  <a:gd name="connsiteY30" fmla="*/ 324703 h 355508"/>
                  <a:gd name="connsiteX31" fmla="*/ 75836 w 223620"/>
                  <a:gd name="connsiteY31" fmla="*/ 315283 h 355508"/>
                  <a:gd name="connsiteX32" fmla="*/ 75836 w 223620"/>
                  <a:gd name="connsiteY32" fmla="*/ 269145 h 355508"/>
                  <a:gd name="connsiteX33" fmla="*/ 147785 w 223620"/>
                  <a:gd name="connsiteY33" fmla="*/ 269145 h 355508"/>
                  <a:gd name="connsiteX34" fmla="*/ 147785 w 223620"/>
                  <a:gd name="connsiteY34" fmla="*/ 315283 h 355508"/>
                  <a:gd name="connsiteX35" fmla="*/ 148174 w 223620"/>
                  <a:gd name="connsiteY35" fmla="*/ 254025 h 355508"/>
                  <a:gd name="connsiteX36" fmla="*/ 75447 w 223620"/>
                  <a:gd name="connsiteY36" fmla="*/ 254025 h 355508"/>
                  <a:gd name="connsiteX37" fmla="*/ 62364 w 223620"/>
                  <a:gd name="connsiteY37" fmla="*/ 212092 h 355508"/>
                  <a:gd name="connsiteX38" fmla="*/ 111799 w 223620"/>
                  <a:gd name="connsiteY38" fmla="*/ 223632 h 355508"/>
                  <a:gd name="connsiteX39" fmla="*/ 161245 w 223620"/>
                  <a:gd name="connsiteY39" fmla="*/ 212092 h 355508"/>
                  <a:gd name="connsiteX40" fmla="*/ 148162 w 223620"/>
                  <a:gd name="connsiteY40" fmla="*/ 254025 h 355508"/>
                  <a:gd name="connsiteX41" fmla="*/ 186786 w 223620"/>
                  <a:gd name="connsiteY41" fmla="*/ 172797 h 355508"/>
                  <a:gd name="connsiteX42" fmla="*/ 184632 w 223620"/>
                  <a:gd name="connsiteY42" fmla="*/ 175328 h 355508"/>
                  <a:gd name="connsiteX43" fmla="*/ 111822 w 223620"/>
                  <a:gd name="connsiteY43" fmla="*/ 208512 h 355508"/>
                  <a:gd name="connsiteX44" fmla="*/ 38989 w 223620"/>
                  <a:gd name="connsiteY44" fmla="*/ 175317 h 355508"/>
                  <a:gd name="connsiteX45" fmla="*/ 36858 w 223620"/>
                  <a:gd name="connsiteY45" fmla="*/ 172820 h 355508"/>
                  <a:gd name="connsiteX46" fmla="*/ 15132 w 223620"/>
                  <a:gd name="connsiteY46" fmla="*/ 111822 h 355508"/>
                  <a:gd name="connsiteX47" fmla="*/ 111822 w 223620"/>
                  <a:gd name="connsiteY47" fmla="*/ 15132 h 355508"/>
                  <a:gd name="connsiteX48" fmla="*/ 208513 w 223620"/>
                  <a:gd name="connsiteY48" fmla="*/ 111822 h 355508"/>
                  <a:gd name="connsiteX49" fmla="*/ 186786 w 223620"/>
                  <a:gd name="connsiteY49" fmla="*/ 172808 h 355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23620" h="355508">
                    <a:moveTo>
                      <a:pt x="111810" y="0"/>
                    </a:moveTo>
                    <a:cubicBezTo>
                      <a:pt x="50165" y="0"/>
                      <a:pt x="0" y="50164"/>
                      <a:pt x="0" y="111810"/>
                    </a:cubicBezTo>
                    <a:cubicBezTo>
                      <a:pt x="0" y="138023"/>
                      <a:pt x="9067" y="162151"/>
                      <a:pt x="24234" y="181252"/>
                    </a:cubicBezTo>
                    <a:cubicBezTo>
                      <a:pt x="24529" y="181711"/>
                      <a:pt x="24870" y="182135"/>
                      <a:pt x="25271" y="182547"/>
                    </a:cubicBezTo>
                    <a:cubicBezTo>
                      <a:pt x="25294" y="182547"/>
                      <a:pt x="25318" y="182594"/>
                      <a:pt x="25330" y="182606"/>
                    </a:cubicBezTo>
                    <a:cubicBezTo>
                      <a:pt x="26519" y="184066"/>
                      <a:pt x="27744" y="185479"/>
                      <a:pt x="29004" y="186869"/>
                    </a:cubicBezTo>
                    <a:cubicBezTo>
                      <a:pt x="39307" y="199857"/>
                      <a:pt x="60716" y="233524"/>
                      <a:pt x="60716" y="261574"/>
                    </a:cubicBezTo>
                    <a:lnTo>
                      <a:pt x="60716" y="319628"/>
                    </a:lnTo>
                    <a:cubicBezTo>
                      <a:pt x="60716" y="322313"/>
                      <a:pt x="62152" y="324797"/>
                      <a:pt x="64472" y="326152"/>
                    </a:cubicBezTo>
                    <a:lnTo>
                      <a:pt x="81417" y="336008"/>
                    </a:lnTo>
                    <a:lnTo>
                      <a:pt x="83820" y="349291"/>
                    </a:lnTo>
                    <a:cubicBezTo>
                      <a:pt x="84467" y="352882"/>
                      <a:pt x="87600" y="355508"/>
                      <a:pt x="91262" y="355508"/>
                    </a:cubicBezTo>
                    <a:lnTo>
                      <a:pt x="132359" y="355508"/>
                    </a:lnTo>
                    <a:cubicBezTo>
                      <a:pt x="136021" y="355508"/>
                      <a:pt x="139142" y="352882"/>
                      <a:pt x="139801" y="349291"/>
                    </a:cubicBezTo>
                    <a:lnTo>
                      <a:pt x="142204" y="336008"/>
                    </a:lnTo>
                    <a:lnTo>
                      <a:pt x="159149" y="326152"/>
                    </a:lnTo>
                    <a:cubicBezTo>
                      <a:pt x="161469" y="324797"/>
                      <a:pt x="162905" y="322313"/>
                      <a:pt x="162905" y="319628"/>
                    </a:cubicBezTo>
                    <a:lnTo>
                      <a:pt x="162905" y="261574"/>
                    </a:lnTo>
                    <a:cubicBezTo>
                      <a:pt x="162905" y="233524"/>
                      <a:pt x="184314" y="199869"/>
                      <a:pt x="194606" y="186880"/>
                    </a:cubicBezTo>
                    <a:cubicBezTo>
                      <a:pt x="195877" y="185491"/>
                      <a:pt x="197102" y="184054"/>
                      <a:pt x="198291" y="182594"/>
                    </a:cubicBezTo>
                    <a:cubicBezTo>
                      <a:pt x="198315" y="182594"/>
                      <a:pt x="198338" y="182547"/>
                      <a:pt x="198350" y="182547"/>
                    </a:cubicBezTo>
                    <a:cubicBezTo>
                      <a:pt x="198739" y="182147"/>
                      <a:pt x="199080" y="181711"/>
                      <a:pt x="199375" y="181252"/>
                    </a:cubicBezTo>
                    <a:cubicBezTo>
                      <a:pt x="214542" y="162163"/>
                      <a:pt x="223621" y="138035"/>
                      <a:pt x="223621" y="111810"/>
                    </a:cubicBezTo>
                    <a:cubicBezTo>
                      <a:pt x="223621" y="50164"/>
                      <a:pt x="173456" y="0"/>
                      <a:pt x="111799" y="0"/>
                    </a:cubicBezTo>
                    <a:close/>
                    <a:moveTo>
                      <a:pt x="147785" y="315283"/>
                    </a:moveTo>
                    <a:lnTo>
                      <a:pt x="131582" y="324703"/>
                    </a:lnTo>
                    <a:cubicBezTo>
                      <a:pt x="129674" y="325822"/>
                      <a:pt x="128344" y="327718"/>
                      <a:pt x="127943" y="329896"/>
                    </a:cubicBezTo>
                    <a:lnTo>
                      <a:pt x="126047" y="340388"/>
                    </a:lnTo>
                    <a:lnTo>
                      <a:pt x="97574" y="340388"/>
                    </a:lnTo>
                    <a:lnTo>
                      <a:pt x="95678" y="329896"/>
                    </a:lnTo>
                    <a:cubicBezTo>
                      <a:pt x="95289" y="327718"/>
                      <a:pt x="93958" y="325810"/>
                      <a:pt x="92039" y="324703"/>
                    </a:cubicBezTo>
                    <a:lnTo>
                      <a:pt x="75836" y="315283"/>
                    </a:lnTo>
                    <a:lnTo>
                      <a:pt x="75836" y="269145"/>
                    </a:lnTo>
                    <a:lnTo>
                      <a:pt x="147785" y="269145"/>
                    </a:lnTo>
                    <a:lnTo>
                      <a:pt x="147785" y="315283"/>
                    </a:lnTo>
                    <a:close/>
                    <a:moveTo>
                      <a:pt x="148174" y="254025"/>
                    </a:moveTo>
                    <a:lnTo>
                      <a:pt x="75447" y="254025"/>
                    </a:lnTo>
                    <a:cubicBezTo>
                      <a:pt x="74010" y="239518"/>
                      <a:pt x="68688" y="224904"/>
                      <a:pt x="62364" y="212092"/>
                    </a:cubicBezTo>
                    <a:cubicBezTo>
                      <a:pt x="77284" y="219476"/>
                      <a:pt x="94064" y="223632"/>
                      <a:pt x="111799" y="223632"/>
                    </a:cubicBezTo>
                    <a:cubicBezTo>
                      <a:pt x="129533" y="223632"/>
                      <a:pt x="146325" y="219476"/>
                      <a:pt x="161245" y="212092"/>
                    </a:cubicBezTo>
                    <a:cubicBezTo>
                      <a:pt x="154921" y="224916"/>
                      <a:pt x="149599" y="239518"/>
                      <a:pt x="148162" y="254025"/>
                    </a:cubicBezTo>
                    <a:close/>
                    <a:moveTo>
                      <a:pt x="186786" y="172797"/>
                    </a:moveTo>
                    <a:cubicBezTo>
                      <a:pt x="186209" y="173433"/>
                      <a:pt x="185479" y="174280"/>
                      <a:pt x="184632" y="175328"/>
                    </a:cubicBezTo>
                    <a:cubicBezTo>
                      <a:pt x="166897" y="195642"/>
                      <a:pt x="140849" y="208512"/>
                      <a:pt x="111822" y="208512"/>
                    </a:cubicBezTo>
                    <a:cubicBezTo>
                      <a:pt x="82795" y="208512"/>
                      <a:pt x="56735" y="195630"/>
                      <a:pt x="38989" y="175317"/>
                    </a:cubicBezTo>
                    <a:cubicBezTo>
                      <a:pt x="38153" y="174280"/>
                      <a:pt x="37435" y="173456"/>
                      <a:pt x="36858" y="172820"/>
                    </a:cubicBezTo>
                    <a:cubicBezTo>
                      <a:pt x="23281" y="156169"/>
                      <a:pt x="15132" y="134926"/>
                      <a:pt x="15132" y="111822"/>
                    </a:cubicBezTo>
                    <a:cubicBezTo>
                      <a:pt x="15132" y="58513"/>
                      <a:pt x="58502" y="15132"/>
                      <a:pt x="111822" y="15132"/>
                    </a:cubicBezTo>
                    <a:cubicBezTo>
                      <a:pt x="165143" y="15132"/>
                      <a:pt x="208513" y="58502"/>
                      <a:pt x="208513" y="111822"/>
                    </a:cubicBezTo>
                    <a:cubicBezTo>
                      <a:pt x="208513" y="134926"/>
                      <a:pt x="200364" y="156158"/>
                      <a:pt x="186786" y="172808"/>
                    </a:cubicBezTo>
                    <a:close/>
                  </a:path>
                </a:pathLst>
              </a:custGeom>
              <a:grpFill/>
              <a:ln w="11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879267D-A550-1858-C37F-3939AA6D66A9}"/>
                </a:ext>
              </a:extLst>
            </p:cNvPr>
            <p:cNvSpPr txBox="1"/>
            <p:nvPr/>
          </p:nvSpPr>
          <p:spPr>
            <a:xfrm>
              <a:off x="9040754" y="2980497"/>
              <a:ext cx="30384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Integrity, Collaboration, Respect, Excellence, Innovation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D214282-9E8C-414F-674D-43DB0869E224}"/>
                </a:ext>
              </a:extLst>
            </p:cNvPr>
            <p:cNvSpPr txBox="1"/>
            <p:nvPr/>
          </p:nvSpPr>
          <p:spPr>
            <a:xfrm>
              <a:off x="9172155" y="3346804"/>
              <a:ext cx="28139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We pride ourselves on our core values. We believe in always doing the right thing for our clients, partners and each other, working within our local communities to make tangible differences.</a:t>
              </a:r>
            </a:p>
          </p:txBody>
        </p:sp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id="{B41459A0-209A-51E3-EB19-B616278B4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843359" y="3297931"/>
              <a:ext cx="378663" cy="321291"/>
            </a:xfrm>
            <a:prstGeom prst="rect">
              <a:avLst/>
            </a:prstGeom>
          </p:spPr>
        </p:pic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074CAFF-178C-9DEB-D8BB-9BD29D07749C}"/>
                </a:ext>
              </a:extLst>
            </p:cNvPr>
            <p:cNvGrpSpPr/>
            <p:nvPr/>
          </p:nvGrpSpPr>
          <p:grpSpPr>
            <a:xfrm>
              <a:off x="5955479" y="1426186"/>
              <a:ext cx="396548" cy="395810"/>
              <a:chOff x="3276211" y="2695022"/>
              <a:chExt cx="1217182" cy="1214916"/>
            </a:xfrm>
            <a:solidFill>
              <a:schemeClr val="bg1"/>
            </a:solidFill>
          </p:grpSpPr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85B2E933-2CEC-5002-3AF3-10DCC409F824}"/>
                  </a:ext>
                </a:extLst>
              </p:cNvPr>
              <p:cNvSpPr/>
              <p:nvPr/>
            </p:nvSpPr>
            <p:spPr>
              <a:xfrm>
                <a:off x="3276211" y="2695022"/>
                <a:ext cx="1217182" cy="1214916"/>
              </a:xfrm>
              <a:custGeom>
                <a:avLst/>
                <a:gdLst>
                  <a:gd name="connsiteX0" fmla="*/ 1217150 w 1217182"/>
                  <a:gd name="connsiteY0" fmla="*/ 662013 h 1214916"/>
                  <a:gd name="connsiteX1" fmla="*/ 1163998 w 1217182"/>
                  <a:gd name="connsiteY1" fmla="*/ 713644 h 1214916"/>
                  <a:gd name="connsiteX2" fmla="*/ 1099499 w 1217182"/>
                  <a:gd name="connsiteY2" fmla="*/ 723216 h 1214916"/>
                  <a:gd name="connsiteX3" fmla="*/ 1085680 w 1217182"/>
                  <a:gd name="connsiteY3" fmla="*/ 734658 h 1214916"/>
                  <a:gd name="connsiteX4" fmla="*/ 1035697 w 1217182"/>
                  <a:gd name="connsiteY4" fmla="*/ 854402 h 1214916"/>
                  <a:gd name="connsiteX5" fmla="*/ 1036964 w 1217182"/>
                  <a:gd name="connsiteY5" fmla="*/ 871232 h 1214916"/>
                  <a:gd name="connsiteX6" fmla="*/ 1073921 w 1217182"/>
                  <a:gd name="connsiteY6" fmla="*/ 920613 h 1214916"/>
                  <a:gd name="connsiteX7" fmla="*/ 1067297 w 1217182"/>
                  <a:gd name="connsiteY7" fmla="*/ 1008915 h 1214916"/>
                  <a:gd name="connsiteX8" fmla="*/ 1011006 w 1217182"/>
                  <a:gd name="connsiteY8" fmla="*/ 1065110 h 1214916"/>
                  <a:gd name="connsiteX9" fmla="*/ 921627 w 1217182"/>
                  <a:gd name="connsiteY9" fmla="*/ 1071417 h 1214916"/>
                  <a:gd name="connsiteX10" fmla="*/ 872151 w 1217182"/>
                  <a:gd name="connsiteY10" fmla="*/ 1034524 h 1214916"/>
                  <a:gd name="connsiteX11" fmla="*/ 856303 w 1217182"/>
                  <a:gd name="connsiteY11" fmla="*/ 1033700 h 1214916"/>
                  <a:gd name="connsiteX12" fmla="*/ 735197 w 1217182"/>
                  <a:gd name="connsiteY12" fmla="*/ 1083905 h 1214916"/>
                  <a:gd name="connsiteX13" fmla="*/ 724706 w 1217182"/>
                  <a:gd name="connsiteY13" fmla="*/ 1095949 h 1214916"/>
                  <a:gd name="connsiteX14" fmla="*/ 715451 w 1217182"/>
                  <a:gd name="connsiteY14" fmla="*/ 1159181 h 1214916"/>
                  <a:gd name="connsiteX15" fmla="*/ 651363 w 1217182"/>
                  <a:gd name="connsiteY15" fmla="*/ 1214774 h 1214916"/>
                  <a:gd name="connsiteX16" fmla="*/ 565819 w 1217182"/>
                  <a:gd name="connsiteY16" fmla="*/ 1214774 h 1214916"/>
                  <a:gd name="connsiteX17" fmla="*/ 501731 w 1217182"/>
                  <a:gd name="connsiteY17" fmla="*/ 1159149 h 1214916"/>
                  <a:gd name="connsiteX18" fmla="*/ 491906 w 1217182"/>
                  <a:gd name="connsiteY18" fmla="*/ 1094808 h 1214916"/>
                  <a:gd name="connsiteX19" fmla="*/ 483000 w 1217182"/>
                  <a:gd name="connsiteY19" fmla="*/ 1084539 h 1214916"/>
                  <a:gd name="connsiteX20" fmla="*/ 359643 w 1217182"/>
                  <a:gd name="connsiteY20" fmla="*/ 1033352 h 1214916"/>
                  <a:gd name="connsiteX21" fmla="*/ 346268 w 1217182"/>
                  <a:gd name="connsiteY21" fmla="*/ 1034239 h 1214916"/>
                  <a:gd name="connsiteX22" fmla="*/ 295524 w 1217182"/>
                  <a:gd name="connsiteY22" fmla="*/ 1071386 h 1214916"/>
                  <a:gd name="connsiteX23" fmla="*/ 206144 w 1217182"/>
                  <a:gd name="connsiteY23" fmla="*/ 1065047 h 1214916"/>
                  <a:gd name="connsiteX24" fmla="*/ 149854 w 1217182"/>
                  <a:gd name="connsiteY24" fmla="*/ 1008851 h 1214916"/>
                  <a:gd name="connsiteX25" fmla="*/ 143261 w 1217182"/>
                  <a:gd name="connsiteY25" fmla="*/ 920613 h 1214916"/>
                  <a:gd name="connsiteX26" fmla="*/ 180186 w 1217182"/>
                  <a:gd name="connsiteY26" fmla="*/ 871232 h 1214916"/>
                  <a:gd name="connsiteX27" fmla="*/ 181454 w 1217182"/>
                  <a:gd name="connsiteY27" fmla="*/ 854402 h 1214916"/>
                  <a:gd name="connsiteX28" fmla="*/ 131471 w 1217182"/>
                  <a:gd name="connsiteY28" fmla="*/ 734658 h 1214916"/>
                  <a:gd name="connsiteX29" fmla="*/ 117683 w 1217182"/>
                  <a:gd name="connsiteY29" fmla="*/ 723121 h 1214916"/>
                  <a:gd name="connsiteX30" fmla="*/ 59048 w 1217182"/>
                  <a:gd name="connsiteY30" fmla="*/ 714468 h 1214916"/>
                  <a:gd name="connsiteX31" fmla="*/ 2155 w 1217182"/>
                  <a:gd name="connsiteY31" fmla="*/ 666165 h 1214916"/>
                  <a:gd name="connsiteX32" fmla="*/ 0 w 1217182"/>
                  <a:gd name="connsiteY32" fmla="*/ 661982 h 1214916"/>
                  <a:gd name="connsiteX33" fmla="*/ 0 w 1217182"/>
                  <a:gd name="connsiteY33" fmla="*/ 552824 h 1214916"/>
                  <a:gd name="connsiteX34" fmla="*/ 2377 w 1217182"/>
                  <a:gd name="connsiteY34" fmla="*/ 547499 h 1214916"/>
                  <a:gd name="connsiteX35" fmla="*/ 58921 w 1217182"/>
                  <a:gd name="connsiteY35" fmla="*/ 500369 h 1214916"/>
                  <a:gd name="connsiteX36" fmla="*/ 118603 w 1217182"/>
                  <a:gd name="connsiteY36" fmla="*/ 491050 h 1214916"/>
                  <a:gd name="connsiteX37" fmla="*/ 130583 w 1217182"/>
                  <a:gd name="connsiteY37" fmla="*/ 481320 h 1214916"/>
                  <a:gd name="connsiteX38" fmla="*/ 181834 w 1217182"/>
                  <a:gd name="connsiteY38" fmla="*/ 359611 h 1214916"/>
                  <a:gd name="connsiteX39" fmla="*/ 180978 w 1217182"/>
                  <a:gd name="connsiteY39" fmla="*/ 344778 h 1214916"/>
                  <a:gd name="connsiteX40" fmla="*/ 144117 w 1217182"/>
                  <a:gd name="connsiteY40" fmla="*/ 295397 h 1214916"/>
                  <a:gd name="connsiteX41" fmla="*/ 150393 w 1217182"/>
                  <a:gd name="connsiteY41" fmla="*/ 205384 h 1214916"/>
                  <a:gd name="connsiteX42" fmla="*/ 205795 w 1217182"/>
                  <a:gd name="connsiteY42" fmla="*/ 150076 h 1214916"/>
                  <a:gd name="connsiteX43" fmla="*/ 295999 w 1217182"/>
                  <a:gd name="connsiteY43" fmla="*/ 143800 h 1214916"/>
                  <a:gd name="connsiteX44" fmla="*/ 344461 w 1217182"/>
                  <a:gd name="connsiteY44" fmla="*/ 179964 h 1214916"/>
                  <a:gd name="connsiteX45" fmla="*/ 361354 w 1217182"/>
                  <a:gd name="connsiteY45" fmla="*/ 180978 h 1214916"/>
                  <a:gd name="connsiteX46" fmla="*/ 481225 w 1217182"/>
                  <a:gd name="connsiteY46" fmla="*/ 131122 h 1214916"/>
                  <a:gd name="connsiteX47" fmla="*/ 492477 w 1217182"/>
                  <a:gd name="connsiteY47" fmla="*/ 118444 h 1214916"/>
                  <a:gd name="connsiteX48" fmla="*/ 501763 w 1217182"/>
                  <a:gd name="connsiteY48" fmla="*/ 55276 h 1214916"/>
                  <a:gd name="connsiteX49" fmla="*/ 553870 w 1217182"/>
                  <a:gd name="connsiteY49" fmla="*/ 0 h 1214916"/>
                  <a:gd name="connsiteX50" fmla="*/ 663217 w 1217182"/>
                  <a:gd name="connsiteY50" fmla="*/ 0 h 1214916"/>
                  <a:gd name="connsiteX51" fmla="*/ 714944 w 1217182"/>
                  <a:gd name="connsiteY51" fmla="*/ 53026 h 1214916"/>
                  <a:gd name="connsiteX52" fmla="*/ 724452 w 1217182"/>
                  <a:gd name="connsiteY52" fmla="*/ 117430 h 1214916"/>
                  <a:gd name="connsiteX53" fmla="*/ 737162 w 1217182"/>
                  <a:gd name="connsiteY53" fmla="*/ 131503 h 1214916"/>
                  <a:gd name="connsiteX54" fmla="*/ 759855 w 1217182"/>
                  <a:gd name="connsiteY54" fmla="*/ 138222 h 1214916"/>
                  <a:gd name="connsiteX55" fmla="*/ 772153 w 1217182"/>
                  <a:gd name="connsiteY55" fmla="*/ 160789 h 1214916"/>
                  <a:gd name="connsiteX56" fmla="*/ 749301 w 1217182"/>
                  <a:gd name="connsiteY56" fmla="*/ 172579 h 1214916"/>
                  <a:gd name="connsiteX57" fmla="*/ 717511 w 1217182"/>
                  <a:gd name="connsiteY57" fmla="*/ 163198 h 1214916"/>
                  <a:gd name="connsiteX58" fmla="*/ 689619 w 1217182"/>
                  <a:gd name="connsiteY58" fmla="*/ 127953 h 1214916"/>
                  <a:gd name="connsiteX59" fmla="*/ 680111 w 1217182"/>
                  <a:gd name="connsiteY59" fmla="*/ 63548 h 1214916"/>
                  <a:gd name="connsiteX60" fmla="*/ 648796 w 1217182"/>
                  <a:gd name="connsiteY60" fmla="*/ 35720 h 1214916"/>
                  <a:gd name="connsiteX61" fmla="*/ 567974 w 1217182"/>
                  <a:gd name="connsiteY61" fmla="*/ 35720 h 1214916"/>
                  <a:gd name="connsiteX62" fmla="*/ 537008 w 1217182"/>
                  <a:gd name="connsiteY62" fmla="*/ 63929 h 1214916"/>
                  <a:gd name="connsiteX63" fmla="*/ 527468 w 1217182"/>
                  <a:gd name="connsiteY63" fmla="*/ 128333 h 1214916"/>
                  <a:gd name="connsiteX64" fmla="*/ 496946 w 1217182"/>
                  <a:gd name="connsiteY64" fmla="*/ 163895 h 1214916"/>
                  <a:gd name="connsiteX65" fmla="*/ 373684 w 1217182"/>
                  <a:gd name="connsiteY65" fmla="*/ 215114 h 1214916"/>
                  <a:gd name="connsiteX66" fmla="*/ 327916 w 1217182"/>
                  <a:gd name="connsiteY66" fmla="*/ 212230 h 1214916"/>
                  <a:gd name="connsiteX67" fmla="*/ 274447 w 1217182"/>
                  <a:gd name="connsiteY67" fmla="*/ 172769 h 1214916"/>
                  <a:gd name="connsiteX68" fmla="*/ 230898 w 1217182"/>
                  <a:gd name="connsiteY68" fmla="*/ 176192 h 1214916"/>
                  <a:gd name="connsiteX69" fmla="*/ 176287 w 1217182"/>
                  <a:gd name="connsiteY69" fmla="*/ 230740 h 1214916"/>
                  <a:gd name="connsiteX70" fmla="*/ 173372 w 1217182"/>
                  <a:gd name="connsiteY70" fmla="*/ 274225 h 1214916"/>
                  <a:gd name="connsiteX71" fmla="*/ 210233 w 1217182"/>
                  <a:gd name="connsiteY71" fmla="*/ 323669 h 1214916"/>
                  <a:gd name="connsiteX72" fmla="*/ 213751 w 1217182"/>
                  <a:gd name="connsiteY72" fmla="*/ 376505 h 1214916"/>
                  <a:gd name="connsiteX73" fmla="*/ 165733 w 1217182"/>
                  <a:gd name="connsiteY73" fmla="*/ 491970 h 1214916"/>
                  <a:gd name="connsiteX74" fmla="*/ 125829 w 1217182"/>
                  <a:gd name="connsiteY74" fmla="*/ 526866 h 1214916"/>
                  <a:gd name="connsiteX75" fmla="*/ 62471 w 1217182"/>
                  <a:gd name="connsiteY75" fmla="*/ 536184 h 1214916"/>
                  <a:gd name="connsiteX76" fmla="*/ 35847 w 1217182"/>
                  <a:gd name="connsiteY76" fmla="*/ 566136 h 1214916"/>
                  <a:gd name="connsiteX77" fmla="*/ 35879 w 1217182"/>
                  <a:gd name="connsiteY77" fmla="*/ 649177 h 1214916"/>
                  <a:gd name="connsiteX78" fmla="*/ 62915 w 1217182"/>
                  <a:gd name="connsiteY78" fmla="*/ 678748 h 1214916"/>
                  <a:gd name="connsiteX79" fmla="*/ 127445 w 1217182"/>
                  <a:gd name="connsiteY79" fmla="*/ 688257 h 1214916"/>
                  <a:gd name="connsiteX80" fmla="*/ 164243 w 1217182"/>
                  <a:gd name="connsiteY80" fmla="*/ 718874 h 1214916"/>
                  <a:gd name="connsiteX81" fmla="*/ 215558 w 1217182"/>
                  <a:gd name="connsiteY81" fmla="*/ 841946 h 1214916"/>
                  <a:gd name="connsiteX82" fmla="*/ 212008 w 1217182"/>
                  <a:gd name="connsiteY82" fmla="*/ 888632 h 1214916"/>
                  <a:gd name="connsiteX83" fmla="*/ 173815 w 1217182"/>
                  <a:gd name="connsiteY83" fmla="*/ 940042 h 1214916"/>
                  <a:gd name="connsiteX84" fmla="*/ 176604 w 1217182"/>
                  <a:gd name="connsiteY84" fmla="*/ 984478 h 1214916"/>
                  <a:gd name="connsiteX85" fmla="*/ 231247 w 1217182"/>
                  <a:gd name="connsiteY85" fmla="*/ 1038993 h 1214916"/>
                  <a:gd name="connsiteX86" fmla="*/ 274859 w 1217182"/>
                  <a:gd name="connsiteY86" fmla="*/ 1041878 h 1214916"/>
                  <a:gd name="connsiteX87" fmla="*/ 325381 w 1217182"/>
                  <a:gd name="connsiteY87" fmla="*/ 1004383 h 1214916"/>
                  <a:gd name="connsiteX88" fmla="*/ 376251 w 1217182"/>
                  <a:gd name="connsiteY88" fmla="*/ 1001054 h 1214916"/>
                  <a:gd name="connsiteX89" fmla="*/ 494093 w 1217182"/>
                  <a:gd name="connsiteY89" fmla="*/ 1049865 h 1214916"/>
                  <a:gd name="connsiteX90" fmla="*/ 527880 w 1217182"/>
                  <a:gd name="connsiteY90" fmla="*/ 1089325 h 1214916"/>
                  <a:gd name="connsiteX91" fmla="*/ 537230 w 1217182"/>
                  <a:gd name="connsiteY91" fmla="*/ 1152557 h 1214916"/>
                  <a:gd name="connsiteX92" fmla="*/ 566072 w 1217182"/>
                  <a:gd name="connsiteY92" fmla="*/ 1179022 h 1214916"/>
                  <a:gd name="connsiteX93" fmla="*/ 650444 w 1217182"/>
                  <a:gd name="connsiteY93" fmla="*/ 1179085 h 1214916"/>
                  <a:gd name="connsiteX94" fmla="*/ 680047 w 1217182"/>
                  <a:gd name="connsiteY94" fmla="*/ 1152081 h 1214916"/>
                  <a:gd name="connsiteX95" fmla="*/ 689588 w 1217182"/>
                  <a:gd name="connsiteY95" fmla="*/ 1087677 h 1214916"/>
                  <a:gd name="connsiteX96" fmla="*/ 720300 w 1217182"/>
                  <a:gd name="connsiteY96" fmla="*/ 1050974 h 1214916"/>
                  <a:gd name="connsiteX97" fmla="*/ 843594 w 1217182"/>
                  <a:gd name="connsiteY97" fmla="*/ 999723 h 1214916"/>
                  <a:gd name="connsiteX98" fmla="*/ 889361 w 1217182"/>
                  <a:gd name="connsiteY98" fmla="*/ 1002639 h 1214916"/>
                  <a:gd name="connsiteX99" fmla="*/ 941848 w 1217182"/>
                  <a:gd name="connsiteY99" fmla="*/ 1041434 h 1214916"/>
                  <a:gd name="connsiteX100" fmla="*/ 987267 w 1217182"/>
                  <a:gd name="connsiteY100" fmla="*/ 1037789 h 1214916"/>
                  <a:gd name="connsiteX101" fmla="*/ 1039373 w 1217182"/>
                  <a:gd name="connsiteY101" fmla="*/ 985777 h 1214916"/>
                  <a:gd name="connsiteX102" fmla="*/ 1043177 w 1217182"/>
                  <a:gd name="connsiteY102" fmla="*/ 939535 h 1214916"/>
                  <a:gd name="connsiteX103" fmla="*/ 1006981 w 1217182"/>
                  <a:gd name="connsiteY103" fmla="*/ 891073 h 1214916"/>
                  <a:gd name="connsiteX104" fmla="*/ 1003558 w 1217182"/>
                  <a:gd name="connsiteY104" fmla="*/ 838269 h 1214916"/>
                  <a:gd name="connsiteX105" fmla="*/ 1051481 w 1217182"/>
                  <a:gd name="connsiteY105" fmla="*/ 722804 h 1214916"/>
                  <a:gd name="connsiteX106" fmla="*/ 1102003 w 1217182"/>
                  <a:gd name="connsiteY106" fmla="*/ 686101 h 1214916"/>
                  <a:gd name="connsiteX107" fmla="*/ 1153665 w 1217182"/>
                  <a:gd name="connsiteY107" fmla="*/ 678812 h 1214916"/>
                  <a:gd name="connsiteX108" fmla="*/ 1181494 w 1217182"/>
                  <a:gd name="connsiteY108" fmla="*/ 647497 h 1214916"/>
                  <a:gd name="connsiteX109" fmla="*/ 1181494 w 1217182"/>
                  <a:gd name="connsiteY109" fmla="*/ 568006 h 1214916"/>
                  <a:gd name="connsiteX110" fmla="*/ 1153095 w 1217182"/>
                  <a:gd name="connsiteY110" fmla="*/ 535994 h 1214916"/>
                  <a:gd name="connsiteX111" fmla="*/ 1088564 w 1217182"/>
                  <a:gd name="connsiteY111" fmla="*/ 526454 h 1214916"/>
                  <a:gd name="connsiteX112" fmla="*/ 1052971 w 1217182"/>
                  <a:gd name="connsiteY112" fmla="*/ 495931 h 1214916"/>
                  <a:gd name="connsiteX113" fmla="*/ 1001656 w 1217182"/>
                  <a:gd name="connsiteY113" fmla="*/ 372892 h 1214916"/>
                  <a:gd name="connsiteX114" fmla="*/ 1004604 w 1217182"/>
                  <a:gd name="connsiteY114" fmla="*/ 327219 h 1214916"/>
                  <a:gd name="connsiteX115" fmla="*/ 1043494 w 1217182"/>
                  <a:gd name="connsiteY115" fmla="*/ 274827 h 1214916"/>
                  <a:gd name="connsiteX116" fmla="*/ 1040673 w 1217182"/>
                  <a:gd name="connsiteY116" fmla="*/ 230359 h 1214916"/>
                  <a:gd name="connsiteX117" fmla="*/ 986031 w 1217182"/>
                  <a:gd name="connsiteY117" fmla="*/ 175844 h 1214916"/>
                  <a:gd name="connsiteX118" fmla="*/ 942418 w 1217182"/>
                  <a:gd name="connsiteY118" fmla="*/ 173055 h 1214916"/>
                  <a:gd name="connsiteX119" fmla="*/ 892879 w 1217182"/>
                  <a:gd name="connsiteY119" fmla="*/ 209853 h 1214916"/>
                  <a:gd name="connsiteX120" fmla="*/ 839949 w 1217182"/>
                  <a:gd name="connsiteY120" fmla="*/ 213276 h 1214916"/>
                  <a:gd name="connsiteX121" fmla="*/ 822485 w 1217182"/>
                  <a:gd name="connsiteY121" fmla="*/ 203197 h 1214916"/>
                  <a:gd name="connsiteX122" fmla="*/ 816019 w 1217182"/>
                  <a:gd name="connsiteY122" fmla="*/ 179457 h 1214916"/>
                  <a:gd name="connsiteX123" fmla="*/ 839663 w 1217182"/>
                  <a:gd name="connsiteY123" fmla="*/ 171945 h 1214916"/>
                  <a:gd name="connsiteX124" fmla="*/ 845875 w 1217182"/>
                  <a:gd name="connsiteY124" fmla="*/ 175368 h 1214916"/>
                  <a:gd name="connsiteX125" fmla="*/ 881818 w 1217182"/>
                  <a:gd name="connsiteY125" fmla="*/ 173530 h 1214916"/>
                  <a:gd name="connsiteX126" fmla="*/ 923560 w 1217182"/>
                  <a:gd name="connsiteY126" fmla="*/ 142215 h 1214916"/>
                  <a:gd name="connsiteX127" fmla="*/ 1009231 w 1217182"/>
                  <a:gd name="connsiteY127" fmla="*/ 148047 h 1214916"/>
                  <a:gd name="connsiteX128" fmla="*/ 1068881 w 1217182"/>
                  <a:gd name="connsiteY128" fmla="*/ 207602 h 1214916"/>
                  <a:gd name="connsiteX129" fmla="*/ 1074650 w 1217182"/>
                  <a:gd name="connsiteY129" fmla="*/ 293147 h 1214916"/>
                  <a:gd name="connsiteX130" fmla="*/ 1037060 w 1217182"/>
                  <a:gd name="connsiteY130" fmla="*/ 343542 h 1214916"/>
                  <a:gd name="connsiteX131" fmla="*/ 1035697 w 1217182"/>
                  <a:gd name="connsiteY131" fmla="*/ 360372 h 1214916"/>
                  <a:gd name="connsiteX132" fmla="*/ 1085711 w 1217182"/>
                  <a:gd name="connsiteY132" fmla="*/ 480147 h 1214916"/>
                  <a:gd name="connsiteX133" fmla="*/ 1099499 w 1217182"/>
                  <a:gd name="connsiteY133" fmla="*/ 491621 h 1214916"/>
                  <a:gd name="connsiteX134" fmla="*/ 1159339 w 1217182"/>
                  <a:gd name="connsiteY134" fmla="*/ 500464 h 1214916"/>
                  <a:gd name="connsiteX135" fmla="*/ 1214773 w 1217182"/>
                  <a:gd name="connsiteY135" fmla="*/ 547499 h 1214916"/>
                  <a:gd name="connsiteX136" fmla="*/ 1217182 w 1217182"/>
                  <a:gd name="connsiteY136" fmla="*/ 552824 h 1214916"/>
                  <a:gd name="connsiteX137" fmla="*/ 1217182 w 1217182"/>
                  <a:gd name="connsiteY137" fmla="*/ 661982 h 1214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</a:cxnLst>
                <a:rect l="l" t="t" r="r" b="b"/>
                <a:pathLst>
                  <a:path w="1217182" h="1214916">
                    <a:moveTo>
                      <a:pt x="1217150" y="662013"/>
                    </a:moveTo>
                    <a:cubicBezTo>
                      <a:pt x="1208561" y="688574"/>
                      <a:pt x="1192619" y="708129"/>
                      <a:pt x="1163998" y="713644"/>
                    </a:cubicBezTo>
                    <a:cubicBezTo>
                      <a:pt x="1142667" y="717765"/>
                      <a:pt x="1121083" y="720649"/>
                      <a:pt x="1099499" y="723216"/>
                    </a:cubicBezTo>
                    <a:cubicBezTo>
                      <a:pt x="1091638" y="724135"/>
                      <a:pt x="1087803" y="726671"/>
                      <a:pt x="1085680" y="734658"/>
                    </a:cubicBezTo>
                    <a:cubicBezTo>
                      <a:pt x="1074491" y="776812"/>
                      <a:pt x="1057947" y="816843"/>
                      <a:pt x="1035697" y="854402"/>
                    </a:cubicBezTo>
                    <a:cubicBezTo>
                      <a:pt x="1031767" y="860994"/>
                      <a:pt x="1032495" y="865495"/>
                      <a:pt x="1036964" y="871232"/>
                    </a:cubicBezTo>
                    <a:cubicBezTo>
                      <a:pt x="1049579" y="887460"/>
                      <a:pt x="1061877" y="903941"/>
                      <a:pt x="1073921" y="920613"/>
                    </a:cubicBezTo>
                    <a:cubicBezTo>
                      <a:pt x="1095030" y="949772"/>
                      <a:pt x="1092589" y="983020"/>
                      <a:pt x="1067297" y="1008915"/>
                    </a:cubicBezTo>
                    <a:cubicBezTo>
                      <a:pt x="1048787" y="1027868"/>
                      <a:pt x="1029992" y="1046600"/>
                      <a:pt x="1011006" y="1065110"/>
                    </a:cubicBezTo>
                    <a:cubicBezTo>
                      <a:pt x="984699" y="1090720"/>
                      <a:pt x="951388" y="1093002"/>
                      <a:pt x="921627" y="1071417"/>
                    </a:cubicBezTo>
                    <a:cubicBezTo>
                      <a:pt x="904987" y="1059342"/>
                      <a:pt x="888410" y="1047139"/>
                      <a:pt x="872151" y="1034524"/>
                    </a:cubicBezTo>
                    <a:cubicBezTo>
                      <a:pt x="866572" y="1030214"/>
                      <a:pt x="862389" y="1030150"/>
                      <a:pt x="856303" y="1033700"/>
                    </a:cubicBezTo>
                    <a:cubicBezTo>
                      <a:pt x="818269" y="1055950"/>
                      <a:pt x="777826" y="1072685"/>
                      <a:pt x="735197" y="1083905"/>
                    </a:cubicBezTo>
                    <a:cubicBezTo>
                      <a:pt x="728351" y="1085712"/>
                      <a:pt x="725593" y="1088976"/>
                      <a:pt x="724706" y="1095949"/>
                    </a:cubicBezTo>
                    <a:cubicBezTo>
                      <a:pt x="722043" y="1117090"/>
                      <a:pt x="718652" y="1138135"/>
                      <a:pt x="715451" y="1159181"/>
                    </a:cubicBezTo>
                    <a:cubicBezTo>
                      <a:pt x="710570" y="1191129"/>
                      <a:pt x="683661" y="1214584"/>
                      <a:pt x="651363" y="1214774"/>
                    </a:cubicBezTo>
                    <a:cubicBezTo>
                      <a:pt x="622838" y="1214964"/>
                      <a:pt x="594344" y="1214964"/>
                      <a:pt x="565819" y="1214774"/>
                    </a:cubicBezTo>
                    <a:cubicBezTo>
                      <a:pt x="533553" y="1214552"/>
                      <a:pt x="506549" y="1191003"/>
                      <a:pt x="501731" y="1159149"/>
                    </a:cubicBezTo>
                    <a:cubicBezTo>
                      <a:pt x="498499" y="1137692"/>
                      <a:pt x="495773" y="1116139"/>
                      <a:pt x="491906" y="1094808"/>
                    </a:cubicBezTo>
                    <a:cubicBezTo>
                      <a:pt x="491209" y="1090878"/>
                      <a:pt x="486740" y="1085585"/>
                      <a:pt x="483000" y="1084539"/>
                    </a:cubicBezTo>
                    <a:cubicBezTo>
                      <a:pt x="439704" y="1072590"/>
                      <a:pt x="398659" y="1055570"/>
                      <a:pt x="359643" y="1033352"/>
                    </a:cubicBezTo>
                    <a:cubicBezTo>
                      <a:pt x="356315" y="1031450"/>
                      <a:pt x="349500" y="1032020"/>
                      <a:pt x="346268" y="1034239"/>
                    </a:cubicBezTo>
                    <a:cubicBezTo>
                      <a:pt x="329026" y="1046125"/>
                      <a:pt x="312512" y="1059088"/>
                      <a:pt x="295524" y="1071386"/>
                    </a:cubicBezTo>
                    <a:cubicBezTo>
                      <a:pt x="265667" y="1093002"/>
                      <a:pt x="232388" y="1090688"/>
                      <a:pt x="206144" y="1065047"/>
                    </a:cubicBezTo>
                    <a:cubicBezTo>
                      <a:pt x="187191" y="1046505"/>
                      <a:pt x="168395" y="1027805"/>
                      <a:pt x="149854" y="1008851"/>
                    </a:cubicBezTo>
                    <a:cubicBezTo>
                      <a:pt x="124530" y="982957"/>
                      <a:pt x="122089" y="949772"/>
                      <a:pt x="143261" y="920613"/>
                    </a:cubicBezTo>
                    <a:cubicBezTo>
                      <a:pt x="155337" y="903973"/>
                      <a:pt x="167571" y="887460"/>
                      <a:pt x="180186" y="871232"/>
                    </a:cubicBezTo>
                    <a:cubicBezTo>
                      <a:pt x="184655" y="865463"/>
                      <a:pt x="185384" y="860994"/>
                      <a:pt x="181454" y="854402"/>
                    </a:cubicBezTo>
                    <a:cubicBezTo>
                      <a:pt x="159172" y="816875"/>
                      <a:pt x="142596" y="776844"/>
                      <a:pt x="131471" y="734658"/>
                    </a:cubicBezTo>
                    <a:cubicBezTo>
                      <a:pt x="129379" y="726703"/>
                      <a:pt x="125480" y="724072"/>
                      <a:pt x="117683" y="723121"/>
                    </a:cubicBezTo>
                    <a:cubicBezTo>
                      <a:pt x="98064" y="720776"/>
                      <a:pt x="78604" y="717226"/>
                      <a:pt x="59048" y="714468"/>
                    </a:cubicBezTo>
                    <a:cubicBezTo>
                      <a:pt x="29793" y="710348"/>
                      <a:pt x="10935" y="694247"/>
                      <a:pt x="2155" y="666165"/>
                    </a:cubicBezTo>
                    <a:cubicBezTo>
                      <a:pt x="1680" y="664707"/>
                      <a:pt x="729" y="663376"/>
                      <a:pt x="0" y="661982"/>
                    </a:cubicBezTo>
                    <a:cubicBezTo>
                      <a:pt x="0" y="625596"/>
                      <a:pt x="0" y="589210"/>
                      <a:pt x="0" y="552824"/>
                    </a:cubicBezTo>
                    <a:cubicBezTo>
                      <a:pt x="792" y="551049"/>
                      <a:pt x="1775" y="549338"/>
                      <a:pt x="2377" y="547499"/>
                    </a:cubicBezTo>
                    <a:cubicBezTo>
                      <a:pt x="11537" y="520210"/>
                      <a:pt x="30142" y="504331"/>
                      <a:pt x="58921" y="500369"/>
                    </a:cubicBezTo>
                    <a:cubicBezTo>
                      <a:pt x="78889" y="497611"/>
                      <a:pt x="98857" y="494886"/>
                      <a:pt x="118603" y="491050"/>
                    </a:cubicBezTo>
                    <a:cubicBezTo>
                      <a:pt x="123167" y="490163"/>
                      <a:pt x="129411" y="485472"/>
                      <a:pt x="130583" y="481320"/>
                    </a:cubicBezTo>
                    <a:cubicBezTo>
                      <a:pt x="142691" y="438627"/>
                      <a:pt x="159236" y="397835"/>
                      <a:pt x="181834" y="359611"/>
                    </a:cubicBezTo>
                    <a:cubicBezTo>
                      <a:pt x="185130" y="354033"/>
                      <a:pt x="185004" y="350008"/>
                      <a:pt x="180978" y="344778"/>
                    </a:cubicBezTo>
                    <a:cubicBezTo>
                      <a:pt x="168395" y="328550"/>
                      <a:pt x="156225" y="312005"/>
                      <a:pt x="144117" y="295397"/>
                    </a:cubicBezTo>
                    <a:cubicBezTo>
                      <a:pt x="121931" y="265034"/>
                      <a:pt x="124181" y="232039"/>
                      <a:pt x="150393" y="205384"/>
                    </a:cubicBezTo>
                    <a:cubicBezTo>
                      <a:pt x="168681" y="186779"/>
                      <a:pt x="187159" y="168332"/>
                      <a:pt x="205795" y="150076"/>
                    </a:cubicBezTo>
                    <a:cubicBezTo>
                      <a:pt x="232419" y="123959"/>
                      <a:pt x="265636" y="121677"/>
                      <a:pt x="295999" y="143800"/>
                    </a:cubicBezTo>
                    <a:cubicBezTo>
                      <a:pt x="312291" y="155654"/>
                      <a:pt x="328582" y="167571"/>
                      <a:pt x="344461" y="179964"/>
                    </a:cubicBezTo>
                    <a:cubicBezTo>
                      <a:pt x="350356" y="184560"/>
                      <a:pt x="354889" y="184813"/>
                      <a:pt x="361354" y="180978"/>
                    </a:cubicBezTo>
                    <a:cubicBezTo>
                      <a:pt x="398913" y="158697"/>
                      <a:pt x="439039" y="142311"/>
                      <a:pt x="481225" y="131122"/>
                    </a:cubicBezTo>
                    <a:cubicBezTo>
                      <a:pt x="488483" y="129189"/>
                      <a:pt x="491557" y="126019"/>
                      <a:pt x="492477" y="118444"/>
                    </a:cubicBezTo>
                    <a:cubicBezTo>
                      <a:pt x="495044" y="97304"/>
                      <a:pt x="498245" y="76258"/>
                      <a:pt x="501763" y="55276"/>
                    </a:cubicBezTo>
                    <a:cubicBezTo>
                      <a:pt x="506739" y="25419"/>
                      <a:pt x="526327" y="8875"/>
                      <a:pt x="553870" y="0"/>
                    </a:cubicBezTo>
                    <a:lnTo>
                      <a:pt x="663217" y="0"/>
                    </a:lnTo>
                    <a:cubicBezTo>
                      <a:pt x="689936" y="8494"/>
                      <a:pt x="709397" y="24469"/>
                      <a:pt x="714944" y="53026"/>
                    </a:cubicBezTo>
                    <a:cubicBezTo>
                      <a:pt x="719064" y="74325"/>
                      <a:pt x="722043" y="95877"/>
                      <a:pt x="724452" y="117430"/>
                    </a:cubicBezTo>
                    <a:cubicBezTo>
                      <a:pt x="725435" y="126146"/>
                      <a:pt x="728889" y="129918"/>
                      <a:pt x="737162" y="131503"/>
                    </a:cubicBezTo>
                    <a:cubicBezTo>
                      <a:pt x="744864" y="132960"/>
                      <a:pt x="752439" y="135528"/>
                      <a:pt x="759855" y="138222"/>
                    </a:cubicBezTo>
                    <a:cubicBezTo>
                      <a:pt x="770251" y="141994"/>
                      <a:pt x="774942" y="151058"/>
                      <a:pt x="772153" y="160789"/>
                    </a:cubicBezTo>
                    <a:cubicBezTo>
                      <a:pt x="769522" y="169917"/>
                      <a:pt x="759824" y="175242"/>
                      <a:pt x="749301" y="172579"/>
                    </a:cubicBezTo>
                    <a:cubicBezTo>
                      <a:pt x="738588" y="169853"/>
                      <a:pt x="727875" y="166937"/>
                      <a:pt x="717511" y="163198"/>
                    </a:cubicBezTo>
                    <a:cubicBezTo>
                      <a:pt x="701125" y="157271"/>
                      <a:pt x="692155" y="145005"/>
                      <a:pt x="689619" y="127953"/>
                    </a:cubicBezTo>
                    <a:cubicBezTo>
                      <a:pt x="686418" y="106495"/>
                      <a:pt x="683312" y="85006"/>
                      <a:pt x="680111" y="63548"/>
                    </a:cubicBezTo>
                    <a:cubicBezTo>
                      <a:pt x="677512" y="46116"/>
                      <a:pt x="666514" y="35942"/>
                      <a:pt x="648796" y="35720"/>
                    </a:cubicBezTo>
                    <a:cubicBezTo>
                      <a:pt x="621855" y="35340"/>
                      <a:pt x="594915" y="35308"/>
                      <a:pt x="567974" y="35720"/>
                    </a:cubicBezTo>
                    <a:cubicBezTo>
                      <a:pt x="550447" y="35974"/>
                      <a:pt x="539639" y="46338"/>
                      <a:pt x="537008" y="63929"/>
                    </a:cubicBezTo>
                    <a:cubicBezTo>
                      <a:pt x="533807" y="85386"/>
                      <a:pt x="530859" y="106907"/>
                      <a:pt x="527468" y="128333"/>
                    </a:cubicBezTo>
                    <a:cubicBezTo>
                      <a:pt x="524615" y="146272"/>
                      <a:pt x="514885" y="159045"/>
                      <a:pt x="496946" y="163895"/>
                    </a:cubicBezTo>
                    <a:cubicBezTo>
                      <a:pt x="453619" y="175654"/>
                      <a:pt x="412510" y="192484"/>
                      <a:pt x="373684" y="215114"/>
                    </a:cubicBezTo>
                    <a:cubicBezTo>
                      <a:pt x="358248" y="224084"/>
                      <a:pt x="342433" y="222721"/>
                      <a:pt x="327916" y="212230"/>
                    </a:cubicBezTo>
                    <a:cubicBezTo>
                      <a:pt x="309945" y="199266"/>
                      <a:pt x="292354" y="185796"/>
                      <a:pt x="274447" y="172769"/>
                    </a:cubicBezTo>
                    <a:cubicBezTo>
                      <a:pt x="258758" y="161359"/>
                      <a:pt x="244780" y="162500"/>
                      <a:pt x="230898" y="176192"/>
                    </a:cubicBezTo>
                    <a:cubicBezTo>
                      <a:pt x="212578" y="194259"/>
                      <a:pt x="194354" y="212420"/>
                      <a:pt x="176287" y="230740"/>
                    </a:cubicBezTo>
                    <a:cubicBezTo>
                      <a:pt x="162722" y="244463"/>
                      <a:pt x="161803" y="258441"/>
                      <a:pt x="173372" y="274225"/>
                    </a:cubicBezTo>
                    <a:cubicBezTo>
                      <a:pt x="185511" y="290802"/>
                      <a:pt x="197745" y="307378"/>
                      <a:pt x="210233" y="323669"/>
                    </a:cubicBezTo>
                    <a:cubicBezTo>
                      <a:pt x="223228" y="340626"/>
                      <a:pt x="224654" y="357963"/>
                      <a:pt x="213751" y="376505"/>
                    </a:cubicBezTo>
                    <a:cubicBezTo>
                      <a:pt x="192357" y="412732"/>
                      <a:pt x="176256" y="451178"/>
                      <a:pt x="165733" y="491970"/>
                    </a:cubicBezTo>
                    <a:cubicBezTo>
                      <a:pt x="160440" y="512476"/>
                      <a:pt x="147318" y="524203"/>
                      <a:pt x="125829" y="526866"/>
                    </a:cubicBezTo>
                    <a:cubicBezTo>
                      <a:pt x="104657" y="529496"/>
                      <a:pt x="83580" y="532951"/>
                      <a:pt x="62471" y="536184"/>
                    </a:cubicBezTo>
                    <a:cubicBezTo>
                      <a:pt x="46528" y="538625"/>
                      <a:pt x="36132" y="549750"/>
                      <a:pt x="35847" y="566136"/>
                    </a:cubicBezTo>
                    <a:cubicBezTo>
                      <a:pt x="35372" y="593806"/>
                      <a:pt x="35340" y="621507"/>
                      <a:pt x="35879" y="649177"/>
                    </a:cubicBezTo>
                    <a:cubicBezTo>
                      <a:pt x="36196" y="665468"/>
                      <a:pt x="46750" y="676308"/>
                      <a:pt x="62915" y="678748"/>
                    </a:cubicBezTo>
                    <a:cubicBezTo>
                      <a:pt x="84404" y="682013"/>
                      <a:pt x="105925" y="685119"/>
                      <a:pt x="127445" y="688257"/>
                    </a:cubicBezTo>
                    <a:cubicBezTo>
                      <a:pt x="146019" y="690951"/>
                      <a:pt x="159204" y="700491"/>
                      <a:pt x="164243" y="718874"/>
                    </a:cubicBezTo>
                    <a:cubicBezTo>
                      <a:pt x="176097" y="762106"/>
                      <a:pt x="192896" y="803183"/>
                      <a:pt x="215558" y="841946"/>
                    </a:cubicBezTo>
                    <a:cubicBezTo>
                      <a:pt x="224844" y="857793"/>
                      <a:pt x="222879" y="873831"/>
                      <a:pt x="212008" y="888632"/>
                    </a:cubicBezTo>
                    <a:cubicBezTo>
                      <a:pt x="199330" y="905811"/>
                      <a:pt x="186462" y="922863"/>
                      <a:pt x="173815" y="940042"/>
                    </a:cubicBezTo>
                    <a:cubicBezTo>
                      <a:pt x="161739" y="956460"/>
                      <a:pt x="162595" y="970342"/>
                      <a:pt x="176604" y="984478"/>
                    </a:cubicBezTo>
                    <a:cubicBezTo>
                      <a:pt x="194702" y="1002766"/>
                      <a:pt x="212895" y="1020959"/>
                      <a:pt x="231247" y="1038993"/>
                    </a:cubicBezTo>
                    <a:cubicBezTo>
                      <a:pt x="244970" y="1052496"/>
                      <a:pt x="259043" y="1053415"/>
                      <a:pt x="274859" y="1041878"/>
                    </a:cubicBezTo>
                    <a:cubicBezTo>
                      <a:pt x="291816" y="1029548"/>
                      <a:pt x="308646" y="1016997"/>
                      <a:pt x="325381" y="1004383"/>
                    </a:cubicBezTo>
                    <a:cubicBezTo>
                      <a:pt x="341672" y="992116"/>
                      <a:pt x="358502" y="990754"/>
                      <a:pt x="376251" y="1001054"/>
                    </a:cubicBezTo>
                    <a:cubicBezTo>
                      <a:pt x="413334" y="1022607"/>
                      <a:pt x="452509" y="1039057"/>
                      <a:pt x="494093" y="1049865"/>
                    </a:cubicBezTo>
                    <a:cubicBezTo>
                      <a:pt x="514314" y="1055126"/>
                      <a:pt x="525249" y="1068501"/>
                      <a:pt x="527880" y="1089325"/>
                    </a:cubicBezTo>
                    <a:cubicBezTo>
                      <a:pt x="530542" y="1110466"/>
                      <a:pt x="533965" y="1131511"/>
                      <a:pt x="537230" y="1152557"/>
                    </a:cubicBezTo>
                    <a:cubicBezTo>
                      <a:pt x="539639" y="1167992"/>
                      <a:pt x="550383" y="1178673"/>
                      <a:pt x="566072" y="1179022"/>
                    </a:cubicBezTo>
                    <a:cubicBezTo>
                      <a:pt x="594186" y="1179688"/>
                      <a:pt x="622331" y="1179656"/>
                      <a:pt x="650444" y="1179085"/>
                    </a:cubicBezTo>
                    <a:cubicBezTo>
                      <a:pt x="666831" y="1178768"/>
                      <a:pt x="677575" y="1168277"/>
                      <a:pt x="680047" y="1152081"/>
                    </a:cubicBezTo>
                    <a:cubicBezTo>
                      <a:pt x="683312" y="1130624"/>
                      <a:pt x="686418" y="1109134"/>
                      <a:pt x="689588" y="1087677"/>
                    </a:cubicBezTo>
                    <a:cubicBezTo>
                      <a:pt x="692282" y="1069135"/>
                      <a:pt x="701854" y="1056014"/>
                      <a:pt x="720300" y="1050974"/>
                    </a:cubicBezTo>
                    <a:cubicBezTo>
                      <a:pt x="763627" y="1039184"/>
                      <a:pt x="804799" y="1022449"/>
                      <a:pt x="843594" y="999723"/>
                    </a:cubicBezTo>
                    <a:cubicBezTo>
                      <a:pt x="858997" y="990690"/>
                      <a:pt x="874845" y="992180"/>
                      <a:pt x="889361" y="1002639"/>
                    </a:cubicBezTo>
                    <a:cubicBezTo>
                      <a:pt x="907015" y="1015381"/>
                      <a:pt x="924289" y="1028597"/>
                      <a:pt x="941848" y="1041434"/>
                    </a:cubicBezTo>
                    <a:cubicBezTo>
                      <a:pt x="958646" y="1053732"/>
                      <a:pt x="972307" y="1052622"/>
                      <a:pt x="987267" y="1037789"/>
                    </a:cubicBezTo>
                    <a:cubicBezTo>
                      <a:pt x="1004699" y="1020515"/>
                      <a:pt x="1022068" y="1003178"/>
                      <a:pt x="1039373" y="985777"/>
                    </a:cubicBezTo>
                    <a:cubicBezTo>
                      <a:pt x="1054777" y="970310"/>
                      <a:pt x="1055886" y="956872"/>
                      <a:pt x="1043177" y="939535"/>
                    </a:cubicBezTo>
                    <a:cubicBezTo>
                      <a:pt x="1031228" y="923275"/>
                      <a:pt x="1019279" y="907047"/>
                      <a:pt x="1006981" y="891073"/>
                    </a:cubicBezTo>
                    <a:cubicBezTo>
                      <a:pt x="993923" y="874116"/>
                      <a:pt x="992623" y="856779"/>
                      <a:pt x="1003558" y="838269"/>
                    </a:cubicBezTo>
                    <a:cubicBezTo>
                      <a:pt x="1024920" y="802042"/>
                      <a:pt x="1041212" y="763627"/>
                      <a:pt x="1051481" y="722804"/>
                    </a:cubicBezTo>
                    <a:cubicBezTo>
                      <a:pt x="1058137" y="696371"/>
                      <a:pt x="1077819" y="688605"/>
                      <a:pt x="1102003" y="686101"/>
                    </a:cubicBezTo>
                    <a:cubicBezTo>
                      <a:pt x="1119276" y="684295"/>
                      <a:pt x="1136455" y="681347"/>
                      <a:pt x="1153665" y="678812"/>
                    </a:cubicBezTo>
                    <a:cubicBezTo>
                      <a:pt x="1171066" y="676244"/>
                      <a:pt x="1181240" y="665183"/>
                      <a:pt x="1181494" y="647497"/>
                    </a:cubicBezTo>
                    <a:cubicBezTo>
                      <a:pt x="1181874" y="621000"/>
                      <a:pt x="1181811" y="594503"/>
                      <a:pt x="1181494" y="568006"/>
                    </a:cubicBezTo>
                    <a:cubicBezTo>
                      <a:pt x="1181272" y="549654"/>
                      <a:pt x="1171193" y="538656"/>
                      <a:pt x="1153095" y="535994"/>
                    </a:cubicBezTo>
                    <a:cubicBezTo>
                      <a:pt x="1131574" y="532824"/>
                      <a:pt x="1110053" y="529909"/>
                      <a:pt x="1088564" y="526454"/>
                    </a:cubicBezTo>
                    <a:cubicBezTo>
                      <a:pt x="1070625" y="523570"/>
                      <a:pt x="1057851" y="513871"/>
                      <a:pt x="1052971" y="495931"/>
                    </a:cubicBezTo>
                    <a:cubicBezTo>
                      <a:pt x="1041212" y="452668"/>
                      <a:pt x="1024318" y="411623"/>
                      <a:pt x="1001656" y="372892"/>
                    </a:cubicBezTo>
                    <a:cubicBezTo>
                      <a:pt x="992655" y="357519"/>
                      <a:pt x="994081" y="341704"/>
                      <a:pt x="1004604" y="327219"/>
                    </a:cubicBezTo>
                    <a:cubicBezTo>
                      <a:pt x="1017377" y="309628"/>
                      <a:pt x="1030625" y="292355"/>
                      <a:pt x="1043494" y="274827"/>
                    </a:cubicBezTo>
                    <a:cubicBezTo>
                      <a:pt x="1055538" y="258378"/>
                      <a:pt x="1054682" y="244527"/>
                      <a:pt x="1040673" y="230359"/>
                    </a:cubicBezTo>
                    <a:cubicBezTo>
                      <a:pt x="1022575" y="212071"/>
                      <a:pt x="1004382" y="193878"/>
                      <a:pt x="986031" y="175844"/>
                    </a:cubicBezTo>
                    <a:cubicBezTo>
                      <a:pt x="972275" y="162342"/>
                      <a:pt x="958298" y="161486"/>
                      <a:pt x="942418" y="173055"/>
                    </a:cubicBezTo>
                    <a:cubicBezTo>
                      <a:pt x="925779" y="185162"/>
                      <a:pt x="909234" y="197365"/>
                      <a:pt x="892879" y="209853"/>
                    </a:cubicBezTo>
                    <a:cubicBezTo>
                      <a:pt x="875859" y="222847"/>
                      <a:pt x="858395" y="224274"/>
                      <a:pt x="839949" y="213276"/>
                    </a:cubicBezTo>
                    <a:cubicBezTo>
                      <a:pt x="834180" y="209821"/>
                      <a:pt x="828063" y="206937"/>
                      <a:pt x="822485" y="203197"/>
                    </a:cubicBezTo>
                    <a:cubicBezTo>
                      <a:pt x="813642" y="197301"/>
                      <a:pt x="811328" y="187951"/>
                      <a:pt x="816019" y="179457"/>
                    </a:cubicBezTo>
                    <a:cubicBezTo>
                      <a:pt x="820615" y="171185"/>
                      <a:pt x="830155" y="168110"/>
                      <a:pt x="839663" y="171945"/>
                    </a:cubicBezTo>
                    <a:cubicBezTo>
                      <a:pt x="841850" y="172833"/>
                      <a:pt x="844069" y="173910"/>
                      <a:pt x="845875" y="175368"/>
                    </a:cubicBezTo>
                    <a:cubicBezTo>
                      <a:pt x="858490" y="185606"/>
                      <a:pt x="869393" y="184972"/>
                      <a:pt x="881818" y="173530"/>
                    </a:cubicBezTo>
                    <a:cubicBezTo>
                      <a:pt x="894559" y="161803"/>
                      <a:pt x="909392" y="152326"/>
                      <a:pt x="923560" y="142215"/>
                    </a:cubicBezTo>
                    <a:cubicBezTo>
                      <a:pt x="951356" y="122406"/>
                      <a:pt x="984604" y="124435"/>
                      <a:pt x="1009231" y="148047"/>
                    </a:cubicBezTo>
                    <a:cubicBezTo>
                      <a:pt x="1029516" y="167476"/>
                      <a:pt x="1049452" y="187317"/>
                      <a:pt x="1068881" y="207602"/>
                    </a:cubicBezTo>
                    <a:cubicBezTo>
                      <a:pt x="1092494" y="232229"/>
                      <a:pt x="1094554" y="265319"/>
                      <a:pt x="1074650" y="293147"/>
                    </a:cubicBezTo>
                    <a:cubicBezTo>
                      <a:pt x="1062447" y="310199"/>
                      <a:pt x="1049896" y="326966"/>
                      <a:pt x="1037060" y="343542"/>
                    </a:cubicBezTo>
                    <a:cubicBezTo>
                      <a:pt x="1032622" y="349279"/>
                      <a:pt x="1031767" y="353716"/>
                      <a:pt x="1035697" y="360372"/>
                    </a:cubicBezTo>
                    <a:cubicBezTo>
                      <a:pt x="1057978" y="397931"/>
                      <a:pt x="1074555" y="437961"/>
                      <a:pt x="1085711" y="480147"/>
                    </a:cubicBezTo>
                    <a:cubicBezTo>
                      <a:pt x="1087803" y="488071"/>
                      <a:pt x="1091638" y="490702"/>
                      <a:pt x="1099499" y="491621"/>
                    </a:cubicBezTo>
                    <a:cubicBezTo>
                      <a:pt x="1119498" y="493966"/>
                      <a:pt x="1139403" y="497453"/>
                      <a:pt x="1159339" y="500464"/>
                    </a:cubicBezTo>
                    <a:cubicBezTo>
                      <a:pt x="1187547" y="504743"/>
                      <a:pt x="1205804" y="520622"/>
                      <a:pt x="1214773" y="547499"/>
                    </a:cubicBezTo>
                    <a:cubicBezTo>
                      <a:pt x="1215376" y="549338"/>
                      <a:pt x="1216358" y="551049"/>
                      <a:pt x="1217182" y="552824"/>
                    </a:cubicBezTo>
                    <a:lnTo>
                      <a:pt x="1217182" y="661982"/>
                    </a:lnTo>
                    <a:close/>
                  </a:path>
                </a:pathLst>
              </a:custGeom>
              <a:grpFill/>
              <a:ln w="3150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87517752-03DC-4201-2E92-02BDB1E26802}"/>
                  </a:ext>
                </a:extLst>
              </p:cNvPr>
              <p:cNvSpPr/>
              <p:nvPr/>
            </p:nvSpPr>
            <p:spPr>
              <a:xfrm>
                <a:off x="3682827" y="3152915"/>
                <a:ext cx="403775" cy="299208"/>
              </a:xfrm>
              <a:custGeom>
                <a:avLst/>
                <a:gdLst>
                  <a:gd name="connsiteX0" fmla="*/ 151944 w 403775"/>
                  <a:gd name="connsiteY0" fmla="*/ 168526 h 299208"/>
                  <a:gd name="connsiteX1" fmla="*/ 186555 w 403775"/>
                  <a:gd name="connsiteY1" fmla="*/ 132901 h 299208"/>
                  <a:gd name="connsiteX2" fmla="*/ 213813 w 403775"/>
                  <a:gd name="connsiteY2" fmla="*/ 130492 h 299208"/>
                  <a:gd name="connsiteX3" fmla="*/ 212323 w 403775"/>
                  <a:gd name="connsiteY3" fmla="*/ 157782 h 299208"/>
                  <a:gd name="connsiteX4" fmla="*/ 174543 w 403775"/>
                  <a:gd name="connsiteY4" fmla="*/ 195499 h 299208"/>
                  <a:gd name="connsiteX5" fmla="*/ 128522 w 403775"/>
                  <a:gd name="connsiteY5" fmla="*/ 195435 h 299208"/>
                  <a:gd name="connsiteX6" fmla="*/ 79712 w 403775"/>
                  <a:gd name="connsiteY6" fmla="*/ 146910 h 299208"/>
                  <a:gd name="connsiteX7" fmla="*/ 43104 w 403775"/>
                  <a:gd name="connsiteY7" fmla="*/ 143836 h 299208"/>
                  <a:gd name="connsiteX8" fmla="*/ 46717 w 403775"/>
                  <a:gd name="connsiteY8" fmla="*/ 180412 h 299208"/>
                  <a:gd name="connsiteX9" fmla="*/ 112262 w 403775"/>
                  <a:gd name="connsiteY9" fmla="*/ 245767 h 299208"/>
                  <a:gd name="connsiteX10" fmla="*/ 190454 w 403775"/>
                  <a:gd name="connsiteY10" fmla="*/ 245989 h 299208"/>
                  <a:gd name="connsiteX11" fmla="*/ 358469 w 403775"/>
                  <a:gd name="connsiteY11" fmla="*/ 78354 h 299208"/>
                  <a:gd name="connsiteX12" fmla="*/ 360307 w 403775"/>
                  <a:gd name="connsiteY12" fmla="*/ 42697 h 299208"/>
                  <a:gd name="connsiteX13" fmla="*/ 325506 w 403775"/>
                  <a:gd name="connsiteY13" fmla="*/ 45011 h 299208"/>
                  <a:gd name="connsiteX14" fmla="*/ 273273 w 403775"/>
                  <a:gd name="connsiteY14" fmla="*/ 96832 h 299208"/>
                  <a:gd name="connsiteX15" fmla="*/ 251847 w 403775"/>
                  <a:gd name="connsiteY15" fmla="*/ 99590 h 299208"/>
                  <a:gd name="connsiteX16" fmla="*/ 243163 w 403775"/>
                  <a:gd name="connsiteY16" fmla="*/ 80763 h 299208"/>
                  <a:gd name="connsiteX17" fmla="*/ 249565 w 403775"/>
                  <a:gd name="connsiteY17" fmla="*/ 70082 h 299208"/>
                  <a:gd name="connsiteX18" fmla="*/ 302464 w 403775"/>
                  <a:gd name="connsiteY18" fmla="*/ 17246 h 299208"/>
                  <a:gd name="connsiteX19" fmla="*/ 385885 w 403775"/>
                  <a:gd name="connsiteY19" fmla="*/ 17056 h 299208"/>
                  <a:gd name="connsiteX20" fmla="*/ 387343 w 403775"/>
                  <a:gd name="connsiteY20" fmla="*/ 100382 h 299208"/>
                  <a:gd name="connsiteX21" fmla="*/ 358089 w 403775"/>
                  <a:gd name="connsiteY21" fmla="*/ 129858 h 299208"/>
                  <a:gd name="connsiteX22" fmla="*/ 219486 w 403775"/>
                  <a:gd name="connsiteY22" fmla="*/ 268207 h 299208"/>
                  <a:gd name="connsiteX23" fmla="*/ 84117 w 403775"/>
                  <a:gd name="connsiteY23" fmla="*/ 268429 h 299208"/>
                  <a:gd name="connsiteX24" fmla="*/ 18635 w 403775"/>
                  <a:gd name="connsiteY24" fmla="*/ 203010 h 299208"/>
                  <a:gd name="connsiteX25" fmla="*/ 4087 w 403775"/>
                  <a:gd name="connsiteY25" fmla="*/ 139937 h 299208"/>
                  <a:gd name="connsiteX26" fmla="*/ 54736 w 403775"/>
                  <a:gd name="connsiteY26" fmla="*/ 101048 h 299208"/>
                  <a:gd name="connsiteX27" fmla="*/ 103039 w 403775"/>
                  <a:gd name="connsiteY27" fmla="*/ 119082 h 299208"/>
                  <a:gd name="connsiteX28" fmla="*/ 151944 w 403775"/>
                  <a:gd name="connsiteY28" fmla="*/ 168495 h 299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03775" h="299208">
                    <a:moveTo>
                      <a:pt x="151944" y="168526"/>
                    </a:moveTo>
                    <a:cubicBezTo>
                      <a:pt x="164527" y="155563"/>
                      <a:pt x="175367" y="144058"/>
                      <a:pt x="186555" y="132901"/>
                    </a:cubicBezTo>
                    <a:cubicBezTo>
                      <a:pt x="195652" y="123868"/>
                      <a:pt x="206206" y="123171"/>
                      <a:pt x="213813" y="130492"/>
                    </a:cubicBezTo>
                    <a:cubicBezTo>
                      <a:pt x="221388" y="137814"/>
                      <a:pt x="221039" y="148780"/>
                      <a:pt x="212323" y="157782"/>
                    </a:cubicBezTo>
                    <a:cubicBezTo>
                      <a:pt x="199931" y="170555"/>
                      <a:pt x="187379" y="183169"/>
                      <a:pt x="174543" y="195499"/>
                    </a:cubicBezTo>
                    <a:cubicBezTo>
                      <a:pt x="159456" y="209983"/>
                      <a:pt x="143450" y="209983"/>
                      <a:pt x="128522" y="195435"/>
                    </a:cubicBezTo>
                    <a:cubicBezTo>
                      <a:pt x="112072" y="179461"/>
                      <a:pt x="96035" y="163011"/>
                      <a:pt x="79712" y="146910"/>
                    </a:cubicBezTo>
                    <a:cubicBezTo>
                      <a:pt x="67604" y="134961"/>
                      <a:pt x="52961" y="133820"/>
                      <a:pt x="43104" y="143836"/>
                    </a:cubicBezTo>
                    <a:cubicBezTo>
                      <a:pt x="32961" y="154168"/>
                      <a:pt x="34198" y="167861"/>
                      <a:pt x="46717" y="180412"/>
                    </a:cubicBezTo>
                    <a:cubicBezTo>
                      <a:pt x="68492" y="202281"/>
                      <a:pt x="90234" y="224183"/>
                      <a:pt x="112262" y="245767"/>
                    </a:cubicBezTo>
                    <a:cubicBezTo>
                      <a:pt x="135875" y="268936"/>
                      <a:pt x="166904" y="269285"/>
                      <a:pt x="190454" y="245989"/>
                    </a:cubicBezTo>
                    <a:cubicBezTo>
                      <a:pt x="246712" y="190364"/>
                      <a:pt x="302591" y="134327"/>
                      <a:pt x="358469" y="78354"/>
                    </a:cubicBezTo>
                    <a:cubicBezTo>
                      <a:pt x="370101" y="66690"/>
                      <a:pt x="370545" y="52491"/>
                      <a:pt x="360307" y="42697"/>
                    </a:cubicBezTo>
                    <a:cubicBezTo>
                      <a:pt x="350196" y="33030"/>
                      <a:pt x="337202" y="33632"/>
                      <a:pt x="325506" y="45011"/>
                    </a:cubicBezTo>
                    <a:cubicBezTo>
                      <a:pt x="307915" y="62126"/>
                      <a:pt x="290768" y="79622"/>
                      <a:pt x="273273" y="96832"/>
                    </a:cubicBezTo>
                    <a:cubicBezTo>
                      <a:pt x="266934" y="103076"/>
                      <a:pt x="258313" y="105231"/>
                      <a:pt x="251847" y="99590"/>
                    </a:cubicBezTo>
                    <a:cubicBezTo>
                      <a:pt x="246998" y="95406"/>
                      <a:pt x="244525" y="87450"/>
                      <a:pt x="243163" y="80763"/>
                    </a:cubicBezTo>
                    <a:cubicBezTo>
                      <a:pt x="242560" y="77720"/>
                      <a:pt x="246649" y="73061"/>
                      <a:pt x="249565" y="70082"/>
                    </a:cubicBezTo>
                    <a:cubicBezTo>
                      <a:pt x="267029" y="52301"/>
                      <a:pt x="284493" y="34520"/>
                      <a:pt x="302464" y="17246"/>
                    </a:cubicBezTo>
                    <a:cubicBezTo>
                      <a:pt x="326457" y="-5796"/>
                      <a:pt x="362811" y="-5638"/>
                      <a:pt x="385885" y="17056"/>
                    </a:cubicBezTo>
                    <a:cubicBezTo>
                      <a:pt x="409086" y="39908"/>
                      <a:pt x="409878" y="75913"/>
                      <a:pt x="387343" y="100382"/>
                    </a:cubicBezTo>
                    <a:cubicBezTo>
                      <a:pt x="377961" y="110556"/>
                      <a:pt x="367882" y="120065"/>
                      <a:pt x="358089" y="129858"/>
                    </a:cubicBezTo>
                    <a:cubicBezTo>
                      <a:pt x="311909" y="175975"/>
                      <a:pt x="265729" y="222122"/>
                      <a:pt x="219486" y="268207"/>
                    </a:cubicBezTo>
                    <a:cubicBezTo>
                      <a:pt x="178061" y="309474"/>
                      <a:pt x="125447" y="309537"/>
                      <a:pt x="84117" y="268429"/>
                    </a:cubicBezTo>
                    <a:cubicBezTo>
                      <a:pt x="62248" y="246686"/>
                      <a:pt x="40251" y="225007"/>
                      <a:pt x="18635" y="203010"/>
                    </a:cubicBezTo>
                    <a:cubicBezTo>
                      <a:pt x="1045" y="185103"/>
                      <a:pt x="-4756" y="163835"/>
                      <a:pt x="4087" y="139937"/>
                    </a:cubicBezTo>
                    <a:cubicBezTo>
                      <a:pt x="12708" y="116705"/>
                      <a:pt x="30141" y="103647"/>
                      <a:pt x="54736" y="101048"/>
                    </a:cubicBezTo>
                    <a:cubicBezTo>
                      <a:pt x="73563" y="99082"/>
                      <a:pt x="89727" y="105802"/>
                      <a:pt x="103039" y="119082"/>
                    </a:cubicBezTo>
                    <a:cubicBezTo>
                      <a:pt x="118950" y="134961"/>
                      <a:pt x="134671" y="151031"/>
                      <a:pt x="151944" y="168495"/>
                    </a:cubicBezTo>
                    <a:close/>
                  </a:path>
                </a:pathLst>
              </a:custGeom>
              <a:grpFill/>
              <a:ln w="3150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0D9D7CFF-6BD1-4ABA-B81D-67C4978F2494}"/>
                  </a:ext>
                </a:extLst>
              </p:cNvPr>
              <p:cNvSpPr/>
              <p:nvPr/>
            </p:nvSpPr>
            <p:spPr>
              <a:xfrm>
                <a:off x="3635842" y="2959244"/>
                <a:ext cx="647273" cy="361345"/>
              </a:xfrm>
              <a:custGeom>
                <a:avLst/>
                <a:gdLst>
                  <a:gd name="connsiteX0" fmla="*/ 592898 w 647273"/>
                  <a:gd name="connsiteY0" fmla="*/ 292341 h 361345"/>
                  <a:gd name="connsiteX1" fmla="*/ 613753 w 647273"/>
                  <a:gd name="connsiteY1" fmla="*/ 266478 h 361345"/>
                  <a:gd name="connsiteX2" fmla="*/ 640694 w 647273"/>
                  <a:gd name="connsiteY2" fmla="*/ 262041 h 361345"/>
                  <a:gd name="connsiteX3" fmla="*/ 642184 w 647273"/>
                  <a:gd name="connsiteY3" fmla="*/ 288443 h 361345"/>
                  <a:gd name="connsiteX4" fmla="*/ 590996 w 647273"/>
                  <a:gd name="connsiteY4" fmla="*/ 352340 h 361345"/>
                  <a:gd name="connsiteX5" fmla="*/ 561393 w 647273"/>
                  <a:gd name="connsiteY5" fmla="*/ 354717 h 361345"/>
                  <a:gd name="connsiteX6" fmla="*/ 501680 w 647273"/>
                  <a:gd name="connsiteY6" fmla="*/ 300392 h 361345"/>
                  <a:gd name="connsiteX7" fmla="*/ 498130 w 647273"/>
                  <a:gd name="connsiteY7" fmla="*/ 273324 h 361345"/>
                  <a:gd name="connsiteX8" fmla="*/ 526243 w 647273"/>
                  <a:gd name="connsiteY8" fmla="*/ 274339 h 361345"/>
                  <a:gd name="connsiteX9" fmla="*/ 554072 w 647273"/>
                  <a:gd name="connsiteY9" fmla="*/ 295860 h 361345"/>
                  <a:gd name="connsiteX10" fmla="*/ 544975 w 647273"/>
                  <a:gd name="connsiteY10" fmla="*/ 257413 h 361345"/>
                  <a:gd name="connsiteX11" fmla="*/ 281463 w 647273"/>
                  <a:gd name="connsiteY11" fmla="*/ 37672 h 361345"/>
                  <a:gd name="connsiteX12" fmla="*/ 38204 w 647273"/>
                  <a:gd name="connsiteY12" fmla="*/ 118906 h 361345"/>
                  <a:gd name="connsiteX13" fmla="*/ 32150 w 647273"/>
                  <a:gd name="connsiteY13" fmla="*/ 124580 h 361345"/>
                  <a:gd name="connsiteX14" fmla="*/ 4893 w 647273"/>
                  <a:gd name="connsiteY14" fmla="*/ 124960 h 361345"/>
                  <a:gd name="connsiteX15" fmla="*/ 8221 w 647273"/>
                  <a:gd name="connsiteY15" fmla="*/ 97924 h 361345"/>
                  <a:gd name="connsiteX16" fmla="*/ 192400 w 647273"/>
                  <a:gd name="connsiteY16" fmla="*/ 4456 h 361345"/>
                  <a:gd name="connsiteX17" fmla="*/ 563136 w 647273"/>
                  <a:gd name="connsiteY17" fmla="*/ 203786 h 361345"/>
                  <a:gd name="connsiteX18" fmla="*/ 592898 w 647273"/>
                  <a:gd name="connsiteY18" fmla="*/ 292310 h 36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47273" h="361345">
                    <a:moveTo>
                      <a:pt x="592898" y="292341"/>
                    </a:moveTo>
                    <a:cubicBezTo>
                      <a:pt x="599395" y="284259"/>
                      <a:pt x="606432" y="275226"/>
                      <a:pt x="613753" y="266478"/>
                    </a:cubicBezTo>
                    <a:cubicBezTo>
                      <a:pt x="621931" y="256716"/>
                      <a:pt x="632326" y="255131"/>
                      <a:pt x="640694" y="262041"/>
                    </a:cubicBezTo>
                    <a:cubicBezTo>
                      <a:pt x="648713" y="268697"/>
                      <a:pt x="649632" y="278966"/>
                      <a:pt x="642184" y="288443"/>
                    </a:cubicBezTo>
                    <a:cubicBezTo>
                      <a:pt x="625322" y="309900"/>
                      <a:pt x="608270" y="331231"/>
                      <a:pt x="590996" y="352340"/>
                    </a:cubicBezTo>
                    <a:cubicBezTo>
                      <a:pt x="581836" y="363528"/>
                      <a:pt x="572043" y="364257"/>
                      <a:pt x="561393" y="354717"/>
                    </a:cubicBezTo>
                    <a:cubicBezTo>
                      <a:pt x="541330" y="336778"/>
                      <a:pt x="521457" y="318616"/>
                      <a:pt x="501680" y="300392"/>
                    </a:cubicBezTo>
                    <a:cubicBezTo>
                      <a:pt x="492140" y="291612"/>
                      <a:pt x="490998" y="281311"/>
                      <a:pt x="498130" y="273324"/>
                    </a:cubicBezTo>
                    <a:cubicBezTo>
                      <a:pt x="505610" y="264957"/>
                      <a:pt x="515911" y="265242"/>
                      <a:pt x="526243" y="274339"/>
                    </a:cubicBezTo>
                    <a:cubicBezTo>
                      <a:pt x="534769" y="281819"/>
                      <a:pt x="543200" y="289425"/>
                      <a:pt x="554072" y="295860"/>
                    </a:cubicBezTo>
                    <a:cubicBezTo>
                      <a:pt x="551060" y="283023"/>
                      <a:pt x="548715" y="270028"/>
                      <a:pt x="544975" y="257413"/>
                    </a:cubicBezTo>
                    <a:cubicBezTo>
                      <a:pt x="509255" y="137036"/>
                      <a:pt x="406468" y="50223"/>
                      <a:pt x="281463" y="37672"/>
                    </a:cubicBezTo>
                    <a:cubicBezTo>
                      <a:pt x="188850" y="28385"/>
                      <a:pt x="107172" y="55675"/>
                      <a:pt x="38204" y="118906"/>
                    </a:cubicBezTo>
                    <a:cubicBezTo>
                      <a:pt x="36176" y="120776"/>
                      <a:pt x="34242" y="122773"/>
                      <a:pt x="32150" y="124580"/>
                    </a:cubicBezTo>
                    <a:cubicBezTo>
                      <a:pt x="22388" y="133137"/>
                      <a:pt x="12373" y="133264"/>
                      <a:pt x="4893" y="124960"/>
                    </a:cubicBezTo>
                    <a:cubicBezTo>
                      <a:pt x="-2556" y="116688"/>
                      <a:pt x="-1541" y="107496"/>
                      <a:pt x="8221" y="97924"/>
                    </a:cubicBezTo>
                    <a:cubicBezTo>
                      <a:pt x="59757" y="47466"/>
                      <a:pt x="121245" y="15676"/>
                      <a:pt x="192400" y="4456"/>
                    </a:cubicBezTo>
                    <a:cubicBezTo>
                      <a:pt x="349607" y="-20330"/>
                      <a:pt x="499144" y="59954"/>
                      <a:pt x="563136" y="203786"/>
                    </a:cubicBezTo>
                    <a:cubicBezTo>
                      <a:pt x="575656" y="231899"/>
                      <a:pt x="582977" y="262326"/>
                      <a:pt x="592898" y="292310"/>
                    </a:cubicBezTo>
                    <a:close/>
                  </a:path>
                </a:pathLst>
              </a:custGeom>
              <a:grpFill/>
              <a:ln w="3150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0C4EE940-0041-248F-6C51-ED39E9419705}"/>
                  </a:ext>
                </a:extLst>
              </p:cNvPr>
              <p:cNvSpPr/>
              <p:nvPr/>
            </p:nvSpPr>
            <p:spPr>
              <a:xfrm>
                <a:off x="3486674" y="3284338"/>
                <a:ext cx="647203" cy="361596"/>
              </a:xfrm>
              <a:custGeom>
                <a:avLst/>
                <a:gdLst>
                  <a:gd name="connsiteX0" fmla="*/ 57138 w 647203"/>
                  <a:gd name="connsiteY0" fmla="*/ 65407 h 361596"/>
                  <a:gd name="connsiteX1" fmla="*/ 33811 w 647203"/>
                  <a:gd name="connsiteY1" fmla="*/ 94313 h 361596"/>
                  <a:gd name="connsiteX2" fmla="*/ 6965 w 647203"/>
                  <a:gd name="connsiteY2" fmla="*/ 99701 h 361596"/>
                  <a:gd name="connsiteX3" fmla="*/ 6014 w 647203"/>
                  <a:gd name="connsiteY3" fmla="*/ 71588 h 361596"/>
                  <a:gd name="connsiteX4" fmla="*/ 55712 w 647203"/>
                  <a:gd name="connsiteY4" fmla="*/ 9561 h 361596"/>
                  <a:gd name="connsiteX5" fmla="*/ 86076 w 647203"/>
                  <a:gd name="connsiteY5" fmla="*/ 6898 h 361596"/>
                  <a:gd name="connsiteX6" fmla="*/ 144933 w 647203"/>
                  <a:gd name="connsiteY6" fmla="*/ 60400 h 361596"/>
                  <a:gd name="connsiteX7" fmla="*/ 148673 w 647203"/>
                  <a:gd name="connsiteY7" fmla="*/ 88323 h 361596"/>
                  <a:gd name="connsiteX8" fmla="*/ 120497 w 647203"/>
                  <a:gd name="connsiteY8" fmla="*/ 86675 h 361596"/>
                  <a:gd name="connsiteX9" fmla="*/ 93080 w 647203"/>
                  <a:gd name="connsiteY9" fmla="*/ 65534 h 361596"/>
                  <a:gd name="connsiteX10" fmla="*/ 101923 w 647203"/>
                  <a:gd name="connsiteY10" fmla="*/ 103283 h 361596"/>
                  <a:gd name="connsiteX11" fmla="*/ 356846 w 647203"/>
                  <a:gd name="connsiteY11" fmla="*/ 321915 h 361596"/>
                  <a:gd name="connsiteX12" fmla="*/ 608409 w 647203"/>
                  <a:gd name="connsiteY12" fmla="*/ 242899 h 361596"/>
                  <a:gd name="connsiteX13" fmla="*/ 615350 w 647203"/>
                  <a:gd name="connsiteY13" fmla="*/ 236433 h 361596"/>
                  <a:gd name="connsiteX14" fmla="*/ 641720 w 647203"/>
                  <a:gd name="connsiteY14" fmla="*/ 235863 h 361596"/>
                  <a:gd name="connsiteX15" fmla="*/ 640136 w 647203"/>
                  <a:gd name="connsiteY15" fmla="*/ 261980 h 361596"/>
                  <a:gd name="connsiteX16" fmla="*/ 585715 w 647203"/>
                  <a:gd name="connsiteY16" fmla="*/ 305782 h 361596"/>
                  <a:gd name="connsiteX17" fmla="*/ 58850 w 647203"/>
                  <a:gd name="connsiteY17" fmla="*/ 78402 h 361596"/>
                  <a:gd name="connsiteX18" fmla="*/ 57138 w 647203"/>
                  <a:gd name="connsiteY18" fmla="*/ 65439 h 361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47203" h="361596">
                    <a:moveTo>
                      <a:pt x="57138" y="65407"/>
                    </a:moveTo>
                    <a:cubicBezTo>
                      <a:pt x="48010" y="76722"/>
                      <a:pt x="41037" y="85629"/>
                      <a:pt x="33811" y="94313"/>
                    </a:cubicBezTo>
                    <a:cubicBezTo>
                      <a:pt x="25380" y="104456"/>
                      <a:pt x="15554" y="106294"/>
                      <a:pt x="6965" y="99701"/>
                    </a:cubicBezTo>
                    <a:cubicBezTo>
                      <a:pt x="-1878" y="92887"/>
                      <a:pt x="-2417" y="82206"/>
                      <a:pt x="6014" y="71588"/>
                    </a:cubicBezTo>
                    <a:cubicBezTo>
                      <a:pt x="22464" y="50828"/>
                      <a:pt x="39009" y="30099"/>
                      <a:pt x="55712" y="9561"/>
                    </a:cubicBezTo>
                    <a:cubicBezTo>
                      <a:pt x="65347" y="-2261"/>
                      <a:pt x="74887" y="-3086"/>
                      <a:pt x="86076" y="6898"/>
                    </a:cubicBezTo>
                    <a:cubicBezTo>
                      <a:pt x="105822" y="24584"/>
                      <a:pt x="125441" y="42428"/>
                      <a:pt x="144933" y="60400"/>
                    </a:cubicBezTo>
                    <a:cubicBezTo>
                      <a:pt x="155012" y="69686"/>
                      <a:pt x="156217" y="80272"/>
                      <a:pt x="148673" y="88323"/>
                    </a:cubicBezTo>
                    <a:cubicBezTo>
                      <a:pt x="141035" y="96437"/>
                      <a:pt x="130988" y="95898"/>
                      <a:pt x="120497" y="86675"/>
                    </a:cubicBezTo>
                    <a:cubicBezTo>
                      <a:pt x="112224" y="79385"/>
                      <a:pt x="104079" y="71968"/>
                      <a:pt x="93080" y="65534"/>
                    </a:cubicBezTo>
                    <a:cubicBezTo>
                      <a:pt x="95965" y="78117"/>
                      <a:pt x="97835" y="91049"/>
                      <a:pt x="101923" y="103283"/>
                    </a:cubicBezTo>
                    <a:cubicBezTo>
                      <a:pt x="143032" y="226988"/>
                      <a:pt x="227182" y="302486"/>
                      <a:pt x="356846" y="321915"/>
                    </a:cubicBezTo>
                    <a:cubicBezTo>
                      <a:pt x="452375" y="336241"/>
                      <a:pt x="536683" y="307715"/>
                      <a:pt x="608409" y="242899"/>
                    </a:cubicBezTo>
                    <a:cubicBezTo>
                      <a:pt x="610754" y="240776"/>
                      <a:pt x="612973" y="238494"/>
                      <a:pt x="615350" y="236433"/>
                    </a:cubicBezTo>
                    <a:cubicBezTo>
                      <a:pt x="624764" y="228320"/>
                      <a:pt x="634209" y="228129"/>
                      <a:pt x="641720" y="235863"/>
                    </a:cubicBezTo>
                    <a:cubicBezTo>
                      <a:pt x="649200" y="243565"/>
                      <a:pt x="649359" y="254024"/>
                      <a:pt x="640136" y="261980"/>
                    </a:cubicBezTo>
                    <a:cubicBezTo>
                      <a:pt x="622513" y="277193"/>
                      <a:pt x="605176" y="293199"/>
                      <a:pt x="585715" y="305782"/>
                    </a:cubicBezTo>
                    <a:cubicBezTo>
                      <a:pt x="378652" y="439567"/>
                      <a:pt x="103762" y="320710"/>
                      <a:pt x="58850" y="78402"/>
                    </a:cubicBezTo>
                    <a:cubicBezTo>
                      <a:pt x="58279" y="75360"/>
                      <a:pt x="58026" y="72222"/>
                      <a:pt x="57138" y="65439"/>
                    </a:cubicBezTo>
                    <a:close/>
                  </a:path>
                </a:pathLst>
              </a:custGeom>
              <a:grpFill/>
              <a:ln w="3150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917A3A9-883F-B2E4-FB30-3886EF3E1BD7}"/>
                </a:ext>
              </a:extLst>
            </p:cNvPr>
            <p:cNvGrpSpPr/>
            <p:nvPr/>
          </p:nvGrpSpPr>
          <p:grpSpPr>
            <a:xfrm>
              <a:off x="6967708" y="1468624"/>
              <a:ext cx="362608" cy="363161"/>
              <a:chOff x="5696447" y="2876367"/>
              <a:chExt cx="749188" cy="750329"/>
            </a:xfrm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254EA809-4788-4350-28C7-3CB82E33F379}"/>
                  </a:ext>
                </a:extLst>
              </p:cNvPr>
              <p:cNvSpPr/>
              <p:nvPr/>
            </p:nvSpPr>
            <p:spPr>
              <a:xfrm>
                <a:off x="5696447" y="2876367"/>
                <a:ext cx="749188" cy="750329"/>
              </a:xfrm>
              <a:custGeom>
                <a:avLst/>
                <a:gdLst>
                  <a:gd name="connsiteX0" fmla="*/ 585054 w 749188"/>
                  <a:gd name="connsiteY0" fmla="*/ 750329 h 750329"/>
                  <a:gd name="connsiteX1" fmla="*/ 539624 w 749188"/>
                  <a:gd name="connsiteY1" fmla="*/ 750329 h 750329"/>
                  <a:gd name="connsiteX2" fmla="*/ 516000 w 749188"/>
                  <a:gd name="connsiteY2" fmla="*/ 746797 h 750329"/>
                  <a:gd name="connsiteX3" fmla="*/ 383286 w 749188"/>
                  <a:gd name="connsiteY3" fmla="*/ 703507 h 750329"/>
                  <a:gd name="connsiteX4" fmla="*/ 367063 w 749188"/>
                  <a:gd name="connsiteY4" fmla="*/ 703741 h 750329"/>
                  <a:gd name="connsiteX5" fmla="*/ 245061 w 749188"/>
                  <a:gd name="connsiteY5" fmla="*/ 744848 h 750329"/>
                  <a:gd name="connsiteX6" fmla="*/ 209889 w 749188"/>
                  <a:gd name="connsiteY6" fmla="*/ 750329 h 750329"/>
                  <a:gd name="connsiteX7" fmla="*/ 165925 w 749188"/>
                  <a:gd name="connsiteY7" fmla="*/ 750329 h 750329"/>
                  <a:gd name="connsiteX8" fmla="*/ 158978 w 749188"/>
                  <a:gd name="connsiteY8" fmla="*/ 748820 h 750329"/>
                  <a:gd name="connsiteX9" fmla="*/ 60937 w 749188"/>
                  <a:gd name="connsiteY9" fmla="*/ 708929 h 750329"/>
                  <a:gd name="connsiteX10" fmla="*/ 544 w 749188"/>
                  <a:gd name="connsiteY10" fmla="*/ 574998 h 750329"/>
                  <a:gd name="connsiteX11" fmla="*/ 24549 w 749188"/>
                  <a:gd name="connsiteY11" fmla="*/ 436173 h 750329"/>
                  <a:gd name="connsiteX12" fmla="*/ 22263 w 749188"/>
                  <a:gd name="connsiteY12" fmla="*/ 425651 h 750329"/>
                  <a:gd name="connsiteX13" fmla="*/ 13016 w 749188"/>
                  <a:gd name="connsiteY13" fmla="*/ 335171 h 750329"/>
                  <a:gd name="connsiteX14" fmla="*/ 25209 w 749188"/>
                  <a:gd name="connsiteY14" fmla="*/ 318348 h 750329"/>
                  <a:gd name="connsiteX15" fmla="*/ 18702 w 749188"/>
                  <a:gd name="connsiteY15" fmla="*/ 297010 h 750329"/>
                  <a:gd name="connsiteX16" fmla="*/ 4941 w 749188"/>
                  <a:gd name="connsiteY16" fmla="*/ 139925 h 750329"/>
                  <a:gd name="connsiteX17" fmla="*/ 130269 w 749188"/>
                  <a:gd name="connsiteY17" fmla="*/ 7093 h 750329"/>
                  <a:gd name="connsiteX18" fmla="*/ 167390 w 749188"/>
                  <a:gd name="connsiteY18" fmla="*/ 0 h 750329"/>
                  <a:gd name="connsiteX19" fmla="*/ 208424 w 749188"/>
                  <a:gd name="connsiteY19" fmla="*/ 0 h 750329"/>
                  <a:gd name="connsiteX20" fmla="*/ 243757 w 749188"/>
                  <a:gd name="connsiteY20" fmla="*/ 5129 h 750329"/>
                  <a:gd name="connsiteX21" fmla="*/ 368440 w 749188"/>
                  <a:gd name="connsiteY21" fmla="*/ 47247 h 750329"/>
                  <a:gd name="connsiteX22" fmla="*/ 381952 w 749188"/>
                  <a:gd name="connsiteY22" fmla="*/ 47335 h 750329"/>
                  <a:gd name="connsiteX23" fmla="*/ 505214 w 749188"/>
                  <a:gd name="connsiteY23" fmla="*/ 5554 h 750329"/>
                  <a:gd name="connsiteX24" fmla="*/ 539624 w 749188"/>
                  <a:gd name="connsiteY24" fmla="*/ 15 h 750329"/>
                  <a:gd name="connsiteX25" fmla="*/ 585054 w 749188"/>
                  <a:gd name="connsiteY25" fmla="*/ 15 h 750329"/>
                  <a:gd name="connsiteX26" fmla="*/ 602933 w 749188"/>
                  <a:gd name="connsiteY26" fmla="*/ 3019 h 750329"/>
                  <a:gd name="connsiteX27" fmla="*/ 741788 w 749188"/>
                  <a:gd name="connsiteY27" fmla="*/ 122764 h 750329"/>
                  <a:gd name="connsiteX28" fmla="*/ 749189 w 749188"/>
                  <a:gd name="connsiteY28" fmla="*/ 153876 h 750329"/>
                  <a:gd name="connsiteX29" fmla="*/ 749189 w 749188"/>
                  <a:gd name="connsiteY29" fmla="*/ 222754 h 750329"/>
                  <a:gd name="connsiteX30" fmla="*/ 745452 w 749188"/>
                  <a:gd name="connsiteY30" fmla="*/ 243520 h 750329"/>
                  <a:gd name="connsiteX31" fmla="*/ 703334 w 749188"/>
                  <a:gd name="connsiteY31" fmla="*/ 368423 h 750329"/>
                  <a:gd name="connsiteX32" fmla="*/ 703246 w 749188"/>
                  <a:gd name="connsiteY32" fmla="*/ 381950 h 750329"/>
                  <a:gd name="connsiteX33" fmla="*/ 741099 w 749188"/>
                  <a:gd name="connsiteY33" fmla="*/ 486087 h 750329"/>
                  <a:gd name="connsiteX34" fmla="*/ 749189 w 749188"/>
                  <a:gd name="connsiteY34" fmla="*/ 527575 h 750329"/>
                  <a:gd name="connsiteX35" fmla="*/ 749189 w 749188"/>
                  <a:gd name="connsiteY35" fmla="*/ 594987 h 750329"/>
                  <a:gd name="connsiteX36" fmla="*/ 746346 w 749188"/>
                  <a:gd name="connsiteY36" fmla="*/ 607723 h 750329"/>
                  <a:gd name="connsiteX37" fmla="*/ 617148 w 749188"/>
                  <a:gd name="connsiteY37" fmla="*/ 744379 h 750329"/>
                  <a:gd name="connsiteX38" fmla="*/ 585054 w 749188"/>
                  <a:gd name="connsiteY38" fmla="*/ 750329 h 750329"/>
                  <a:gd name="connsiteX39" fmla="*/ 593994 w 749188"/>
                  <a:gd name="connsiteY39" fmla="*/ 254599 h 750329"/>
                  <a:gd name="connsiteX40" fmla="*/ 505346 w 749188"/>
                  <a:gd name="connsiteY40" fmla="*/ 245616 h 750329"/>
                  <a:gd name="connsiteX41" fmla="*/ 485914 w 749188"/>
                  <a:gd name="connsiteY41" fmla="*/ 209418 h 750329"/>
                  <a:gd name="connsiteX42" fmla="*/ 496539 w 749188"/>
                  <a:gd name="connsiteY42" fmla="*/ 156924 h 750329"/>
                  <a:gd name="connsiteX43" fmla="*/ 493652 w 749188"/>
                  <a:gd name="connsiteY43" fmla="*/ 155210 h 750329"/>
                  <a:gd name="connsiteX44" fmla="*/ 379944 w 749188"/>
                  <a:gd name="connsiteY44" fmla="*/ 78125 h 750329"/>
                  <a:gd name="connsiteX45" fmla="*/ 369481 w 749188"/>
                  <a:gd name="connsiteY45" fmla="*/ 78858 h 750329"/>
                  <a:gd name="connsiteX46" fmla="*/ 158114 w 749188"/>
                  <a:gd name="connsiteY46" fmla="*/ 253852 h 750329"/>
                  <a:gd name="connsiteX47" fmla="*/ 110207 w 749188"/>
                  <a:gd name="connsiteY47" fmla="*/ 315651 h 750329"/>
                  <a:gd name="connsiteX48" fmla="*/ 133757 w 749188"/>
                  <a:gd name="connsiteY48" fmla="*/ 343437 h 750329"/>
                  <a:gd name="connsiteX49" fmla="*/ 113153 w 749188"/>
                  <a:gd name="connsiteY49" fmla="*/ 353593 h 750329"/>
                  <a:gd name="connsiteX50" fmla="*/ 50239 w 749188"/>
                  <a:gd name="connsiteY50" fmla="*/ 331947 h 750329"/>
                  <a:gd name="connsiteX51" fmla="*/ 23860 w 749188"/>
                  <a:gd name="connsiteY51" fmla="*/ 386654 h 750329"/>
                  <a:gd name="connsiteX52" fmla="*/ 70639 w 749188"/>
                  <a:gd name="connsiteY52" fmla="*/ 422529 h 750329"/>
                  <a:gd name="connsiteX53" fmla="*/ 100842 w 749188"/>
                  <a:gd name="connsiteY53" fmla="*/ 411333 h 750329"/>
                  <a:gd name="connsiteX54" fmla="*/ 117901 w 749188"/>
                  <a:gd name="connsiteY54" fmla="*/ 370797 h 750329"/>
                  <a:gd name="connsiteX55" fmla="*/ 139253 w 749188"/>
                  <a:gd name="connsiteY55" fmla="*/ 368980 h 750329"/>
                  <a:gd name="connsiteX56" fmla="*/ 110222 w 749188"/>
                  <a:gd name="connsiteY56" fmla="*/ 432787 h 750329"/>
                  <a:gd name="connsiteX57" fmla="*/ 112947 w 749188"/>
                  <a:gd name="connsiteY57" fmla="*/ 436979 h 750329"/>
                  <a:gd name="connsiteX58" fmla="*/ 254191 w 749188"/>
                  <a:gd name="connsiteY58" fmla="*/ 592775 h 750329"/>
                  <a:gd name="connsiteX59" fmla="*/ 369408 w 749188"/>
                  <a:gd name="connsiteY59" fmla="*/ 671544 h 750329"/>
                  <a:gd name="connsiteX60" fmla="*/ 377951 w 749188"/>
                  <a:gd name="connsiteY60" fmla="*/ 673157 h 750329"/>
                  <a:gd name="connsiteX61" fmla="*/ 421315 w 749188"/>
                  <a:gd name="connsiteY61" fmla="*/ 648639 h 750329"/>
                  <a:gd name="connsiteX62" fmla="*/ 424070 w 749188"/>
                  <a:gd name="connsiteY62" fmla="*/ 581696 h 750329"/>
                  <a:gd name="connsiteX63" fmla="*/ 442594 w 749188"/>
                  <a:gd name="connsiteY63" fmla="*/ 592760 h 750329"/>
                  <a:gd name="connsiteX64" fmla="*/ 459345 w 749188"/>
                  <a:gd name="connsiteY64" fmla="*/ 657974 h 750329"/>
                  <a:gd name="connsiteX65" fmla="*/ 518887 w 749188"/>
                  <a:gd name="connsiteY65" fmla="*/ 649679 h 750329"/>
                  <a:gd name="connsiteX66" fmla="*/ 522155 w 749188"/>
                  <a:gd name="connsiteY66" fmla="*/ 589052 h 750329"/>
                  <a:gd name="connsiteX67" fmla="*/ 454245 w 749188"/>
                  <a:gd name="connsiteY67" fmla="*/ 579204 h 750329"/>
                  <a:gd name="connsiteX68" fmla="*/ 441524 w 749188"/>
                  <a:gd name="connsiteY68" fmla="*/ 562805 h 750329"/>
                  <a:gd name="connsiteX69" fmla="*/ 528853 w 749188"/>
                  <a:gd name="connsiteY69" fmla="*/ 563289 h 750329"/>
                  <a:gd name="connsiteX70" fmla="*/ 530172 w 749188"/>
                  <a:gd name="connsiteY70" fmla="*/ 562674 h 750329"/>
                  <a:gd name="connsiteX71" fmla="*/ 672793 w 749188"/>
                  <a:gd name="connsiteY71" fmla="*/ 379019 h 750329"/>
                  <a:gd name="connsiteX72" fmla="*/ 672001 w 749188"/>
                  <a:gd name="connsiteY72" fmla="*/ 369889 h 750329"/>
                  <a:gd name="connsiteX73" fmla="*/ 626967 w 749188"/>
                  <a:gd name="connsiteY73" fmla="*/ 298007 h 750329"/>
                  <a:gd name="connsiteX74" fmla="*/ 593994 w 749188"/>
                  <a:gd name="connsiteY74" fmla="*/ 254584 h 750329"/>
                  <a:gd name="connsiteX75" fmla="*/ 688107 w 749188"/>
                  <a:gd name="connsiteY75" fmla="*/ 348331 h 750329"/>
                  <a:gd name="connsiteX76" fmla="*/ 688283 w 749188"/>
                  <a:gd name="connsiteY76" fmla="*/ 348082 h 750329"/>
                  <a:gd name="connsiteX77" fmla="*/ 701355 w 749188"/>
                  <a:gd name="connsiteY77" fmla="*/ 317131 h 750329"/>
                  <a:gd name="connsiteX78" fmla="*/ 725741 w 749188"/>
                  <a:gd name="connsiteY78" fmla="*/ 153348 h 750329"/>
                  <a:gd name="connsiteX79" fmla="*/ 640962 w 749188"/>
                  <a:gd name="connsiteY79" fmla="*/ 37033 h 750329"/>
                  <a:gd name="connsiteX80" fmla="*/ 561767 w 749188"/>
                  <a:gd name="connsiteY80" fmla="*/ 22143 h 750329"/>
                  <a:gd name="connsiteX81" fmla="*/ 462686 w 749188"/>
                  <a:gd name="connsiteY81" fmla="*/ 39085 h 750329"/>
                  <a:gd name="connsiteX82" fmla="*/ 401253 w 749188"/>
                  <a:gd name="connsiteY82" fmla="*/ 61682 h 750329"/>
                  <a:gd name="connsiteX83" fmla="*/ 513055 w 749188"/>
                  <a:gd name="connsiteY83" fmla="*/ 139617 h 750329"/>
                  <a:gd name="connsiteX84" fmla="*/ 589861 w 749188"/>
                  <a:gd name="connsiteY84" fmla="*/ 136745 h 750329"/>
                  <a:gd name="connsiteX85" fmla="*/ 578987 w 749188"/>
                  <a:gd name="connsiteY85" fmla="*/ 155004 h 750329"/>
                  <a:gd name="connsiteX86" fmla="*/ 515531 w 749188"/>
                  <a:gd name="connsiteY86" fmla="*/ 168897 h 750329"/>
                  <a:gd name="connsiteX87" fmla="*/ 520089 w 749188"/>
                  <a:gd name="connsiteY87" fmla="*/ 228850 h 750329"/>
                  <a:gd name="connsiteX88" fmla="*/ 580335 w 749188"/>
                  <a:gd name="connsiteY88" fmla="*/ 235929 h 750329"/>
                  <a:gd name="connsiteX89" fmla="*/ 599621 w 749188"/>
                  <a:gd name="connsiteY89" fmla="*/ 210927 h 750329"/>
                  <a:gd name="connsiteX90" fmla="*/ 592279 w 749188"/>
                  <a:gd name="connsiteY90" fmla="*/ 166626 h 750329"/>
                  <a:gd name="connsiteX91" fmla="*/ 608912 w 749188"/>
                  <a:gd name="connsiteY91" fmla="*/ 153700 h 750329"/>
                  <a:gd name="connsiteX92" fmla="*/ 611052 w 749188"/>
                  <a:gd name="connsiteY92" fmla="*/ 237585 h 750329"/>
                  <a:gd name="connsiteX93" fmla="*/ 688122 w 749188"/>
                  <a:gd name="connsiteY93" fmla="*/ 348346 h 750329"/>
                  <a:gd name="connsiteX94" fmla="*/ 45388 w 749188"/>
                  <a:gd name="connsiteY94" fmla="*/ 306990 h 750329"/>
                  <a:gd name="connsiteX95" fmla="*/ 81762 w 749188"/>
                  <a:gd name="connsiteY95" fmla="*/ 306756 h 750329"/>
                  <a:gd name="connsiteX96" fmla="*/ 94966 w 749188"/>
                  <a:gd name="connsiteY96" fmla="*/ 300410 h 750329"/>
                  <a:gd name="connsiteX97" fmla="*/ 280540 w 749188"/>
                  <a:gd name="connsiteY97" fmla="*/ 108871 h 750329"/>
                  <a:gd name="connsiteX98" fmla="*/ 349330 w 749188"/>
                  <a:gd name="connsiteY98" fmla="*/ 62825 h 750329"/>
                  <a:gd name="connsiteX99" fmla="*/ 343439 w 749188"/>
                  <a:gd name="connsiteY99" fmla="*/ 59909 h 750329"/>
                  <a:gd name="connsiteX100" fmla="*/ 291649 w 749188"/>
                  <a:gd name="connsiteY100" fmla="*/ 40037 h 750329"/>
                  <a:gd name="connsiteX101" fmla="*/ 144734 w 749188"/>
                  <a:gd name="connsiteY101" fmla="*/ 26408 h 750329"/>
                  <a:gd name="connsiteX102" fmla="*/ 29590 w 749188"/>
                  <a:gd name="connsiteY102" fmla="*/ 131850 h 750329"/>
                  <a:gd name="connsiteX103" fmla="*/ 45388 w 749188"/>
                  <a:gd name="connsiteY103" fmla="*/ 306990 h 750329"/>
                  <a:gd name="connsiteX104" fmla="*/ 350005 w 749188"/>
                  <a:gd name="connsiteY104" fmla="*/ 688779 h 750329"/>
                  <a:gd name="connsiteX105" fmla="*/ 349477 w 749188"/>
                  <a:gd name="connsiteY105" fmla="*/ 686243 h 750329"/>
                  <a:gd name="connsiteX106" fmla="*/ 345711 w 749188"/>
                  <a:gd name="connsiteY106" fmla="*/ 684060 h 750329"/>
                  <a:gd name="connsiteX107" fmla="*/ 201111 w 749188"/>
                  <a:gd name="connsiteY107" fmla="*/ 575042 h 750329"/>
                  <a:gd name="connsiteX108" fmla="*/ 93339 w 749188"/>
                  <a:gd name="connsiteY108" fmla="*/ 447955 h 750329"/>
                  <a:gd name="connsiteX109" fmla="*/ 86525 w 749188"/>
                  <a:gd name="connsiteY109" fmla="*/ 443222 h 750329"/>
                  <a:gd name="connsiteX110" fmla="*/ 46312 w 749188"/>
                  <a:gd name="connsiteY110" fmla="*/ 441009 h 750329"/>
                  <a:gd name="connsiteX111" fmla="*/ 24945 w 749188"/>
                  <a:gd name="connsiteY111" fmla="*/ 597376 h 750329"/>
                  <a:gd name="connsiteX112" fmla="*/ 167463 w 749188"/>
                  <a:gd name="connsiteY112" fmla="*/ 727072 h 750329"/>
                  <a:gd name="connsiteX113" fmla="*/ 281464 w 749188"/>
                  <a:gd name="connsiteY113" fmla="*/ 713267 h 750329"/>
                  <a:gd name="connsiteX114" fmla="*/ 349990 w 749188"/>
                  <a:gd name="connsiteY114" fmla="*/ 688764 h 750329"/>
                  <a:gd name="connsiteX115" fmla="*/ 399465 w 749188"/>
                  <a:gd name="connsiteY115" fmla="*/ 687372 h 750329"/>
                  <a:gd name="connsiteX116" fmla="*/ 445979 w 749188"/>
                  <a:gd name="connsiteY116" fmla="*/ 705734 h 750329"/>
                  <a:gd name="connsiteX117" fmla="*/ 598097 w 749188"/>
                  <a:gd name="connsiteY117" fmla="*/ 725430 h 750329"/>
                  <a:gd name="connsiteX118" fmla="*/ 698336 w 749188"/>
                  <a:gd name="connsiteY118" fmla="*/ 667207 h 750329"/>
                  <a:gd name="connsiteX119" fmla="*/ 728188 w 749188"/>
                  <a:gd name="connsiteY119" fmla="*/ 553353 h 750329"/>
                  <a:gd name="connsiteX120" fmla="*/ 709972 w 749188"/>
                  <a:gd name="connsiteY120" fmla="*/ 457496 h 750329"/>
                  <a:gd name="connsiteX121" fmla="*/ 687843 w 749188"/>
                  <a:gd name="connsiteY121" fmla="*/ 398480 h 750329"/>
                  <a:gd name="connsiteX122" fmla="*/ 543786 w 749188"/>
                  <a:gd name="connsiteY122" fmla="*/ 580758 h 750329"/>
                  <a:gd name="connsiteX123" fmla="*/ 528223 w 749188"/>
                  <a:gd name="connsiteY123" fmla="*/ 671369 h 750329"/>
                  <a:gd name="connsiteX124" fmla="*/ 433845 w 749188"/>
                  <a:gd name="connsiteY124" fmla="*/ 666723 h 750329"/>
                  <a:gd name="connsiteX125" fmla="*/ 399465 w 749188"/>
                  <a:gd name="connsiteY125" fmla="*/ 687386 h 750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</a:cxnLst>
                <a:rect l="l" t="t" r="r" b="b"/>
                <a:pathLst>
                  <a:path w="749188" h="750329">
                    <a:moveTo>
                      <a:pt x="585054" y="750329"/>
                    </a:moveTo>
                    <a:lnTo>
                      <a:pt x="539624" y="750329"/>
                    </a:lnTo>
                    <a:cubicBezTo>
                      <a:pt x="531754" y="749157"/>
                      <a:pt x="523855" y="748058"/>
                      <a:pt x="516000" y="746797"/>
                    </a:cubicBezTo>
                    <a:cubicBezTo>
                      <a:pt x="469500" y="739309"/>
                      <a:pt x="425389" y="724375"/>
                      <a:pt x="383286" y="703507"/>
                    </a:cubicBezTo>
                    <a:cubicBezTo>
                      <a:pt x="377365" y="700576"/>
                      <a:pt x="372749" y="700957"/>
                      <a:pt x="367063" y="703741"/>
                    </a:cubicBezTo>
                    <a:cubicBezTo>
                      <a:pt x="328198" y="722734"/>
                      <a:pt x="287809" y="737374"/>
                      <a:pt x="245061" y="744848"/>
                    </a:cubicBezTo>
                    <a:cubicBezTo>
                      <a:pt x="233381" y="746885"/>
                      <a:pt x="221613" y="748512"/>
                      <a:pt x="209889" y="750329"/>
                    </a:cubicBezTo>
                    <a:lnTo>
                      <a:pt x="165925" y="750329"/>
                    </a:lnTo>
                    <a:cubicBezTo>
                      <a:pt x="163609" y="749816"/>
                      <a:pt x="161323" y="749083"/>
                      <a:pt x="158978" y="748820"/>
                    </a:cubicBezTo>
                    <a:cubicBezTo>
                      <a:pt x="122605" y="744584"/>
                      <a:pt x="89162" y="732934"/>
                      <a:pt x="60937" y="708929"/>
                    </a:cubicBezTo>
                    <a:cubicBezTo>
                      <a:pt x="19742" y="673875"/>
                      <a:pt x="3065" y="627419"/>
                      <a:pt x="544" y="574998"/>
                    </a:cubicBezTo>
                    <a:cubicBezTo>
                      <a:pt x="-1756" y="527033"/>
                      <a:pt x="8487" y="481031"/>
                      <a:pt x="24549" y="436173"/>
                    </a:cubicBezTo>
                    <a:cubicBezTo>
                      <a:pt x="26117" y="431806"/>
                      <a:pt x="26029" y="429197"/>
                      <a:pt x="22263" y="425651"/>
                    </a:cubicBezTo>
                    <a:cubicBezTo>
                      <a:pt x="-3398" y="401529"/>
                      <a:pt x="-7149" y="363382"/>
                      <a:pt x="13016" y="335171"/>
                    </a:cubicBezTo>
                    <a:cubicBezTo>
                      <a:pt x="17119" y="329441"/>
                      <a:pt x="24447" y="324356"/>
                      <a:pt x="25209" y="318348"/>
                    </a:cubicBezTo>
                    <a:cubicBezTo>
                      <a:pt x="26059" y="311621"/>
                      <a:pt x="20944" y="304206"/>
                      <a:pt x="18702" y="297010"/>
                    </a:cubicBezTo>
                    <a:cubicBezTo>
                      <a:pt x="2801" y="245630"/>
                      <a:pt x="-6182" y="193459"/>
                      <a:pt x="4941" y="139925"/>
                    </a:cubicBezTo>
                    <a:cubicBezTo>
                      <a:pt x="19435" y="70285"/>
                      <a:pt x="60673" y="25001"/>
                      <a:pt x="130269" y="7093"/>
                    </a:cubicBezTo>
                    <a:cubicBezTo>
                      <a:pt x="142448" y="3957"/>
                      <a:pt x="155007" y="2330"/>
                      <a:pt x="167390" y="0"/>
                    </a:cubicBezTo>
                    <a:cubicBezTo>
                      <a:pt x="181063" y="0"/>
                      <a:pt x="194751" y="0"/>
                      <a:pt x="208424" y="0"/>
                    </a:cubicBezTo>
                    <a:cubicBezTo>
                      <a:pt x="220206" y="1685"/>
                      <a:pt x="232047" y="3034"/>
                      <a:pt x="243757" y="5129"/>
                    </a:cubicBezTo>
                    <a:cubicBezTo>
                      <a:pt x="287399" y="12940"/>
                      <a:pt x="328740" y="27756"/>
                      <a:pt x="368440" y="47247"/>
                    </a:cubicBezTo>
                    <a:cubicBezTo>
                      <a:pt x="373320" y="49636"/>
                      <a:pt x="376999" y="49768"/>
                      <a:pt x="381952" y="47335"/>
                    </a:cubicBezTo>
                    <a:cubicBezTo>
                      <a:pt x="421213" y="28079"/>
                      <a:pt x="462070" y="13351"/>
                      <a:pt x="505214" y="5554"/>
                    </a:cubicBezTo>
                    <a:cubicBezTo>
                      <a:pt x="516645" y="3488"/>
                      <a:pt x="528149" y="1847"/>
                      <a:pt x="539624" y="15"/>
                    </a:cubicBezTo>
                    <a:cubicBezTo>
                      <a:pt x="554762" y="15"/>
                      <a:pt x="569916" y="15"/>
                      <a:pt x="585054" y="15"/>
                    </a:cubicBezTo>
                    <a:cubicBezTo>
                      <a:pt x="591019" y="1011"/>
                      <a:pt x="596983" y="1964"/>
                      <a:pt x="602933" y="3019"/>
                    </a:cubicBezTo>
                    <a:cubicBezTo>
                      <a:pt x="672925" y="15446"/>
                      <a:pt x="720582" y="53871"/>
                      <a:pt x="741788" y="122764"/>
                    </a:cubicBezTo>
                    <a:cubicBezTo>
                      <a:pt x="744924" y="132934"/>
                      <a:pt x="746756" y="143500"/>
                      <a:pt x="749189" y="153876"/>
                    </a:cubicBezTo>
                    <a:lnTo>
                      <a:pt x="749189" y="222754"/>
                    </a:lnTo>
                    <a:cubicBezTo>
                      <a:pt x="747943" y="229671"/>
                      <a:pt x="746712" y="236603"/>
                      <a:pt x="745452" y="243520"/>
                    </a:cubicBezTo>
                    <a:cubicBezTo>
                      <a:pt x="737523" y="287206"/>
                      <a:pt x="722781" y="328635"/>
                      <a:pt x="703334" y="368423"/>
                    </a:cubicBezTo>
                    <a:cubicBezTo>
                      <a:pt x="700945" y="373318"/>
                      <a:pt x="700813" y="377011"/>
                      <a:pt x="703246" y="381950"/>
                    </a:cubicBezTo>
                    <a:cubicBezTo>
                      <a:pt x="719630" y="415275"/>
                      <a:pt x="732790" y="449831"/>
                      <a:pt x="741099" y="486087"/>
                    </a:cubicBezTo>
                    <a:cubicBezTo>
                      <a:pt x="744235" y="499819"/>
                      <a:pt x="746521" y="513741"/>
                      <a:pt x="749189" y="527575"/>
                    </a:cubicBezTo>
                    <a:lnTo>
                      <a:pt x="749189" y="594987"/>
                    </a:lnTo>
                    <a:cubicBezTo>
                      <a:pt x="748236" y="599237"/>
                      <a:pt x="747078" y="603443"/>
                      <a:pt x="746346" y="607723"/>
                    </a:cubicBezTo>
                    <a:cubicBezTo>
                      <a:pt x="734475" y="677553"/>
                      <a:pt x="686114" y="728830"/>
                      <a:pt x="617148" y="744379"/>
                    </a:cubicBezTo>
                    <a:cubicBezTo>
                      <a:pt x="606538" y="746768"/>
                      <a:pt x="595752" y="748365"/>
                      <a:pt x="585054" y="750329"/>
                    </a:cubicBezTo>
                    <a:close/>
                    <a:moveTo>
                      <a:pt x="593994" y="254599"/>
                    </a:moveTo>
                    <a:cubicBezTo>
                      <a:pt x="555920" y="271320"/>
                      <a:pt x="528354" y="268375"/>
                      <a:pt x="505346" y="245616"/>
                    </a:cubicBezTo>
                    <a:cubicBezTo>
                      <a:pt x="495176" y="235548"/>
                      <a:pt x="488537" y="223413"/>
                      <a:pt x="485914" y="209418"/>
                    </a:cubicBezTo>
                    <a:cubicBezTo>
                      <a:pt x="482470" y="190982"/>
                      <a:pt x="485914" y="173587"/>
                      <a:pt x="496539" y="156924"/>
                    </a:cubicBezTo>
                    <a:cubicBezTo>
                      <a:pt x="495352" y="156236"/>
                      <a:pt x="494414" y="155840"/>
                      <a:pt x="493652" y="155210"/>
                    </a:cubicBezTo>
                    <a:cubicBezTo>
                      <a:pt x="458289" y="125768"/>
                      <a:pt x="420568" y="99785"/>
                      <a:pt x="379944" y="78125"/>
                    </a:cubicBezTo>
                    <a:cubicBezTo>
                      <a:pt x="377277" y="76704"/>
                      <a:pt x="372339" y="77319"/>
                      <a:pt x="369481" y="78858"/>
                    </a:cubicBezTo>
                    <a:cubicBezTo>
                      <a:pt x="287472" y="123189"/>
                      <a:pt x="217891" y="182717"/>
                      <a:pt x="158114" y="253852"/>
                    </a:cubicBezTo>
                    <a:cubicBezTo>
                      <a:pt x="141085" y="274119"/>
                      <a:pt x="125609" y="295706"/>
                      <a:pt x="110207" y="315651"/>
                    </a:cubicBezTo>
                    <a:cubicBezTo>
                      <a:pt x="118648" y="325616"/>
                      <a:pt x="125888" y="334160"/>
                      <a:pt x="133757" y="343437"/>
                    </a:cubicBezTo>
                    <a:cubicBezTo>
                      <a:pt x="125507" y="347496"/>
                      <a:pt x="119264" y="350574"/>
                      <a:pt x="113153" y="353593"/>
                    </a:cubicBezTo>
                    <a:cubicBezTo>
                      <a:pt x="95127" y="329031"/>
                      <a:pt x="72940" y="321557"/>
                      <a:pt x="50239" y="331947"/>
                    </a:cubicBezTo>
                    <a:cubicBezTo>
                      <a:pt x="29532" y="341429"/>
                      <a:pt x="18585" y="364115"/>
                      <a:pt x="23860" y="386654"/>
                    </a:cubicBezTo>
                    <a:cubicBezTo>
                      <a:pt x="28770" y="407684"/>
                      <a:pt x="48407" y="422646"/>
                      <a:pt x="70639" y="422529"/>
                    </a:cubicBezTo>
                    <a:cubicBezTo>
                      <a:pt x="82113" y="422456"/>
                      <a:pt x="92181" y="418675"/>
                      <a:pt x="100842" y="411333"/>
                    </a:cubicBezTo>
                    <a:cubicBezTo>
                      <a:pt x="113196" y="400854"/>
                      <a:pt x="117959" y="386918"/>
                      <a:pt x="117901" y="370797"/>
                    </a:cubicBezTo>
                    <a:cubicBezTo>
                      <a:pt x="125170" y="370182"/>
                      <a:pt x="131896" y="369610"/>
                      <a:pt x="139253" y="368980"/>
                    </a:cubicBezTo>
                    <a:cubicBezTo>
                      <a:pt x="141583" y="396311"/>
                      <a:pt x="130269" y="416623"/>
                      <a:pt x="110222" y="432787"/>
                    </a:cubicBezTo>
                    <a:cubicBezTo>
                      <a:pt x="111350" y="434517"/>
                      <a:pt x="112127" y="435762"/>
                      <a:pt x="112947" y="436979"/>
                    </a:cubicBezTo>
                    <a:cubicBezTo>
                      <a:pt x="152721" y="495540"/>
                      <a:pt x="200100" y="547213"/>
                      <a:pt x="254191" y="592775"/>
                    </a:cubicBezTo>
                    <a:cubicBezTo>
                      <a:pt x="289934" y="622876"/>
                      <a:pt x="328125" y="649489"/>
                      <a:pt x="369408" y="671544"/>
                    </a:cubicBezTo>
                    <a:cubicBezTo>
                      <a:pt x="371914" y="672878"/>
                      <a:pt x="375929" y="674226"/>
                      <a:pt x="377951" y="673157"/>
                    </a:cubicBezTo>
                    <a:cubicBezTo>
                      <a:pt x="392518" y="665375"/>
                      <a:pt x="406763" y="656963"/>
                      <a:pt x="421315" y="648639"/>
                    </a:cubicBezTo>
                    <a:cubicBezTo>
                      <a:pt x="411159" y="625411"/>
                      <a:pt x="411687" y="603517"/>
                      <a:pt x="424070" y="581696"/>
                    </a:cubicBezTo>
                    <a:cubicBezTo>
                      <a:pt x="430636" y="585623"/>
                      <a:pt x="436659" y="589213"/>
                      <a:pt x="442594" y="592760"/>
                    </a:cubicBezTo>
                    <a:cubicBezTo>
                      <a:pt x="431823" y="622289"/>
                      <a:pt x="437685" y="644799"/>
                      <a:pt x="459345" y="657974"/>
                    </a:cubicBezTo>
                    <a:cubicBezTo>
                      <a:pt x="478572" y="669683"/>
                      <a:pt x="503778" y="666181"/>
                      <a:pt x="518887" y="649679"/>
                    </a:cubicBezTo>
                    <a:cubicBezTo>
                      <a:pt x="534334" y="632812"/>
                      <a:pt x="535711" y="607473"/>
                      <a:pt x="522155" y="589052"/>
                    </a:cubicBezTo>
                    <a:cubicBezTo>
                      <a:pt x="506973" y="568418"/>
                      <a:pt x="483848" y="564930"/>
                      <a:pt x="454245" y="579204"/>
                    </a:cubicBezTo>
                    <a:cubicBezTo>
                      <a:pt x="450053" y="573811"/>
                      <a:pt x="445774" y="568301"/>
                      <a:pt x="441524" y="562805"/>
                    </a:cubicBezTo>
                    <a:cubicBezTo>
                      <a:pt x="463111" y="542714"/>
                      <a:pt x="496436" y="543021"/>
                      <a:pt x="528853" y="563289"/>
                    </a:cubicBezTo>
                    <a:cubicBezTo>
                      <a:pt x="529292" y="563084"/>
                      <a:pt x="529835" y="562996"/>
                      <a:pt x="530172" y="562674"/>
                    </a:cubicBezTo>
                    <a:cubicBezTo>
                      <a:pt x="587282" y="508890"/>
                      <a:pt x="635701" y="448336"/>
                      <a:pt x="672793" y="379019"/>
                    </a:cubicBezTo>
                    <a:cubicBezTo>
                      <a:pt x="674024" y="376718"/>
                      <a:pt x="673467" y="372278"/>
                      <a:pt x="672001" y="369889"/>
                    </a:cubicBezTo>
                    <a:cubicBezTo>
                      <a:pt x="657259" y="345767"/>
                      <a:pt x="642662" y="321513"/>
                      <a:pt x="626967" y="298007"/>
                    </a:cubicBezTo>
                    <a:cubicBezTo>
                      <a:pt x="616841" y="282854"/>
                      <a:pt x="604941" y="268887"/>
                      <a:pt x="593994" y="254584"/>
                    </a:cubicBezTo>
                    <a:close/>
                    <a:moveTo>
                      <a:pt x="688107" y="348331"/>
                    </a:moveTo>
                    <a:cubicBezTo>
                      <a:pt x="687433" y="349123"/>
                      <a:pt x="688034" y="348683"/>
                      <a:pt x="688283" y="348082"/>
                    </a:cubicBezTo>
                    <a:cubicBezTo>
                      <a:pt x="692679" y="337780"/>
                      <a:pt x="697384" y="327595"/>
                      <a:pt x="701355" y="317131"/>
                    </a:cubicBezTo>
                    <a:cubicBezTo>
                      <a:pt x="721359" y="264315"/>
                      <a:pt x="734197" y="210268"/>
                      <a:pt x="725741" y="153348"/>
                    </a:cubicBezTo>
                    <a:cubicBezTo>
                      <a:pt x="717827" y="100034"/>
                      <a:pt x="691243" y="59645"/>
                      <a:pt x="640962" y="37033"/>
                    </a:cubicBezTo>
                    <a:cubicBezTo>
                      <a:pt x="615829" y="25734"/>
                      <a:pt x="589070" y="21880"/>
                      <a:pt x="561767" y="22143"/>
                    </a:cubicBezTo>
                    <a:cubicBezTo>
                      <a:pt x="527885" y="22451"/>
                      <a:pt x="494795" y="28460"/>
                      <a:pt x="462686" y="39085"/>
                    </a:cubicBezTo>
                    <a:cubicBezTo>
                      <a:pt x="441729" y="46031"/>
                      <a:pt x="421213" y="54282"/>
                      <a:pt x="401253" y="61682"/>
                    </a:cubicBezTo>
                    <a:cubicBezTo>
                      <a:pt x="438901" y="87929"/>
                      <a:pt x="475787" y="113648"/>
                      <a:pt x="513055" y="139617"/>
                    </a:cubicBezTo>
                    <a:cubicBezTo>
                      <a:pt x="540650" y="119994"/>
                      <a:pt x="572495" y="124200"/>
                      <a:pt x="589861" y="136745"/>
                    </a:cubicBezTo>
                    <a:cubicBezTo>
                      <a:pt x="586241" y="142826"/>
                      <a:pt x="582592" y="148952"/>
                      <a:pt x="578987" y="155004"/>
                    </a:cubicBezTo>
                    <a:cubicBezTo>
                      <a:pt x="552095" y="141537"/>
                      <a:pt x="527768" y="151487"/>
                      <a:pt x="515531" y="168897"/>
                    </a:cubicBezTo>
                    <a:cubicBezTo>
                      <a:pt x="502650" y="187216"/>
                      <a:pt x="504628" y="212627"/>
                      <a:pt x="520089" y="228850"/>
                    </a:cubicBezTo>
                    <a:cubicBezTo>
                      <a:pt x="535843" y="245366"/>
                      <a:pt x="561225" y="248371"/>
                      <a:pt x="580335" y="235929"/>
                    </a:cubicBezTo>
                    <a:cubicBezTo>
                      <a:pt x="589670" y="229847"/>
                      <a:pt x="596280" y="221523"/>
                      <a:pt x="599621" y="210927"/>
                    </a:cubicBezTo>
                    <a:cubicBezTo>
                      <a:pt x="604618" y="195086"/>
                      <a:pt x="601658" y="180255"/>
                      <a:pt x="592279" y="166626"/>
                    </a:cubicBezTo>
                    <a:cubicBezTo>
                      <a:pt x="598214" y="162010"/>
                      <a:pt x="603593" y="157833"/>
                      <a:pt x="608912" y="153700"/>
                    </a:cubicBezTo>
                    <a:cubicBezTo>
                      <a:pt x="628359" y="172752"/>
                      <a:pt x="628726" y="204802"/>
                      <a:pt x="611052" y="237585"/>
                    </a:cubicBezTo>
                    <a:cubicBezTo>
                      <a:pt x="637123" y="275057"/>
                      <a:pt x="662725" y="311841"/>
                      <a:pt x="688122" y="348346"/>
                    </a:cubicBezTo>
                    <a:close/>
                    <a:moveTo>
                      <a:pt x="45388" y="306990"/>
                    </a:moveTo>
                    <a:cubicBezTo>
                      <a:pt x="58695" y="306756"/>
                      <a:pt x="70375" y="305466"/>
                      <a:pt x="81762" y="306756"/>
                    </a:cubicBezTo>
                    <a:cubicBezTo>
                      <a:pt x="88664" y="307532"/>
                      <a:pt x="91537" y="305451"/>
                      <a:pt x="94966" y="300410"/>
                    </a:cubicBezTo>
                    <a:cubicBezTo>
                      <a:pt x="145716" y="225817"/>
                      <a:pt x="207662" y="161951"/>
                      <a:pt x="280540" y="108871"/>
                    </a:cubicBezTo>
                    <a:cubicBezTo>
                      <a:pt x="302757" y="92692"/>
                      <a:pt x="326234" y="78228"/>
                      <a:pt x="349330" y="62825"/>
                    </a:cubicBezTo>
                    <a:cubicBezTo>
                      <a:pt x="347704" y="62005"/>
                      <a:pt x="345637" y="60759"/>
                      <a:pt x="343439" y="59909"/>
                    </a:cubicBezTo>
                    <a:cubicBezTo>
                      <a:pt x="326205" y="53183"/>
                      <a:pt x="309235" y="45650"/>
                      <a:pt x="291649" y="40037"/>
                    </a:cubicBezTo>
                    <a:cubicBezTo>
                      <a:pt x="243757" y="24752"/>
                      <a:pt x="194941" y="16179"/>
                      <a:pt x="144734" y="26408"/>
                    </a:cubicBezTo>
                    <a:cubicBezTo>
                      <a:pt x="85484" y="38469"/>
                      <a:pt x="45740" y="72952"/>
                      <a:pt x="29590" y="131850"/>
                    </a:cubicBezTo>
                    <a:cubicBezTo>
                      <a:pt x="12899" y="192682"/>
                      <a:pt x="26234" y="251067"/>
                      <a:pt x="45388" y="306990"/>
                    </a:cubicBezTo>
                    <a:close/>
                    <a:moveTo>
                      <a:pt x="350005" y="688779"/>
                    </a:moveTo>
                    <a:cubicBezTo>
                      <a:pt x="349829" y="687929"/>
                      <a:pt x="349653" y="687093"/>
                      <a:pt x="349477" y="686243"/>
                    </a:cubicBezTo>
                    <a:cubicBezTo>
                      <a:pt x="348217" y="685511"/>
                      <a:pt x="346971" y="684778"/>
                      <a:pt x="345711" y="684060"/>
                    </a:cubicBezTo>
                    <a:cubicBezTo>
                      <a:pt x="292968" y="653753"/>
                      <a:pt x="245032" y="617043"/>
                      <a:pt x="201111" y="575042"/>
                    </a:cubicBezTo>
                    <a:cubicBezTo>
                      <a:pt x="160766" y="536441"/>
                      <a:pt x="124671" y="494221"/>
                      <a:pt x="93339" y="447955"/>
                    </a:cubicBezTo>
                    <a:cubicBezTo>
                      <a:pt x="91844" y="445742"/>
                      <a:pt x="88386" y="442797"/>
                      <a:pt x="86525" y="443222"/>
                    </a:cubicBezTo>
                    <a:cubicBezTo>
                      <a:pt x="73042" y="446329"/>
                      <a:pt x="59926" y="445229"/>
                      <a:pt x="46312" y="441009"/>
                    </a:cubicBezTo>
                    <a:cubicBezTo>
                      <a:pt x="28433" y="491890"/>
                      <a:pt x="16738" y="543212"/>
                      <a:pt x="24945" y="597376"/>
                    </a:cubicBezTo>
                    <a:cubicBezTo>
                      <a:pt x="36654" y="674769"/>
                      <a:pt x="90657" y="720726"/>
                      <a:pt x="167463" y="727072"/>
                    </a:cubicBezTo>
                    <a:cubicBezTo>
                      <a:pt x="206460" y="730296"/>
                      <a:pt x="244402" y="724580"/>
                      <a:pt x="281464" y="713267"/>
                    </a:cubicBezTo>
                    <a:cubicBezTo>
                      <a:pt x="304633" y="706189"/>
                      <a:pt x="327172" y="697015"/>
                      <a:pt x="349990" y="688764"/>
                    </a:cubicBezTo>
                    <a:close/>
                    <a:moveTo>
                      <a:pt x="399465" y="687372"/>
                    </a:moveTo>
                    <a:cubicBezTo>
                      <a:pt x="415746" y="693835"/>
                      <a:pt x="430665" y="700356"/>
                      <a:pt x="445979" y="705734"/>
                    </a:cubicBezTo>
                    <a:cubicBezTo>
                      <a:pt x="495264" y="723012"/>
                      <a:pt x="545589" y="733432"/>
                      <a:pt x="598097" y="725430"/>
                    </a:cubicBezTo>
                    <a:cubicBezTo>
                      <a:pt x="639013" y="719187"/>
                      <a:pt x="673716" y="701558"/>
                      <a:pt x="698336" y="667207"/>
                    </a:cubicBezTo>
                    <a:cubicBezTo>
                      <a:pt x="722751" y="633149"/>
                      <a:pt x="729536" y="594152"/>
                      <a:pt x="728188" y="553353"/>
                    </a:cubicBezTo>
                    <a:cubicBezTo>
                      <a:pt x="727104" y="520526"/>
                      <a:pt x="720714" y="488520"/>
                      <a:pt x="709972" y="457496"/>
                    </a:cubicBezTo>
                    <a:cubicBezTo>
                      <a:pt x="703304" y="438239"/>
                      <a:pt x="695698" y="419320"/>
                      <a:pt x="687843" y="398480"/>
                    </a:cubicBezTo>
                    <a:cubicBezTo>
                      <a:pt x="648524" y="468238"/>
                      <a:pt x="599899" y="527648"/>
                      <a:pt x="543786" y="580758"/>
                    </a:cubicBezTo>
                    <a:cubicBezTo>
                      <a:pt x="563819" y="617190"/>
                      <a:pt x="551245" y="652332"/>
                      <a:pt x="528223" y="671369"/>
                    </a:cubicBezTo>
                    <a:cubicBezTo>
                      <a:pt x="507486" y="688515"/>
                      <a:pt x="469427" y="698055"/>
                      <a:pt x="433845" y="666723"/>
                    </a:cubicBezTo>
                    <a:cubicBezTo>
                      <a:pt x="422942" y="673274"/>
                      <a:pt x="411936" y="679883"/>
                      <a:pt x="399465" y="687386"/>
                    </a:cubicBezTo>
                    <a:close/>
                  </a:path>
                </a:pathLst>
              </a:custGeom>
              <a:solidFill>
                <a:schemeClr val="bg1"/>
              </a:solidFill>
              <a:ln w="1454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12679A1E-33B2-45DF-0A8F-56BB2A35DC04}"/>
                  </a:ext>
                </a:extLst>
              </p:cNvPr>
              <p:cNvSpPr/>
              <p:nvPr/>
            </p:nvSpPr>
            <p:spPr>
              <a:xfrm>
                <a:off x="5891682" y="3033325"/>
                <a:ext cx="268477" cy="353866"/>
              </a:xfrm>
              <a:custGeom>
                <a:avLst/>
                <a:gdLst>
                  <a:gd name="connsiteX0" fmla="*/ 44990 w 268477"/>
                  <a:gd name="connsiteY0" fmla="*/ 331356 h 353866"/>
                  <a:gd name="connsiteX1" fmla="*/ 83533 w 268477"/>
                  <a:gd name="connsiteY1" fmla="*/ 331356 h 353866"/>
                  <a:gd name="connsiteX2" fmla="*/ 83533 w 268477"/>
                  <a:gd name="connsiteY2" fmla="*/ 302310 h 353866"/>
                  <a:gd name="connsiteX3" fmla="*/ 105940 w 268477"/>
                  <a:gd name="connsiteY3" fmla="*/ 302310 h 353866"/>
                  <a:gd name="connsiteX4" fmla="*/ 105940 w 268477"/>
                  <a:gd name="connsiteY4" fmla="*/ 331517 h 353866"/>
                  <a:gd name="connsiteX5" fmla="*/ 132920 w 268477"/>
                  <a:gd name="connsiteY5" fmla="*/ 331517 h 353866"/>
                  <a:gd name="connsiteX6" fmla="*/ 132920 w 268477"/>
                  <a:gd name="connsiteY6" fmla="*/ 353866 h 353866"/>
                  <a:gd name="connsiteX7" fmla="*/ 0 w 268477"/>
                  <a:gd name="connsiteY7" fmla="*/ 353866 h 353866"/>
                  <a:gd name="connsiteX8" fmla="*/ 0 w 268477"/>
                  <a:gd name="connsiteY8" fmla="*/ 331781 h 353866"/>
                  <a:gd name="connsiteX9" fmla="*/ 22129 w 268477"/>
                  <a:gd name="connsiteY9" fmla="*/ 331781 h 353866"/>
                  <a:gd name="connsiteX10" fmla="*/ 22158 w 268477"/>
                  <a:gd name="connsiteY10" fmla="*/ 305578 h 353866"/>
                  <a:gd name="connsiteX11" fmla="*/ 23360 w 268477"/>
                  <a:gd name="connsiteY11" fmla="*/ 267622 h 353866"/>
                  <a:gd name="connsiteX12" fmla="*/ 64262 w 268477"/>
                  <a:gd name="connsiteY12" fmla="*/ 222881 h 353866"/>
                  <a:gd name="connsiteX13" fmla="*/ 129652 w 268477"/>
                  <a:gd name="connsiteY13" fmla="*/ 204650 h 353866"/>
                  <a:gd name="connsiteX14" fmla="*/ 136789 w 268477"/>
                  <a:gd name="connsiteY14" fmla="*/ 195828 h 353866"/>
                  <a:gd name="connsiteX15" fmla="*/ 123863 w 268477"/>
                  <a:gd name="connsiteY15" fmla="*/ 161536 h 353866"/>
                  <a:gd name="connsiteX16" fmla="*/ 103976 w 268477"/>
                  <a:gd name="connsiteY16" fmla="*/ 120312 h 353866"/>
                  <a:gd name="connsiteX17" fmla="*/ 105691 w 268477"/>
                  <a:gd name="connsiteY17" fmla="*/ 57721 h 353866"/>
                  <a:gd name="connsiteX18" fmla="*/ 184827 w 268477"/>
                  <a:gd name="connsiteY18" fmla="*/ 142 h 353866"/>
                  <a:gd name="connsiteX19" fmla="*/ 256270 w 268477"/>
                  <a:gd name="connsiteY19" fmla="*/ 68301 h 353866"/>
                  <a:gd name="connsiteX20" fmla="*/ 254746 w 268477"/>
                  <a:gd name="connsiteY20" fmla="*/ 127287 h 353866"/>
                  <a:gd name="connsiteX21" fmla="*/ 228807 w 268477"/>
                  <a:gd name="connsiteY21" fmla="*/ 169229 h 353866"/>
                  <a:gd name="connsiteX22" fmla="*/ 223721 w 268477"/>
                  <a:gd name="connsiteY22" fmla="*/ 180338 h 353866"/>
                  <a:gd name="connsiteX23" fmla="*/ 225363 w 268477"/>
                  <a:gd name="connsiteY23" fmla="*/ 201573 h 353866"/>
                  <a:gd name="connsiteX24" fmla="*/ 244766 w 268477"/>
                  <a:gd name="connsiteY24" fmla="*/ 208255 h 353866"/>
                  <a:gd name="connsiteX25" fmla="*/ 268477 w 268477"/>
                  <a:gd name="connsiteY25" fmla="*/ 215246 h 353866"/>
                  <a:gd name="connsiteX26" fmla="*/ 262542 w 268477"/>
                  <a:gd name="connsiteY26" fmla="*/ 236481 h 353866"/>
                  <a:gd name="connsiteX27" fmla="*/ 225670 w 268477"/>
                  <a:gd name="connsiteY27" fmla="*/ 226046 h 353866"/>
                  <a:gd name="connsiteX28" fmla="*/ 210693 w 268477"/>
                  <a:gd name="connsiteY28" fmla="*/ 228699 h 353866"/>
                  <a:gd name="connsiteX29" fmla="*/ 148249 w 268477"/>
                  <a:gd name="connsiteY29" fmla="*/ 227658 h 353866"/>
                  <a:gd name="connsiteX30" fmla="*/ 137214 w 268477"/>
                  <a:gd name="connsiteY30" fmla="*/ 225358 h 353866"/>
                  <a:gd name="connsiteX31" fmla="*/ 69801 w 268477"/>
                  <a:gd name="connsiteY31" fmla="*/ 244512 h 353866"/>
                  <a:gd name="connsiteX32" fmla="*/ 45298 w 268477"/>
                  <a:gd name="connsiteY32" fmla="*/ 272165 h 353866"/>
                  <a:gd name="connsiteX33" fmla="*/ 45005 w 268477"/>
                  <a:gd name="connsiteY33" fmla="*/ 331356 h 353866"/>
                  <a:gd name="connsiteX34" fmla="*/ 125666 w 268477"/>
                  <a:gd name="connsiteY34" fmla="*/ 81549 h 353866"/>
                  <a:gd name="connsiteX35" fmla="*/ 125768 w 268477"/>
                  <a:gd name="connsiteY35" fmla="*/ 114113 h 353866"/>
                  <a:gd name="connsiteX36" fmla="*/ 172356 w 268477"/>
                  <a:gd name="connsiteY36" fmla="*/ 163968 h 353866"/>
                  <a:gd name="connsiteX37" fmla="*/ 231415 w 268477"/>
                  <a:gd name="connsiteY37" fmla="*/ 128548 h 353866"/>
                  <a:gd name="connsiteX38" fmla="*/ 229920 w 268477"/>
                  <a:gd name="connsiteY38" fmla="*/ 119564 h 353866"/>
                  <a:gd name="connsiteX39" fmla="*/ 204304 w 268477"/>
                  <a:gd name="connsiteY39" fmla="*/ 85770 h 353866"/>
                  <a:gd name="connsiteX40" fmla="*/ 195408 w 268477"/>
                  <a:gd name="connsiteY40" fmla="*/ 81300 h 353866"/>
                  <a:gd name="connsiteX41" fmla="*/ 132480 w 268477"/>
                  <a:gd name="connsiteY41" fmla="*/ 81124 h 353866"/>
                  <a:gd name="connsiteX42" fmla="*/ 125666 w 268477"/>
                  <a:gd name="connsiteY42" fmla="*/ 81579 h 353866"/>
                  <a:gd name="connsiteX43" fmla="*/ 233862 w 268477"/>
                  <a:gd name="connsiteY43" fmla="*/ 87529 h 353866"/>
                  <a:gd name="connsiteX44" fmla="*/ 190763 w 268477"/>
                  <a:gd name="connsiteY44" fmla="*/ 23340 h 353866"/>
                  <a:gd name="connsiteX45" fmla="*/ 129696 w 268477"/>
                  <a:gd name="connsiteY45" fmla="*/ 58673 h 353866"/>
                  <a:gd name="connsiteX46" fmla="*/ 202149 w 268477"/>
                  <a:gd name="connsiteY46" fmla="*/ 58468 h 353866"/>
                  <a:gd name="connsiteX47" fmla="*/ 218284 w 268477"/>
                  <a:gd name="connsiteY47" fmla="*/ 66675 h 353866"/>
                  <a:gd name="connsiteX48" fmla="*/ 233848 w 268477"/>
                  <a:gd name="connsiteY48" fmla="*/ 87529 h 353866"/>
                  <a:gd name="connsiteX49" fmla="*/ 159342 w 268477"/>
                  <a:gd name="connsiteY49" fmla="*/ 185716 h 353866"/>
                  <a:gd name="connsiteX50" fmla="*/ 165116 w 268477"/>
                  <a:gd name="connsiteY50" fmla="*/ 212740 h 353866"/>
                  <a:gd name="connsiteX51" fmla="*/ 195980 w 268477"/>
                  <a:gd name="connsiteY51" fmla="*/ 212124 h 353866"/>
                  <a:gd name="connsiteX52" fmla="*/ 200830 w 268477"/>
                  <a:gd name="connsiteY52" fmla="*/ 185702 h 353866"/>
                  <a:gd name="connsiteX53" fmla="*/ 159342 w 268477"/>
                  <a:gd name="connsiteY53" fmla="*/ 185702 h 353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68477" h="353866">
                    <a:moveTo>
                      <a:pt x="44990" y="331356"/>
                    </a:moveTo>
                    <a:lnTo>
                      <a:pt x="83533" y="331356"/>
                    </a:lnTo>
                    <a:lnTo>
                      <a:pt x="83533" y="302310"/>
                    </a:lnTo>
                    <a:lnTo>
                      <a:pt x="105940" y="302310"/>
                    </a:lnTo>
                    <a:lnTo>
                      <a:pt x="105940" y="331517"/>
                    </a:lnTo>
                    <a:lnTo>
                      <a:pt x="132920" y="331517"/>
                    </a:lnTo>
                    <a:lnTo>
                      <a:pt x="132920" y="353866"/>
                    </a:lnTo>
                    <a:lnTo>
                      <a:pt x="0" y="353866"/>
                    </a:lnTo>
                    <a:lnTo>
                      <a:pt x="0" y="331781"/>
                    </a:lnTo>
                    <a:lnTo>
                      <a:pt x="22129" y="331781"/>
                    </a:lnTo>
                    <a:cubicBezTo>
                      <a:pt x="22129" y="322519"/>
                      <a:pt x="22012" y="314049"/>
                      <a:pt x="22158" y="305578"/>
                    </a:cubicBezTo>
                    <a:cubicBezTo>
                      <a:pt x="22378" y="292902"/>
                      <a:pt x="21469" y="280050"/>
                      <a:pt x="23360" y="267622"/>
                    </a:cubicBezTo>
                    <a:cubicBezTo>
                      <a:pt x="26936" y="244116"/>
                      <a:pt x="41649" y="229461"/>
                      <a:pt x="64262" y="222881"/>
                    </a:cubicBezTo>
                    <a:cubicBezTo>
                      <a:pt x="85995" y="216565"/>
                      <a:pt x="107801" y="210527"/>
                      <a:pt x="129652" y="204650"/>
                    </a:cubicBezTo>
                    <a:cubicBezTo>
                      <a:pt x="134576" y="203317"/>
                      <a:pt x="136481" y="201382"/>
                      <a:pt x="136789" y="195828"/>
                    </a:cubicBezTo>
                    <a:cubicBezTo>
                      <a:pt x="137551" y="182258"/>
                      <a:pt x="135807" y="171267"/>
                      <a:pt x="123863" y="161536"/>
                    </a:cubicBezTo>
                    <a:cubicBezTo>
                      <a:pt x="111597" y="151556"/>
                      <a:pt x="105442" y="136388"/>
                      <a:pt x="103976" y="120312"/>
                    </a:cubicBezTo>
                    <a:cubicBezTo>
                      <a:pt x="102071" y="99414"/>
                      <a:pt x="100679" y="78340"/>
                      <a:pt x="105691" y="57721"/>
                    </a:cubicBezTo>
                    <a:cubicBezTo>
                      <a:pt x="114235" y="22505"/>
                      <a:pt x="148483" y="-2101"/>
                      <a:pt x="184827" y="142"/>
                    </a:cubicBezTo>
                    <a:cubicBezTo>
                      <a:pt x="221992" y="2442"/>
                      <a:pt x="253397" y="31357"/>
                      <a:pt x="256270" y="68301"/>
                    </a:cubicBezTo>
                    <a:cubicBezTo>
                      <a:pt x="257794" y="87836"/>
                      <a:pt x="257017" y="107811"/>
                      <a:pt x="254746" y="127287"/>
                    </a:cubicBezTo>
                    <a:cubicBezTo>
                      <a:pt x="252738" y="144507"/>
                      <a:pt x="242421" y="158414"/>
                      <a:pt x="228807" y="169229"/>
                    </a:cubicBezTo>
                    <a:cubicBezTo>
                      <a:pt x="224894" y="172336"/>
                      <a:pt x="223384" y="175546"/>
                      <a:pt x="223721" y="180338"/>
                    </a:cubicBezTo>
                    <a:cubicBezTo>
                      <a:pt x="224234" y="187577"/>
                      <a:pt x="221831" y="196649"/>
                      <a:pt x="225363" y="201573"/>
                    </a:cubicBezTo>
                    <a:cubicBezTo>
                      <a:pt x="228601" y="206101"/>
                      <a:pt x="238039" y="206233"/>
                      <a:pt x="244766" y="208255"/>
                    </a:cubicBezTo>
                    <a:cubicBezTo>
                      <a:pt x="252416" y="210542"/>
                      <a:pt x="260095" y="212784"/>
                      <a:pt x="268477" y="215246"/>
                    </a:cubicBezTo>
                    <a:cubicBezTo>
                      <a:pt x="266499" y="222324"/>
                      <a:pt x="264638" y="228977"/>
                      <a:pt x="262542" y="236481"/>
                    </a:cubicBezTo>
                    <a:cubicBezTo>
                      <a:pt x="249866" y="232934"/>
                      <a:pt x="237673" y="229798"/>
                      <a:pt x="225670" y="226046"/>
                    </a:cubicBezTo>
                    <a:cubicBezTo>
                      <a:pt x="219926" y="224258"/>
                      <a:pt x="215837" y="224405"/>
                      <a:pt x="210693" y="228699"/>
                    </a:cubicBezTo>
                    <a:cubicBezTo>
                      <a:pt x="192580" y="243852"/>
                      <a:pt x="166025" y="243237"/>
                      <a:pt x="148249" y="227658"/>
                    </a:cubicBezTo>
                    <a:cubicBezTo>
                      <a:pt x="144556" y="224420"/>
                      <a:pt x="141610" y="224068"/>
                      <a:pt x="137214" y="225358"/>
                    </a:cubicBezTo>
                    <a:cubicBezTo>
                      <a:pt x="114792" y="231894"/>
                      <a:pt x="92252" y="238078"/>
                      <a:pt x="69801" y="244512"/>
                    </a:cubicBezTo>
                    <a:cubicBezTo>
                      <a:pt x="55806" y="248512"/>
                      <a:pt x="46192" y="257584"/>
                      <a:pt x="45298" y="272165"/>
                    </a:cubicBezTo>
                    <a:cubicBezTo>
                      <a:pt x="44111" y="291554"/>
                      <a:pt x="45005" y="311089"/>
                      <a:pt x="45005" y="331356"/>
                    </a:cubicBezTo>
                    <a:close/>
                    <a:moveTo>
                      <a:pt x="125666" y="81549"/>
                    </a:moveTo>
                    <a:cubicBezTo>
                      <a:pt x="125666" y="92746"/>
                      <a:pt x="125138" y="103458"/>
                      <a:pt x="125768" y="114113"/>
                    </a:cubicBezTo>
                    <a:cubicBezTo>
                      <a:pt x="127248" y="139319"/>
                      <a:pt x="147721" y="160920"/>
                      <a:pt x="172356" y="163968"/>
                    </a:cubicBezTo>
                    <a:cubicBezTo>
                      <a:pt x="198471" y="167192"/>
                      <a:pt x="223223" y="152552"/>
                      <a:pt x="231415" y="128548"/>
                    </a:cubicBezTo>
                    <a:cubicBezTo>
                      <a:pt x="232294" y="125968"/>
                      <a:pt x="231532" y="121836"/>
                      <a:pt x="229920" y="119564"/>
                    </a:cubicBezTo>
                    <a:cubicBezTo>
                      <a:pt x="221728" y="108045"/>
                      <a:pt x="213199" y="96747"/>
                      <a:pt x="204304" y="85770"/>
                    </a:cubicBezTo>
                    <a:cubicBezTo>
                      <a:pt x="202369" y="83381"/>
                      <a:pt x="198456" y="81344"/>
                      <a:pt x="195408" y="81300"/>
                    </a:cubicBezTo>
                    <a:cubicBezTo>
                      <a:pt x="174437" y="80919"/>
                      <a:pt x="153451" y="81080"/>
                      <a:pt x="132480" y="81124"/>
                    </a:cubicBezTo>
                    <a:cubicBezTo>
                      <a:pt x="130355" y="81124"/>
                      <a:pt x="128230" y="81403"/>
                      <a:pt x="125666" y="81579"/>
                    </a:cubicBezTo>
                    <a:close/>
                    <a:moveTo>
                      <a:pt x="233862" y="87529"/>
                    </a:moveTo>
                    <a:cubicBezTo>
                      <a:pt x="239138" y="57193"/>
                      <a:pt x="219340" y="28455"/>
                      <a:pt x="190763" y="23340"/>
                    </a:cubicBezTo>
                    <a:cubicBezTo>
                      <a:pt x="163680" y="18490"/>
                      <a:pt x="133579" y="35738"/>
                      <a:pt x="129696" y="58673"/>
                    </a:cubicBezTo>
                    <a:cubicBezTo>
                      <a:pt x="153891" y="58673"/>
                      <a:pt x="178027" y="59010"/>
                      <a:pt x="202149" y="58468"/>
                    </a:cubicBezTo>
                    <a:cubicBezTo>
                      <a:pt x="209609" y="58307"/>
                      <a:pt x="214313" y="60593"/>
                      <a:pt x="218284" y="66675"/>
                    </a:cubicBezTo>
                    <a:cubicBezTo>
                      <a:pt x="222813" y="73592"/>
                      <a:pt x="228147" y="79967"/>
                      <a:pt x="233848" y="87529"/>
                    </a:cubicBezTo>
                    <a:close/>
                    <a:moveTo>
                      <a:pt x="159342" y="185716"/>
                    </a:moveTo>
                    <a:cubicBezTo>
                      <a:pt x="161262" y="194216"/>
                      <a:pt x="153847" y="205149"/>
                      <a:pt x="165116" y="212740"/>
                    </a:cubicBezTo>
                    <a:cubicBezTo>
                      <a:pt x="174217" y="218880"/>
                      <a:pt x="187348" y="218748"/>
                      <a:pt x="195980" y="212124"/>
                    </a:cubicBezTo>
                    <a:cubicBezTo>
                      <a:pt x="206091" y="204357"/>
                      <a:pt x="199116" y="193894"/>
                      <a:pt x="200830" y="185702"/>
                    </a:cubicBezTo>
                    <a:lnTo>
                      <a:pt x="159342" y="185702"/>
                    </a:lnTo>
                    <a:close/>
                  </a:path>
                </a:pathLst>
              </a:custGeom>
              <a:solidFill>
                <a:schemeClr val="bg1"/>
              </a:solidFill>
              <a:ln w="1454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F166306-5CDD-AE18-3E6D-204E95FDAAB5}"/>
                  </a:ext>
                </a:extLst>
              </p:cNvPr>
              <p:cNvSpPr/>
              <p:nvPr/>
            </p:nvSpPr>
            <p:spPr>
              <a:xfrm>
                <a:off x="6047185" y="3254960"/>
                <a:ext cx="204699" cy="132157"/>
              </a:xfrm>
              <a:custGeom>
                <a:avLst/>
                <a:gdLst>
                  <a:gd name="connsiteX0" fmla="*/ 0 w 204699"/>
                  <a:gd name="connsiteY0" fmla="*/ 132128 h 132157"/>
                  <a:gd name="connsiteX1" fmla="*/ 0 w 204699"/>
                  <a:gd name="connsiteY1" fmla="*/ 110468 h 132157"/>
                  <a:gd name="connsiteX2" fmla="*/ 98217 w 204699"/>
                  <a:gd name="connsiteY2" fmla="*/ 110468 h 132157"/>
                  <a:gd name="connsiteX3" fmla="*/ 98217 w 204699"/>
                  <a:gd name="connsiteY3" fmla="*/ 80572 h 132157"/>
                  <a:gd name="connsiteX4" fmla="*/ 120947 w 204699"/>
                  <a:gd name="connsiteY4" fmla="*/ 80572 h 132157"/>
                  <a:gd name="connsiteX5" fmla="*/ 120947 w 204699"/>
                  <a:gd name="connsiteY5" fmla="*/ 109486 h 132157"/>
                  <a:gd name="connsiteX6" fmla="*/ 159548 w 204699"/>
                  <a:gd name="connsiteY6" fmla="*/ 109486 h 132157"/>
                  <a:gd name="connsiteX7" fmla="*/ 159152 w 204699"/>
                  <a:gd name="connsiteY7" fmla="*/ 48024 h 132157"/>
                  <a:gd name="connsiteX8" fmla="*/ 138870 w 204699"/>
                  <a:gd name="connsiteY8" fmla="*/ 24166 h 132157"/>
                  <a:gd name="connsiteX9" fmla="*/ 128230 w 204699"/>
                  <a:gd name="connsiteY9" fmla="*/ 20693 h 132157"/>
                  <a:gd name="connsiteX10" fmla="*/ 133902 w 204699"/>
                  <a:gd name="connsiteY10" fmla="*/ 0 h 132157"/>
                  <a:gd name="connsiteX11" fmla="*/ 182761 w 204699"/>
                  <a:gd name="connsiteY11" fmla="*/ 56436 h 132157"/>
                  <a:gd name="connsiteX12" fmla="*/ 182790 w 204699"/>
                  <a:gd name="connsiteY12" fmla="*/ 109897 h 132157"/>
                  <a:gd name="connsiteX13" fmla="*/ 204699 w 204699"/>
                  <a:gd name="connsiteY13" fmla="*/ 109897 h 132157"/>
                  <a:gd name="connsiteX14" fmla="*/ 204699 w 204699"/>
                  <a:gd name="connsiteY14" fmla="*/ 132158 h 132157"/>
                  <a:gd name="connsiteX15" fmla="*/ 15 w 204699"/>
                  <a:gd name="connsiteY15" fmla="*/ 132158 h 132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4699" h="132157">
                    <a:moveTo>
                      <a:pt x="0" y="132128"/>
                    </a:moveTo>
                    <a:lnTo>
                      <a:pt x="0" y="110468"/>
                    </a:lnTo>
                    <a:lnTo>
                      <a:pt x="98217" y="110468"/>
                    </a:lnTo>
                    <a:lnTo>
                      <a:pt x="98217" y="80572"/>
                    </a:lnTo>
                    <a:lnTo>
                      <a:pt x="120947" y="80572"/>
                    </a:lnTo>
                    <a:lnTo>
                      <a:pt x="120947" y="109486"/>
                    </a:lnTo>
                    <a:lnTo>
                      <a:pt x="159548" y="109486"/>
                    </a:lnTo>
                    <a:cubicBezTo>
                      <a:pt x="159548" y="88808"/>
                      <a:pt x="160559" y="68336"/>
                      <a:pt x="159152" y="48024"/>
                    </a:cubicBezTo>
                    <a:cubicBezTo>
                      <a:pt x="158361" y="36520"/>
                      <a:pt x="149963" y="28430"/>
                      <a:pt x="138870" y="24166"/>
                    </a:cubicBezTo>
                    <a:cubicBezTo>
                      <a:pt x="135719" y="22950"/>
                      <a:pt x="132436" y="22056"/>
                      <a:pt x="128230" y="20693"/>
                    </a:cubicBezTo>
                    <a:cubicBezTo>
                      <a:pt x="130150" y="13658"/>
                      <a:pt x="132026" y="6800"/>
                      <a:pt x="133902" y="0"/>
                    </a:cubicBezTo>
                    <a:cubicBezTo>
                      <a:pt x="163636" y="5203"/>
                      <a:pt x="182512" y="27141"/>
                      <a:pt x="182761" y="56436"/>
                    </a:cubicBezTo>
                    <a:cubicBezTo>
                      <a:pt x="182907" y="73963"/>
                      <a:pt x="182790" y="91490"/>
                      <a:pt x="182790" y="109897"/>
                    </a:cubicBezTo>
                    <a:lnTo>
                      <a:pt x="204699" y="109897"/>
                    </a:lnTo>
                    <a:lnTo>
                      <a:pt x="204699" y="132158"/>
                    </a:lnTo>
                    <a:lnTo>
                      <a:pt x="15" y="132158"/>
                    </a:lnTo>
                    <a:close/>
                  </a:path>
                </a:pathLst>
              </a:custGeom>
              <a:solidFill>
                <a:schemeClr val="bg1"/>
              </a:solidFill>
              <a:ln w="1454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7B161F9-4570-2F70-B675-18A74BDCA768}"/>
                </a:ext>
              </a:extLst>
            </p:cNvPr>
            <p:cNvGrpSpPr/>
            <p:nvPr/>
          </p:nvGrpSpPr>
          <p:grpSpPr>
            <a:xfrm>
              <a:off x="8015656" y="1480514"/>
              <a:ext cx="357851" cy="357856"/>
              <a:chOff x="7898090" y="2689669"/>
              <a:chExt cx="864423" cy="864436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E622233-E6FC-0294-0E61-C8FC3DAA4F0D}"/>
                  </a:ext>
                </a:extLst>
              </p:cNvPr>
              <p:cNvSpPr/>
              <p:nvPr/>
            </p:nvSpPr>
            <p:spPr>
              <a:xfrm>
                <a:off x="7898090" y="2689669"/>
                <a:ext cx="864423" cy="864436"/>
              </a:xfrm>
              <a:custGeom>
                <a:avLst/>
                <a:gdLst>
                  <a:gd name="connsiteX0" fmla="*/ 431149 w 864423"/>
                  <a:gd name="connsiteY0" fmla="*/ 864411 h 864436"/>
                  <a:gd name="connsiteX1" fmla="*/ 114817 w 864423"/>
                  <a:gd name="connsiteY1" fmla="*/ 864411 h 864436"/>
                  <a:gd name="connsiteX2" fmla="*/ 0 w 864423"/>
                  <a:gd name="connsiteY2" fmla="*/ 749341 h 864436"/>
                  <a:gd name="connsiteX3" fmla="*/ 0 w 864423"/>
                  <a:gd name="connsiteY3" fmla="*/ 114535 h 864436"/>
                  <a:gd name="connsiteX4" fmla="*/ 114282 w 864423"/>
                  <a:gd name="connsiteY4" fmla="*/ 0 h 864436"/>
                  <a:gd name="connsiteX5" fmla="*/ 750130 w 864423"/>
                  <a:gd name="connsiteY5" fmla="*/ 0 h 864436"/>
                  <a:gd name="connsiteX6" fmla="*/ 864411 w 864423"/>
                  <a:gd name="connsiteY6" fmla="*/ 114535 h 864436"/>
                  <a:gd name="connsiteX7" fmla="*/ 864411 w 864423"/>
                  <a:gd name="connsiteY7" fmla="*/ 750383 h 864436"/>
                  <a:gd name="connsiteX8" fmla="*/ 750665 w 864423"/>
                  <a:gd name="connsiteY8" fmla="*/ 864411 h 864436"/>
                  <a:gd name="connsiteX9" fmla="*/ 431177 w 864423"/>
                  <a:gd name="connsiteY9" fmla="*/ 864411 h 864436"/>
                  <a:gd name="connsiteX10" fmla="*/ 432135 w 864423"/>
                  <a:gd name="connsiteY10" fmla="*/ 43842 h 864436"/>
                  <a:gd name="connsiteX11" fmla="*/ 112648 w 864423"/>
                  <a:gd name="connsiteY11" fmla="*/ 43842 h 864436"/>
                  <a:gd name="connsiteX12" fmla="*/ 43898 w 864423"/>
                  <a:gd name="connsiteY12" fmla="*/ 111943 h 864436"/>
                  <a:gd name="connsiteX13" fmla="*/ 43898 w 864423"/>
                  <a:gd name="connsiteY13" fmla="*/ 753060 h 864436"/>
                  <a:gd name="connsiteX14" fmla="*/ 111211 w 864423"/>
                  <a:gd name="connsiteY14" fmla="*/ 820513 h 864436"/>
                  <a:gd name="connsiteX15" fmla="*/ 753370 w 864423"/>
                  <a:gd name="connsiteY15" fmla="*/ 820513 h 864436"/>
                  <a:gd name="connsiteX16" fmla="*/ 820541 w 864423"/>
                  <a:gd name="connsiteY16" fmla="*/ 752919 h 864436"/>
                  <a:gd name="connsiteX17" fmla="*/ 820541 w 864423"/>
                  <a:gd name="connsiteY17" fmla="*/ 111802 h 864436"/>
                  <a:gd name="connsiteX18" fmla="*/ 819245 w 864423"/>
                  <a:gd name="connsiteY18" fmla="*/ 95066 h 864436"/>
                  <a:gd name="connsiteX19" fmla="*/ 754835 w 864423"/>
                  <a:gd name="connsiteY19" fmla="*/ 43870 h 864436"/>
                  <a:gd name="connsiteX20" fmla="*/ 432163 w 864423"/>
                  <a:gd name="connsiteY20" fmla="*/ 43814 h 86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64423" h="864436">
                    <a:moveTo>
                      <a:pt x="431149" y="864411"/>
                    </a:moveTo>
                    <a:cubicBezTo>
                      <a:pt x="325714" y="864411"/>
                      <a:pt x="220252" y="864411"/>
                      <a:pt x="114817" y="864411"/>
                    </a:cubicBezTo>
                    <a:cubicBezTo>
                      <a:pt x="46068" y="864411"/>
                      <a:pt x="0" y="818259"/>
                      <a:pt x="0" y="749341"/>
                    </a:cubicBezTo>
                    <a:cubicBezTo>
                      <a:pt x="0" y="537739"/>
                      <a:pt x="0" y="326137"/>
                      <a:pt x="0" y="114535"/>
                    </a:cubicBezTo>
                    <a:cubicBezTo>
                      <a:pt x="0" y="46350"/>
                      <a:pt x="46237" y="28"/>
                      <a:pt x="114282" y="0"/>
                    </a:cubicBezTo>
                    <a:cubicBezTo>
                      <a:pt x="326222" y="0"/>
                      <a:pt x="538162" y="0"/>
                      <a:pt x="750130" y="0"/>
                    </a:cubicBezTo>
                    <a:cubicBezTo>
                      <a:pt x="818231" y="0"/>
                      <a:pt x="864411" y="46293"/>
                      <a:pt x="864411" y="114535"/>
                    </a:cubicBezTo>
                    <a:cubicBezTo>
                      <a:pt x="864411" y="326475"/>
                      <a:pt x="864439" y="538415"/>
                      <a:pt x="864411" y="750383"/>
                    </a:cubicBezTo>
                    <a:cubicBezTo>
                      <a:pt x="864411" y="817893"/>
                      <a:pt x="818005" y="864383"/>
                      <a:pt x="750665" y="864411"/>
                    </a:cubicBezTo>
                    <a:cubicBezTo>
                      <a:pt x="644160" y="864468"/>
                      <a:pt x="537654" y="864411"/>
                      <a:pt x="431177" y="864411"/>
                    </a:cubicBezTo>
                    <a:close/>
                    <a:moveTo>
                      <a:pt x="432135" y="43842"/>
                    </a:moveTo>
                    <a:cubicBezTo>
                      <a:pt x="325630" y="43842"/>
                      <a:pt x="219125" y="43785"/>
                      <a:pt x="112648" y="43842"/>
                    </a:cubicBezTo>
                    <a:cubicBezTo>
                      <a:pt x="70665" y="43842"/>
                      <a:pt x="43898" y="70384"/>
                      <a:pt x="43898" y="111943"/>
                    </a:cubicBezTo>
                    <a:cubicBezTo>
                      <a:pt x="43842" y="325658"/>
                      <a:pt x="43842" y="539345"/>
                      <a:pt x="43898" y="753060"/>
                    </a:cubicBezTo>
                    <a:cubicBezTo>
                      <a:pt x="43898" y="793436"/>
                      <a:pt x="70863" y="820513"/>
                      <a:pt x="111211" y="820513"/>
                    </a:cubicBezTo>
                    <a:cubicBezTo>
                      <a:pt x="325264" y="820598"/>
                      <a:pt x="539317" y="820598"/>
                      <a:pt x="753370" y="820513"/>
                    </a:cubicBezTo>
                    <a:cubicBezTo>
                      <a:pt x="793633" y="820513"/>
                      <a:pt x="820541" y="793380"/>
                      <a:pt x="820541" y="752919"/>
                    </a:cubicBezTo>
                    <a:cubicBezTo>
                      <a:pt x="820598" y="539204"/>
                      <a:pt x="820570" y="325517"/>
                      <a:pt x="820541" y="111802"/>
                    </a:cubicBezTo>
                    <a:cubicBezTo>
                      <a:pt x="820541" y="106224"/>
                      <a:pt x="820457" y="100476"/>
                      <a:pt x="819245" y="95066"/>
                    </a:cubicBezTo>
                    <a:cubicBezTo>
                      <a:pt x="812258" y="63790"/>
                      <a:pt x="787435" y="43898"/>
                      <a:pt x="754835" y="43870"/>
                    </a:cubicBezTo>
                    <a:cubicBezTo>
                      <a:pt x="647287" y="43729"/>
                      <a:pt x="539739" y="43814"/>
                      <a:pt x="432163" y="43814"/>
                    </a:cubicBezTo>
                    <a:close/>
                  </a:path>
                </a:pathLst>
              </a:custGeom>
              <a:solidFill>
                <a:schemeClr val="bg1"/>
              </a:solidFill>
              <a:ln w="2792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51863BA-CBFF-9309-76DF-1B60D051B551}"/>
                  </a:ext>
                </a:extLst>
              </p:cNvPr>
              <p:cNvSpPr/>
              <p:nvPr/>
            </p:nvSpPr>
            <p:spPr>
              <a:xfrm>
                <a:off x="8416489" y="2819355"/>
                <a:ext cx="216459" cy="216215"/>
              </a:xfrm>
              <a:custGeom>
                <a:avLst/>
                <a:gdLst>
                  <a:gd name="connsiteX0" fmla="*/ 43430 w 216459"/>
                  <a:gd name="connsiteY0" fmla="*/ 141676 h 216215"/>
                  <a:gd name="connsiteX1" fmla="*/ 53404 w 216459"/>
                  <a:gd name="connsiteY1" fmla="*/ 132209 h 216215"/>
                  <a:gd name="connsiteX2" fmla="*/ 175040 w 216459"/>
                  <a:gd name="connsiteY2" fmla="*/ 10771 h 216215"/>
                  <a:gd name="connsiteX3" fmla="*/ 189551 w 216459"/>
                  <a:gd name="connsiteY3" fmla="*/ 937 h 216215"/>
                  <a:gd name="connsiteX4" fmla="*/ 212486 w 216459"/>
                  <a:gd name="connsiteY4" fmla="*/ 9700 h 216215"/>
                  <a:gd name="connsiteX5" fmla="*/ 211556 w 216459"/>
                  <a:gd name="connsiteY5" fmla="*/ 35143 h 216215"/>
                  <a:gd name="connsiteX6" fmla="*/ 204315 w 216459"/>
                  <a:gd name="connsiteY6" fmla="*/ 42778 h 216215"/>
                  <a:gd name="connsiteX7" fmla="*/ 84285 w 216459"/>
                  <a:gd name="connsiteY7" fmla="*/ 162836 h 216215"/>
                  <a:gd name="connsiteX8" fmla="*/ 74705 w 216459"/>
                  <a:gd name="connsiteY8" fmla="*/ 172895 h 216215"/>
                  <a:gd name="connsiteX9" fmla="*/ 88089 w 216459"/>
                  <a:gd name="connsiteY9" fmla="*/ 172895 h 216215"/>
                  <a:gd name="connsiteX10" fmla="*/ 194594 w 216459"/>
                  <a:gd name="connsiteY10" fmla="*/ 172980 h 216215"/>
                  <a:gd name="connsiteX11" fmla="*/ 215219 w 216459"/>
                  <a:gd name="connsiteY11" fmla="*/ 187885 h 216215"/>
                  <a:gd name="connsiteX12" fmla="*/ 207865 w 216459"/>
                  <a:gd name="connsiteY12" fmla="*/ 211299 h 216215"/>
                  <a:gd name="connsiteX13" fmla="*/ 193242 w 216459"/>
                  <a:gd name="connsiteY13" fmla="*/ 215948 h 216215"/>
                  <a:gd name="connsiteX14" fmla="*/ 23453 w 216459"/>
                  <a:gd name="connsiteY14" fmla="*/ 216033 h 216215"/>
                  <a:gd name="connsiteX15" fmla="*/ 264 w 216459"/>
                  <a:gd name="connsiteY15" fmla="*/ 193069 h 216215"/>
                  <a:gd name="connsiteX16" fmla="*/ 264 w 216459"/>
                  <a:gd name="connsiteY16" fmla="*/ 23281 h 216215"/>
                  <a:gd name="connsiteX17" fmla="*/ 22157 w 216459"/>
                  <a:gd name="connsiteY17" fmla="*/ 205 h 216215"/>
                  <a:gd name="connsiteX18" fmla="*/ 43430 w 216459"/>
                  <a:gd name="connsiteY18" fmla="*/ 24774 h 216215"/>
                  <a:gd name="connsiteX19" fmla="*/ 43458 w 216459"/>
                  <a:gd name="connsiteY19" fmla="*/ 141592 h 216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6459" h="216215">
                    <a:moveTo>
                      <a:pt x="43430" y="141676"/>
                    </a:moveTo>
                    <a:cubicBezTo>
                      <a:pt x="48023" y="137337"/>
                      <a:pt x="50784" y="134829"/>
                      <a:pt x="53404" y="132209"/>
                    </a:cubicBezTo>
                    <a:cubicBezTo>
                      <a:pt x="93921" y="91720"/>
                      <a:pt x="134382" y="51119"/>
                      <a:pt x="175040" y="10771"/>
                    </a:cubicBezTo>
                    <a:cubicBezTo>
                      <a:pt x="179154" y="6685"/>
                      <a:pt x="184197" y="2515"/>
                      <a:pt x="189551" y="937"/>
                    </a:cubicBezTo>
                    <a:cubicBezTo>
                      <a:pt x="198651" y="-1740"/>
                      <a:pt x="207048" y="1360"/>
                      <a:pt x="212486" y="9700"/>
                    </a:cubicBezTo>
                    <a:cubicBezTo>
                      <a:pt x="218093" y="18265"/>
                      <a:pt x="217698" y="26972"/>
                      <a:pt x="211556" y="35143"/>
                    </a:cubicBezTo>
                    <a:cubicBezTo>
                      <a:pt x="209471" y="37932"/>
                      <a:pt x="206794" y="40299"/>
                      <a:pt x="204315" y="42778"/>
                    </a:cubicBezTo>
                    <a:cubicBezTo>
                      <a:pt x="164305" y="82817"/>
                      <a:pt x="124295" y="122826"/>
                      <a:pt x="84285" y="162836"/>
                    </a:cubicBezTo>
                    <a:cubicBezTo>
                      <a:pt x="81637" y="165485"/>
                      <a:pt x="79101" y="168274"/>
                      <a:pt x="74705" y="172895"/>
                    </a:cubicBezTo>
                    <a:cubicBezTo>
                      <a:pt x="80735" y="172895"/>
                      <a:pt x="84398" y="172895"/>
                      <a:pt x="88089" y="172895"/>
                    </a:cubicBezTo>
                    <a:cubicBezTo>
                      <a:pt x="123591" y="172923"/>
                      <a:pt x="159092" y="172952"/>
                      <a:pt x="194594" y="172980"/>
                    </a:cubicBezTo>
                    <a:cubicBezTo>
                      <a:pt x="205019" y="172980"/>
                      <a:pt x="212176" y="178277"/>
                      <a:pt x="215219" y="187885"/>
                    </a:cubicBezTo>
                    <a:cubicBezTo>
                      <a:pt x="218121" y="196986"/>
                      <a:pt x="216036" y="205748"/>
                      <a:pt x="207865" y="211299"/>
                    </a:cubicBezTo>
                    <a:cubicBezTo>
                      <a:pt x="203779" y="214088"/>
                      <a:pt x="198172" y="215920"/>
                      <a:pt x="193242" y="215948"/>
                    </a:cubicBezTo>
                    <a:cubicBezTo>
                      <a:pt x="136664" y="216258"/>
                      <a:pt x="80059" y="216314"/>
                      <a:pt x="23453" y="216033"/>
                    </a:cubicBezTo>
                    <a:cubicBezTo>
                      <a:pt x="8576" y="215948"/>
                      <a:pt x="349" y="208002"/>
                      <a:pt x="264" y="193069"/>
                    </a:cubicBezTo>
                    <a:cubicBezTo>
                      <a:pt x="-102" y="136492"/>
                      <a:pt x="-74" y="79886"/>
                      <a:pt x="264" y="23281"/>
                    </a:cubicBezTo>
                    <a:cubicBezTo>
                      <a:pt x="349" y="8714"/>
                      <a:pt x="9309" y="120"/>
                      <a:pt x="22157" y="205"/>
                    </a:cubicBezTo>
                    <a:cubicBezTo>
                      <a:pt x="35372" y="317"/>
                      <a:pt x="43374" y="9334"/>
                      <a:pt x="43430" y="24774"/>
                    </a:cubicBezTo>
                    <a:cubicBezTo>
                      <a:pt x="43543" y="62727"/>
                      <a:pt x="43458" y="100680"/>
                      <a:pt x="43458" y="141592"/>
                    </a:cubicBezTo>
                    <a:close/>
                  </a:path>
                </a:pathLst>
              </a:custGeom>
              <a:solidFill>
                <a:schemeClr val="bg1"/>
              </a:solidFill>
              <a:ln w="2792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2FF315E7-9A62-D488-D3CD-2CD891BA850C}"/>
                  </a:ext>
                </a:extLst>
              </p:cNvPr>
              <p:cNvSpPr/>
              <p:nvPr/>
            </p:nvSpPr>
            <p:spPr>
              <a:xfrm>
                <a:off x="8027640" y="3208286"/>
                <a:ext cx="216479" cy="216126"/>
              </a:xfrm>
              <a:custGeom>
                <a:avLst/>
                <a:gdLst>
                  <a:gd name="connsiteX0" fmla="*/ 139164 w 216479"/>
                  <a:gd name="connsiteY0" fmla="*/ 43352 h 216126"/>
                  <a:gd name="connsiteX1" fmla="*/ 129049 w 216479"/>
                  <a:gd name="connsiteY1" fmla="*/ 43352 h 216126"/>
                  <a:gd name="connsiteX2" fmla="*/ 24742 w 216479"/>
                  <a:gd name="connsiteY2" fmla="*/ 43296 h 216126"/>
                  <a:gd name="connsiteX3" fmla="*/ 341 w 216479"/>
                  <a:gd name="connsiteY3" fmla="*/ 21854 h 216126"/>
                  <a:gd name="connsiteX4" fmla="*/ 23530 w 216479"/>
                  <a:gd name="connsiteY4" fmla="*/ 187 h 216126"/>
                  <a:gd name="connsiteX5" fmla="*/ 193178 w 216479"/>
                  <a:gd name="connsiteY5" fmla="*/ 215 h 216126"/>
                  <a:gd name="connsiteX6" fmla="*/ 216226 w 216479"/>
                  <a:gd name="connsiteY6" fmla="*/ 23319 h 216126"/>
                  <a:gd name="connsiteX7" fmla="*/ 216226 w 216479"/>
                  <a:gd name="connsiteY7" fmla="*/ 192967 h 216126"/>
                  <a:gd name="connsiteX8" fmla="*/ 194389 w 216479"/>
                  <a:gd name="connsiteY8" fmla="*/ 216015 h 216126"/>
                  <a:gd name="connsiteX9" fmla="*/ 173060 w 216479"/>
                  <a:gd name="connsiteY9" fmla="*/ 191530 h 216126"/>
                  <a:gd name="connsiteX10" fmla="*/ 173004 w 216479"/>
                  <a:gd name="connsiteY10" fmla="*/ 87222 h 216126"/>
                  <a:gd name="connsiteX11" fmla="*/ 173004 w 216479"/>
                  <a:gd name="connsiteY11" fmla="*/ 74684 h 216126"/>
                  <a:gd name="connsiteX12" fmla="*/ 163198 w 216479"/>
                  <a:gd name="connsiteY12" fmla="*/ 83870 h 216126"/>
                  <a:gd name="connsiteX13" fmla="*/ 40830 w 216479"/>
                  <a:gd name="connsiteY13" fmla="*/ 205872 h 216126"/>
                  <a:gd name="connsiteX14" fmla="*/ 23136 w 216479"/>
                  <a:gd name="connsiteY14" fmla="*/ 215649 h 216126"/>
                  <a:gd name="connsiteX15" fmla="*/ 3046 w 216479"/>
                  <a:gd name="connsiteY15" fmla="*/ 205280 h 216126"/>
                  <a:gd name="connsiteX16" fmla="*/ 4596 w 216479"/>
                  <a:gd name="connsiteY16" fmla="*/ 181556 h 216126"/>
                  <a:gd name="connsiteX17" fmla="*/ 12485 w 216479"/>
                  <a:gd name="connsiteY17" fmla="*/ 173103 h 216126"/>
                  <a:gd name="connsiteX18" fmla="*/ 132458 w 216479"/>
                  <a:gd name="connsiteY18" fmla="*/ 53158 h 216126"/>
                  <a:gd name="connsiteX19" fmla="*/ 140319 w 216479"/>
                  <a:gd name="connsiteY19" fmla="*/ 46255 h 216126"/>
                  <a:gd name="connsiteX20" fmla="*/ 139164 w 216479"/>
                  <a:gd name="connsiteY20" fmla="*/ 43352 h 216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16479" h="216126">
                    <a:moveTo>
                      <a:pt x="139164" y="43352"/>
                    </a:moveTo>
                    <a:cubicBezTo>
                      <a:pt x="135783" y="43352"/>
                      <a:pt x="132430" y="43352"/>
                      <a:pt x="129049" y="43352"/>
                    </a:cubicBezTo>
                    <a:cubicBezTo>
                      <a:pt x="94280" y="43352"/>
                      <a:pt x="59511" y="43437"/>
                      <a:pt x="24742" y="43296"/>
                    </a:cubicBezTo>
                    <a:cubicBezTo>
                      <a:pt x="9357" y="43240"/>
                      <a:pt x="369" y="35097"/>
                      <a:pt x="341" y="21854"/>
                    </a:cubicBezTo>
                    <a:cubicBezTo>
                      <a:pt x="341" y="9006"/>
                      <a:pt x="9019" y="243"/>
                      <a:pt x="23530" y="187"/>
                    </a:cubicBezTo>
                    <a:cubicBezTo>
                      <a:pt x="80079" y="-67"/>
                      <a:pt x="136628" y="-67"/>
                      <a:pt x="193178" y="215"/>
                    </a:cubicBezTo>
                    <a:cubicBezTo>
                      <a:pt x="207942" y="300"/>
                      <a:pt x="216113" y="8386"/>
                      <a:pt x="216226" y="23319"/>
                    </a:cubicBezTo>
                    <a:cubicBezTo>
                      <a:pt x="216564" y="79869"/>
                      <a:pt x="216564" y="136418"/>
                      <a:pt x="216226" y="192967"/>
                    </a:cubicBezTo>
                    <a:cubicBezTo>
                      <a:pt x="216141" y="207478"/>
                      <a:pt x="207209" y="216099"/>
                      <a:pt x="194389" y="216015"/>
                    </a:cubicBezTo>
                    <a:cubicBezTo>
                      <a:pt x="181147" y="215930"/>
                      <a:pt x="173116" y="206942"/>
                      <a:pt x="173060" y="191530"/>
                    </a:cubicBezTo>
                    <a:cubicBezTo>
                      <a:pt x="172947" y="156761"/>
                      <a:pt x="173004" y="121992"/>
                      <a:pt x="173004" y="87222"/>
                    </a:cubicBezTo>
                    <a:cubicBezTo>
                      <a:pt x="173004" y="83870"/>
                      <a:pt x="173004" y="80488"/>
                      <a:pt x="173004" y="74684"/>
                    </a:cubicBezTo>
                    <a:cubicBezTo>
                      <a:pt x="168552" y="78854"/>
                      <a:pt x="165791" y="81277"/>
                      <a:pt x="163198" y="83870"/>
                    </a:cubicBezTo>
                    <a:cubicBezTo>
                      <a:pt x="122456" y="124584"/>
                      <a:pt x="81854" y="165439"/>
                      <a:pt x="40830" y="205872"/>
                    </a:cubicBezTo>
                    <a:cubicBezTo>
                      <a:pt x="36153" y="210464"/>
                      <a:pt x="29475" y="214155"/>
                      <a:pt x="23136" y="215649"/>
                    </a:cubicBezTo>
                    <a:cubicBezTo>
                      <a:pt x="14514" y="217705"/>
                      <a:pt x="7329" y="212916"/>
                      <a:pt x="3046" y="205280"/>
                    </a:cubicBezTo>
                    <a:cubicBezTo>
                      <a:pt x="-1462" y="197278"/>
                      <a:pt x="-983" y="189051"/>
                      <a:pt x="4596" y="181556"/>
                    </a:cubicBezTo>
                    <a:cubicBezTo>
                      <a:pt x="6906" y="178485"/>
                      <a:pt x="9752" y="175836"/>
                      <a:pt x="12485" y="173103"/>
                    </a:cubicBezTo>
                    <a:cubicBezTo>
                      <a:pt x="52467" y="133093"/>
                      <a:pt x="92448" y="93111"/>
                      <a:pt x="132458" y="53158"/>
                    </a:cubicBezTo>
                    <a:cubicBezTo>
                      <a:pt x="134910" y="50706"/>
                      <a:pt x="137699" y="48537"/>
                      <a:pt x="140319" y="46255"/>
                    </a:cubicBezTo>
                    <a:cubicBezTo>
                      <a:pt x="139925" y="45297"/>
                      <a:pt x="139531" y="44310"/>
                      <a:pt x="139164" y="43352"/>
                    </a:cubicBezTo>
                    <a:close/>
                  </a:path>
                </a:pathLst>
              </a:custGeom>
              <a:solidFill>
                <a:schemeClr val="bg1"/>
              </a:solidFill>
              <a:ln w="2792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A23264A-CC7B-92CC-A6A7-0D41E7DEC5B0}"/>
                </a:ext>
              </a:extLst>
            </p:cNvPr>
            <p:cNvGrpSpPr/>
            <p:nvPr/>
          </p:nvGrpSpPr>
          <p:grpSpPr>
            <a:xfrm>
              <a:off x="4969094" y="1450918"/>
              <a:ext cx="356258" cy="357345"/>
              <a:chOff x="5348219" y="2676501"/>
              <a:chExt cx="1498142" cy="1502711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3DAC43E-1789-1594-47C2-D8CD563FA929}"/>
                  </a:ext>
                </a:extLst>
              </p:cNvPr>
              <p:cNvSpPr/>
              <p:nvPr/>
            </p:nvSpPr>
            <p:spPr>
              <a:xfrm>
                <a:off x="5348219" y="2676501"/>
                <a:ext cx="1498142" cy="1502711"/>
              </a:xfrm>
              <a:custGeom>
                <a:avLst/>
                <a:gdLst>
                  <a:gd name="connsiteX0" fmla="*/ 748827 w 1498142"/>
                  <a:gd name="connsiteY0" fmla="*/ 1502497 h 1502711"/>
                  <a:gd name="connsiteX1" fmla="*/ 648434 w 1498142"/>
                  <a:gd name="connsiteY1" fmla="*/ 1502497 h 1502711"/>
                  <a:gd name="connsiteX2" fmla="*/ 596523 w 1498142"/>
                  <a:gd name="connsiteY2" fmla="*/ 1459825 h 1502711"/>
                  <a:gd name="connsiteX3" fmla="*/ 579568 w 1498142"/>
                  <a:gd name="connsiteY3" fmla="*/ 1369338 h 1502711"/>
                  <a:gd name="connsiteX4" fmla="*/ 572805 w 1498142"/>
                  <a:gd name="connsiteY4" fmla="*/ 1356098 h 1502711"/>
                  <a:gd name="connsiteX5" fmla="*/ 561471 w 1498142"/>
                  <a:gd name="connsiteY5" fmla="*/ 1346478 h 1502711"/>
                  <a:gd name="connsiteX6" fmla="*/ 461839 w 1498142"/>
                  <a:gd name="connsiteY6" fmla="*/ 1304473 h 1502711"/>
                  <a:gd name="connsiteX7" fmla="*/ 446218 w 1498142"/>
                  <a:gd name="connsiteY7" fmla="*/ 1302853 h 1502711"/>
                  <a:gd name="connsiteX8" fmla="*/ 431169 w 1498142"/>
                  <a:gd name="connsiteY8" fmla="*/ 1307425 h 1502711"/>
                  <a:gd name="connsiteX9" fmla="*/ 354969 w 1498142"/>
                  <a:gd name="connsiteY9" fmla="*/ 1359241 h 1502711"/>
                  <a:gd name="connsiteX10" fmla="*/ 289532 w 1498142"/>
                  <a:gd name="connsiteY10" fmla="*/ 1353907 h 1502711"/>
                  <a:gd name="connsiteX11" fmla="*/ 145609 w 1498142"/>
                  <a:gd name="connsiteY11" fmla="*/ 1210175 h 1502711"/>
                  <a:gd name="connsiteX12" fmla="*/ 140561 w 1498142"/>
                  <a:gd name="connsiteY12" fmla="*/ 1140357 h 1502711"/>
                  <a:gd name="connsiteX13" fmla="*/ 194282 w 1498142"/>
                  <a:gd name="connsiteY13" fmla="*/ 1057394 h 1502711"/>
                  <a:gd name="connsiteX14" fmla="*/ 161992 w 1498142"/>
                  <a:gd name="connsiteY14" fmla="*/ 966716 h 1502711"/>
                  <a:gd name="connsiteX15" fmla="*/ 154944 w 1498142"/>
                  <a:gd name="connsiteY15" fmla="*/ 946333 h 1502711"/>
                  <a:gd name="connsiteX16" fmla="*/ 120368 w 1498142"/>
                  <a:gd name="connsiteY16" fmla="*/ 916138 h 1502711"/>
                  <a:gd name="connsiteX17" fmla="*/ 37786 w 1498142"/>
                  <a:gd name="connsiteY17" fmla="*/ 900994 h 1502711"/>
                  <a:gd name="connsiteX18" fmla="*/ 22260 w 1498142"/>
                  <a:gd name="connsiteY18" fmla="*/ 896422 h 1502711"/>
                  <a:gd name="connsiteX19" fmla="*/ 9687 w 1498142"/>
                  <a:gd name="connsiteY19" fmla="*/ 886230 h 1502711"/>
                  <a:gd name="connsiteX20" fmla="*/ 1877 w 1498142"/>
                  <a:gd name="connsiteY20" fmla="*/ 871942 h 1502711"/>
                  <a:gd name="connsiteX21" fmla="*/ 162 w 1498142"/>
                  <a:gd name="connsiteY21" fmla="*/ 855845 h 1502711"/>
                  <a:gd name="connsiteX22" fmla="*/ 162 w 1498142"/>
                  <a:gd name="connsiteY22" fmla="*/ 641533 h 1502711"/>
                  <a:gd name="connsiteX23" fmla="*/ 1972 w 1498142"/>
                  <a:gd name="connsiteY23" fmla="*/ 625340 h 1502711"/>
                  <a:gd name="connsiteX24" fmla="*/ 9878 w 1498142"/>
                  <a:gd name="connsiteY24" fmla="*/ 611148 h 1502711"/>
                  <a:gd name="connsiteX25" fmla="*/ 22641 w 1498142"/>
                  <a:gd name="connsiteY25" fmla="*/ 601051 h 1502711"/>
                  <a:gd name="connsiteX26" fmla="*/ 38262 w 1498142"/>
                  <a:gd name="connsiteY26" fmla="*/ 596765 h 1502711"/>
                  <a:gd name="connsiteX27" fmla="*/ 131417 w 1498142"/>
                  <a:gd name="connsiteY27" fmla="*/ 579430 h 1502711"/>
                  <a:gd name="connsiteX28" fmla="*/ 156087 w 1498142"/>
                  <a:gd name="connsiteY28" fmla="*/ 560094 h 1502711"/>
                  <a:gd name="connsiteX29" fmla="*/ 197901 w 1498142"/>
                  <a:gd name="connsiteY29" fmla="*/ 463320 h 1502711"/>
                  <a:gd name="connsiteX30" fmla="*/ 202188 w 1498142"/>
                  <a:gd name="connsiteY30" fmla="*/ 445889 h 1502711"/>
                  <a:gd name="connsiteX31" fmla="*/ 195044 w 1498142"/>
                  <a:gd name="connsiteY31" fmla="*/ 429411 h 1502711"/>
                  <a:gd name="connsiteX32" fmla="*/ 145323 w 1498142"/>
                  <a:gd name="connsiteY32" fmla="*/ 358354 h 1502711"/>
                  <a:gd name="connsiteX33" fmla="*/ 150753 w 1498142"/>
                  <a:gd name="connsiteY33" fmla="*/ 286726 h 1502711"/>
                  <a:gd name="connsiteX34" fmla="*/ 290770 w 1498142"/>
                  <a:gd name="connsiteY34" fmla="*/ 146709 h 1502711"/>
                  <a:gd name="connsiteX35" fmla="*/ 362589 w 1498142"/>
                  <a:gd name="connsiteY35" fmla="*/ 140803 h 1502711"/>
                  <a:gd name="connsiteX36" fmla="*/ 434217 w 1498142"/>
                  <a:gd name="connsiteY36" fmla="*/ 189571 h 1502711"/>
                  <a:gd name="connsiteX37" fmla="*/ 467364 w 1498142"/>
                  <a:gd name="connsiteY37" fmla="*/ 192905 h 1502711"/>
                  <a:gd name="connsiteX38" fmla="*/ 563280 w 1498142"/>
                  <a:gd name="connsiteY38" fmla="*/ 156139 h 1502711"/>
                  <a:gd name="connsiteX39" fmla="*/ 574520 w 1498142"/>
                  <a:gd name="connsiteY39" fmla="*/ 147471 h 1502711"/>
                  <a:gd name="connsiteX40" fmla="*/ 581283 w 1498142"/>
                  <a:gd name="connsiteY40" fmla="*/ 134993 h 1502711"/>
                  <a:gd name="connsiteX41" fmla="*/ 591855 w 1498142"/>
                  <a:gd name="connsiteY41" fmla="*/ 46220 h 1502711"/>
                  <a:gd name="connsiteX42" fmla="*/ 642909 w 1498142"/>
                  <a:gd name="connsiteY42" fmla="*/ 214 h 1502711"/>
                  <a:gd name="connsiteX43" fmla="*/ 846363 w 1498142"/>
                  <a:gd name="connsiteY43" fmla="*/ 214 h 1502711"/>
                  <a:gd name="connsiteX44" fmla="*/ 897989 w 1498142"/>
                  <a:gd name="connsiteY44" fmla="*/ 42982 h 1502711"/>
                  <a:gd name="connsiteX45" fmla="*/ 914943 w 1498142"/>
                  <a:gd name="connsiteY45" fmla="*/ 133469 h 1502711"/>
                  <a:gd name="connsiteX46" fmla="*/ 921801 w 1498142"/>
                  <a:gd name="connsiteY46" fmla="*/ 146423 h 1502711"/>
                  <a:gd name="connsiteX47" fmla="*/ 933041 w 1498142"/>
                  <a:gd name="connsiteY47" fmla="*/ 155758 h 1502711"/>
                  <a:gd name="connsiteX48" fmla="*/ 1029815 w 1498142"/>
                  <a:gd name="connsiteY48" fmla="*/ 197572 h 1502711"/>
                  <a:gd name="connsiteX49" fmla="*/ 1048579 w 1498142"/>
                  <a:gd name="connsiteY49" fmla="*/ 201763 h 1502711"/>
                  <a:gd name="connsiteX50" fmla="*/ 1066105 w 1498142"/>
                  <a:gd name="connsiteY50" fmla="*/ 193858 h 1502711"/>
                  <a:gd name="connsiteX51" fmla="*/ 1139352 w 1498142"/>
                  <a:gd name="connsiteY51" fmla="*/ 142613 h 1502711"/>
                  <a:gd name="connsiteX52" fmla="*/ 1204599 w 1498142"/>
                  <a:gd name="connsiteY52" fmla="*/ 148519 h 1502711"/>
                  <a:gd name="connsiteX53" fmla="*/ 1348426 w 1498142"/>
                  <a:gd name="connsiteY53" fmla="*/ 292346 h 1502711"/>
                  <a:gd name="connsiteX54" fmla="*/ 1354808 w 1498142"/>
                  <a:gd name="connsiteY54" fmla="*/ 359878 h 1502711"/>
                  <a:gd name="connsiteX55" fmla="*/ 1303468 w 1498142"/>
                  <a:gd name="connsiteY55" fmla="*/ 433126 h 1502711"/>
                  <a:gd name="connsiteX56" fmla="*/ 1296229 w 1498142"/>
                  <a:gd name="connsiteY56" fmla="*/ 449509 h 1502711"/>
                  <a:gd name="connsiteX57" fmla="*/ 1300515 w 1498142"/>
                  <a:gd name="connsiteY57" fmla="*/ 466939 h 1502711"/>
                  <a:gd name="connsiteX58" fmla="*/ 1342044 w 1498142"/>
                  <a:gd name="connsiteY58" fmla="*/ 563713 h 1502711"/>
                  <a:gd name="connsiteX59" fmla="*/ 1350998 w 1498142"/>
                  <a:gd name="connsiteY59" fmla="*/ 574953 h 1502711"/>
                  <a:gd name="connsiteX60" fmla="*/ 1363571 w 1498142"/>
                  <a:gd name="connsiteY60" fmla="*/ 581811 h 1502711"/>
                  <a:gd name="connsiteX61" fmla="*/ 1457202 w 1498142"/>
                  <a:gd name="connsiteY61" fmla="*/ 596575 h 1502711"/>
                  <a:gd name="connsiteX62" fmla="*/ 1497969 w 1498142"/>
                  <a:gd name="connsiteY62" fmla="*/ 641628 h 1502711"/>
                  <a:gd name="connsiteX63" fmla="*/ 1497969 w 1498142"/>
                  <a:gd name="connsiteY63" fmla="*/ 855940 h 1502711"/>
                  <a:gd name="connsiteX64" fmla="*/ 1496254 w 1498142"/>
                  <a:gd name="connsiteY64" fmla="*/ 872133 h 1502711"/>
                  <a:gd name="connsiteX65" fmla="*/ 1488539 w 1498142"/>
                  <a:gd name="connsiteY65" fmla="*/ 886420 h 1502711"/>
                  <a:gd name="connsiteX66" fmla="*/ 1475871 w 1498142"/>
                  <a:gd name="connsiteY66" fmla="*/ 896612 h 1502711"/>
                  <a:gd name="connsiteX67" fmla="*/ 1460250 w 1498142"/>
                  <a:gd name="connsiteY67" fmla="*/ 901184 h 1502711"/>
                  <a:gd name="connsiteX68" fmla="*/ 1369572 w 1498142"/>
                  <a:gd name="connsiteY68" fmla="*/ 917091 h 1502711"/>
                  <a:gd name="connsiteX69" fmla="*/ 1350331 w 1498142"/>
                  <a:gd name="connsiteY69" fmla="*/ 924520 h 1502711"/>
                  <a:gd name="connsiteX70" fmla="*/ 1339663 w 1498142"/>
                  <a:gd name="connsiteY70" fmla="*/ 942142 h 1502711"/>
                  <a:gd name="connsiteX71" fmla="*/ 1301087 w 1498142"/>
                  <a:gd name="connsiteY71" fmla="*/ 1034344 h 1502711"/>
                  <a:gd name="connsiteX72" fmla="*/ 1296134 w 1498142"/>
                  <a:gd name="connsiteY72" fmla="*/ 1051489 h 1502711"/>
                  <a:gd name="connsiteX73" fmla="*/ 1302706 w 1498142"/>
                  <a:gd name="connsiteY73" fmla="*/ 1068157 h 1502711"/>
                  <a:gd name="connsiteX74" fmla="*/ 1355665 w 1498142"/>
                  <a:gd name="connsiteY74" fmla="*/ 1143595 h 1502711"/>
                  <a:gd name="connsiteX75" fmla="*/ 1349569 w 1498142"/>
                  <a:gd name="connsiteY75" fmla="*/ 1208937 h 1502711"/>
                  <a:gd name="connsiteX76" fmla="*/ 1205646 w 1498142"/>
                  <a:gd name="connsiteY76" fmla="*/ 1352764 h 1502711"/>
                  <a:gd name="connsiteX77" fmla="*/ 1137924 w 1498142"/>
                  <a:gd name="connsiteY77" fmla="*/ 1358765 h 1502711"/>
                  <a:gd name="connsiteX78" fmla="*/ 1068010 w 1498142"/>
                  <a:gd name="connsiteY78" fmla="*/ 1312188 h 1502711"/>
                  <a:gd name="connsiteX79" fmla="*/ 1034577 w 1498142"/>
                  <a:gd name="connsiteY79" fmla="*/ 1309140 h 1502711"/>
                  <a:gd name="connsiteX80" fmla="*/ 938851 w 1498142"/>
                  <a:gd name="connsiteY80" fmla="*/ 1346287 h 1502711"/>
                  <a:gd name="connsiteX81" fmla="*/ 926373 w 1498142"/>
                  <a:gd name="connsiteY81" fmla="*/ 1356098 h 1502711"/>
                  <a:gd name="connsiteX82" fmla="*/ 918658 w 1498142"/>
                  <a:gd name="connsiteY82" fmla="*/ 1370005 h 1502711"/>
                  <a:gd name="connsiteX83" fmla="*/ 901418 w 1498142"/>
                  <a:gd name="connsiteY83" fmla="*/ 1463159 h 1502711"/>
                  <a:gd name="connsiteX84" fmla="*/ 896751 w 1498142"/>
                  <a:gd name="connsiteY84" fmla="*/ 1479447 h 1502711"/>
                  <a:gd name="connsiteX85" fmla="*/ 886178 w 1498142"/>
                  <a:gd name="connsiteY85" fmla="*/ 1492687 h 1502711"/>
                  <a:gd name="connsiteX86" fmla="*/ 871319 w 1498142"/>
                  <a:gd name="connsiteY86" fmla="*/ 1500783 h 1502711"/>
                  <a:gd name="connsiteX87" fmla="*/ 854460 w 1498142"/>
                  <a:gd name="connsiteY87" fmla="*/ 1502497 h 1502711"/>
                  <a:gd name="connsiteX88" fmla="*/ 748637 w 1498142"/>
                  <a:gd name="connsiteY88" fmla="*/ 1502497 h 1502711"/>
                  <a:gd name="connsiteX89" fmla="*/ 1273750 w 1498142"/>
                  <a:gd name="connsiteY89" fmla="*/ 1167884 h 1502711"/>
                  <a:gd name="connsiteX90" fmla="*/ 1221744 w 1498142"/>
                  <a:gd name="connsiteY90" fmla="*/ 1095399 h 1502711"/>
                  <a:gd name="connsiteX91" fmla="*/ 1216219 w 1498142"/>
                  <a:gd name="connsiteY91" fmla="*/ 1025485 h 1502711"/>
                  <a:gd name="connsiteX92" fmla="*/ 1273179 w 1498142"/>
                  <a:gd name="connsiteY92" fmla="*/ 885563 h 1502711"/>
                  <a:gd name="connsiteX93" fmla="*/ 1320042 w 1498142"/>
                  <a:gd name="connsiteY93" fmla="*/ 843844 h 1502711"/>
                  <a:gd name="connsiteX94" fmla="*/ 1417863 w 1498142"/>
                  <a:gd name="connsiteY94" fmla="*/ 828604 h 1502711"/>
                  <a:gd name="connsiteX95" fmla="*/ 1418244 w 1498142"/>
                  <a:gd name="connsiteY95" fmla="*/ 702493 h 1502711"/>
                  <a:gd name="connsiteX96" fmla="*/ 1395575 w 1498142"/>
                  <a:gd name="connsiteY96" fmla="*/ 676966 h 1502711"/>
                  <a:gd name="connsiteX97" fmla="*/ 1318422 w 1498142"/>
                  <a:gd name="connsiteY97" fmla="*/ 662297 h 1502711"/>
                  <a:gd name="connsiteX98" fmla="*/ 1273560 w 1498142"/>
                  <a:gd name="connsiteY98" fmla="*/ 621625 h 1502711"/>
                  <a:gd name="connsiteX99" fmla="*/ 1215648 w 1498142"/>
                  <a:gd name="connsiteY99" fmla="*/ 479227 h 1502711"/>
                  <a:gd name="connsiteX100" fmla="*/ 1217267 w 1498142"/>
                  <a:gd name="connsiteY100" fmla="*/ 415790 h 1502711"/>
                  <a:gd name="connsiteX101" fmla="*/ 1268607 w 1498142"/>
                  <a:gd name="connsiteY101" fmla="*/ 331875 h 1502711"/>
                  <a:gd name="connsiteX102" fmla="*/ 1162784 w 1498142"/>
                  <a:gd name="connsiteY102" fmla="*/ 225290 h 1502711"/>
                  <a:gd name="connsiteX103" fmla="*/ 1089346 w 1498142"/>
                  <a:gd name="connsiteY103" fmla="*/ 277868 h 1502711"/>
                  <a:gd name="connsiteX104" fmla="*/ 1024195 w 1498142"/>
                  <a:gd name="connsiteY104" fmla="*/ 282916 h 1502711"/>
                  <a:gd name="connsiteX105" fmla="*/ 879225 w 1498142"/>
                  <a:gd name="connsiteY105" fmla="*/ 223957 h 1502711"/>
                  <a:gd name="connsiteX106" fmla="*/ 840648 w 1498142"/>
                  <a:gd name="connsiteY106" fmla="*/ 180713 h 1502711"/>
                  <a:gd name="connsiteX107" fmla="*/ 824551 w 1498142"/>
                  <a:gd name="connsiteY107" fmla="*/ 80320 h 1502711"/>
                  <a:gd name="connsiteX108" fmla="*/ 698631 w 1498142"/>
                  <a:gd name="connsiteY108" fmla="*/ 79843 h 1502711"/>
                  <a:gd name="connsiteX109" fmla="*/ 673008 w 1498142"/>
                  <a:gd name="connsiteY109" fmla="*/ 102799 h 1502711"/>
                  <a:gd name="connsiteX110" fmla="*/ 657768 w 1498142"/>
                  <a:gd name="connsiteY110" fmla="*/ 182523 h 1502711"/>
                  <a:gd name="connsiteX111" fmla="*/ 645005 w 1498142"/>
                  <a:gd name="connsiteY111" fmla="*/ 208717 h 1502711"/>
                  <a:gd name="connsiteX112" fmla="*/ 620049 w 1498142"/>
                  <a:gd name="connsiteY112" fmla="*/ 223766 h 1502711"/>
                  <a:gd name="connsiteX113" fmla="*/ 472602 w 1498142"/>
                  <a:gd name="connsiteY113" fmla="*/ 283678 h 1502711"/>
                  <a:gd name="connsiteX114" fmla="*/ 440408 w 1498142"/>
                  <a:gd name="connsiteY114" fmla="*/ 290727 h 1502711"/>
                  <a:gd name="connsiteX115" fmla="*/ 409928 w 1498142"/>
                  <a:gd name="connsiteY115" fmla="*/ 278154 h 1502711"/>
                  <a:gd name="connsiteX116" fmla="*/ 336014 w 1498142"/>
                  <a:gd name="connsiteY116" fmla="*/ 225481 h 1502711"/>
                  <a:gd name="connsiteX117" fmla="*/ 229905 w 1498142"/>
                  <a:gd name="connsiteY117" fmla="*/ 331589 h 1502711"/>
                  <a:gd name="connsiteX118" fmla="*/ 286389 w 1498142"/>
                  <a:gd name="connsiteY118" fmla="*/ 417981 h 1502711"/>
                  <a:gd name="connsiteX119" fmla="*/ 295628 w 1498142"/>
                  <a:gd name="connsiteY119" fmla="*/ 447032 h 1502711"/>
                  <a:gd name="connsiteX120" fmla="*/ 287722 w 1498142"/>
                  <a:gd name="connsiteY120" fmla="*/ 476464 h 1502711"/>
                  <a:gd name="connsiteX121" fmla="*/ 226191 w 1498142"/>
                  <a:gd name="connsiteY121" fmla="*/ 617149 h 1502711"/>
                  <a:gd name="connsiteX122" fmla="*/ 180852 w 1498142"/>
                  <a:gd name="connsiteY122" fmla="*/ 657344 h 1502711"/>
                  <a:gd name="connsiteX123" fmla="*/ 80649 w 1498142"/>
                  <a:gd name="connsiteY123" fmla="*/ 673822 h 1502711"/>
                  <a:gd name="connsiteX124" fmla="*/ 81411 w 1498142"/>
                  <a:gd name="connsiteY124" fmla="*/ 805172 h 1502711"/>
                  <a:gd name="connsiteX125" fmla="*/ 87602 w 1498142"/>
                  <a:gd name="connsiteY125" fmla="*/ 816316 h 1502711"/>
                  <a:gd name="connsiteX126" fmla="*/ 98270 w 1498142"/>
                  <a:gd name="connsiteY126" fmla="*/ 823365 h 1502711"/>
                  <a:gd name="connsiteX127" fmla="*/ 183233 w 1498142"/>
                  <a:gd name="connsiteY127" fmla="*/ 840224 h 1502711"/>
                  <a:gd name="connsiteX128" fmla="*/ 209331 w 1498142"/>
                  <a:gd name="connsiteY128" fmla="*/ 853178 h 1502711"/>
                  <a:gd name="connsiteX129" fmla="*/ 224286 w 1498142"/>
                  <a:gd name="connsiteY129" fmla="*/ 878229 h 1502711"/>
                  <a:gd name="connsiteX130" fmla="*/ 284198 w 1498142"/>
                  <a:gd name="connsiteY130" fmla="*/ 1025676 h 1502711"/>
                  <a:gd name="connsiteX131" fmla="*/ 280007 w 1498142"/>
                  <a:gd name="connsiteY131" fmla="*/ 1086160 h 1502711"/>
                  <a:gd name="connsiteX132" fmla="*/ 225619 w 1498142"/>
                  <a:gd name="connsiteY132" fmla="*/ 1162264 h 1502711"/>
                  <a:gd name="connsiteX133" fmla="*/ 332013 w 1498142"/>
                  <a:gd name="connsiteY133" fmla="*/ 1268087 h 1502711"/>
                  <a:gd name="connsiteX134" fmla="*/ 406594 w 1498142"/>
                  <a:gd name="connsiteY134" fmla="*/ 1218271 h 1502711"/>
                  <a:gd name="connsiteX135" fmla="*/ 469650 w 1498142"/>
                  <a:gd name="connsiteY135" fmla="*/ 1214557 h 1502711"/>
                  <a:gd name="connsiteX136" fmla="*/ 614620 w 1498142"/>
                  <a:gd name="connsiteY136" fmla="*/ 1273516 h 1502711"/>
                  <a:gd name="connsiteX137" fmla="*/ 653482 w 1498142"/>
                  <a:gd name="connsiteY137" fmla="*/ 1316665 h 1502711"/>
                  <a:gd name="connsiteX138" fmla="*/ 669579 w 1498142"/>
                  <a:gd name="connsiteY138" fmla="*/ 1417439 h 1502711"/>
                  <a:gd name="connsiteX139" fmla="*/ 792547 w 1498142"/>
                  <a:gd name="connsiteY139" fmla="*/ 1417915 h 1502711"/>
                  <a:gd name="connsiteX140" fmla="*/ 821503 w 1498142"/>
                  <a:gd name="connsiteY140" fmla="*/ 1392769 h 1502711"/>
                  <a:gd name="connsiteX141" fmla="*/ 834552 w 1498142"/>
                  <a:gd name="connsiteY141" fmla="*/ 1323618 h 1502711"/>
                  <a:gd name="connsiteX142" fmla="*/ 883797 w 1498142"/>
                  <a:gd name="connsiteY142" fmla="*/ 1270468 h 1502711"/>
                  <a:gd name="connsiteX143" fmla="*/ 1018575 w 1498142"/>
                  <a:gd name="connsiteY143" fmla="*/ 1215795 h 1502711"/>
                  <a:gd name="connsiteX144" fmla="*/ 1084012 w 1498142"/>
                  <a:gd name="connsiteY144" fmla="*/ 1218557 h 1502711"/>
                  <a:gd name="connsiteX145" fmla="*/ 1168404 w 1498142"/>
                  <a:gd name="connsiteY145" fmla="*/ 1273612 h 1502711"/>
                  <a:gd name="connsiteX146" fmla="*/ 1273845 w 1498142"/>
                  <a:gd name="connsiteY146" fmla="*/ 1167979 h 1502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</a:cxnLst>
                <a:rect l="l" t="t" r="r" b="b"/>
                <a:pathLst>
                  <a:path w="1498142" h="1502711">
                    <a:moveTo>
                      <a:pt x="748827" y="1502497"/>
                    </a:moveTo>
                    <a:cubicBezTo>
                      <a:pt x="715395" y="1502497"/>
                      <a:pt x="681962" y="1502783"/>
                      <a:pt x="648434" y="1502497"/>
                    </a:cubicBezTo>
                    <a:cubicBezTo>
                      <a:pt x="615001" y="1502212"/>
                      <a:pt x="602619" y="1492020"/>
                      <a:pt x="596523" y="1459825"/>
                    </a:cubicBezTo>
                    <a:cubicBezTo>
                      <a:pt x="590712" y="1429726"/>
                      <a:pt x="586617" y="1399151"/>
                      <a:pt x="579568" y="1369338"/>
                    </a:cubicBezTo>
                    <a:cubicBezTo>
                      <a:pt x="578139" y="1364575"/>
                      <a:pt x="575853" y="1360003"/>
                      <a:pt x="572805" y="1356098"/>
                    </a:cubicBezTo>
                    <a:cubicBezTo>
                      <a:pt x="569662" y="1352193"/>
                      <a:pt x="565852" y="1348954"/>
                      <a:pt x="561471" y="1346478"/>
                    </a:cubicBezTo>
                    <a:cubicBezTo>
                      <a:pt x="528895" y="1331047"/>
                      <a:pt x="495653" y="1316855"/>
                      <a:pt x="461839" y="1304473"/>
                    </a:cubicBezTo>
                    <a:cubicBezTo>
                      <a:pt x="456791" y="1302949"/>
                      <a:pt x="451457" y="1302377"/>
                      <a:pt x="446218" y="1302853"/>
                    </a:cubicBezTo>
                    <a:cubicBezTo>
                      <a:pt x="440979" y="1303330"/>
                      <a:pt x="435836" y="1304949"/>
                      <a:pt x="431169" y="1307425"/>
                    </a:cubicBezTo>
                    <a:cubicBezTo>
                      <a:pt x="404975" y="1323332"/>
                      <a:pt x="380496" y="1342096"/>
                      <a:pt x="354969" y="1359241"/>
                    </a:cubicBezTo>
                    <a:cubicBezTo>
                      <a:pt x="329156" y="1376482"/>
                      <a:pt x="311344" y="1375434"/>
                      <a:pt x="289532" y="1353907"/>
                    </a:cubicBezTo>
                    <a:cubicBezTo>
                      <a:pt x="241240" y="1306378"/>
                      <a:pt x="193234" y="1258372"/>
                      <a:pt x="145609" y="1210175"/>
                    </a:cubicBezTo>
                    <a:cubicBezTo>
                      <a:pt x="122082" y="1186363"/>
                      <a:pt x="121320" y="1168456"/>
                      <a:pt x="140561" y="1140357"/>
                    </a:cubicBezTo>
                    <a:cubicBezTo>
                      <a:pt x="159420" y="1112734"/>
                      <a:pt x="190377" y="1086922"/>
                      <a:pt x="194282" y="1057394"/>
                    </a:cubicBezTo>
                    <a:cubicBezTo>
                      <a:pt x="197997" y="1029105"/>
                      <a:pt x="173803" y="997101"/>
                      <a:pt x="161992" y="966716"/>
                    </a:cubicBezTo>
                    <a:cubicBezTo>
                      <a:pt x="158849" y="960239"/>
                      <a:pt x="156468" y="953381"/>
                      <a:pt x="154944" y="946333"/>
                    </a:cubicBezTo>
                    <a:cubicBezTo>
                      <a:pt x="151991" y="925949"/>
                      <a:pt x="140561" y="918329"/>
                      <a:pt x="120368" y="916138"/>
                    </a:cubicBezTo>
                    <a:cubicBezTo>
                      <a:pt x="92650" y="912995"/>
                      <a:pt x="65313" y="906137"/>
                      <a:pt x="37786" y="900994"/>
                    </a:cubicBezTo>
                    <a:cubicBezTo>
                      <a:pt x="32357" y="900517"/>
                      <a:pt x="27023" y="898993"/>
                      <a:pt x="22260" y="896422"/>
                    </a:cubicBezTo>
                    <a:cubicBezTo>
                      <a:pt x="17403" y="893850"/>
                      <a:pt x="13116" y="890421"/>
                      <a:pt x="9687" y="886230"/>
                    </a:cubicBezTo>
                    <a:cubicBezTo>
                      <a:pt x="6163" y="882039"/>
                      <a:pt x="3591" y="877181"/>
                      <a:pt x="1877" y="871942"/>
                    </a:cubicBezTo>
                    <a:cubicBezTo>
                      <a:pt x="258" y="866704"/>
                      <a:pt x="-314" y="861274"/>
                      <a:pt x="162" y="855845"/>
                    </a:cubicBezTo>
                    <a:lnTo>
                      <a:pt x="162" y="641533"/>
                    </a:lnTo>
                    <a:cubicBezTo>
                      <a:pt x="-314" y="636103"/>
                      <a:pt x="258" y="630579"/>
                      <a:pt x="1972" y="625340"/>
                    </a:cubicBezTo>
                    <a:cubicBezTo>
                      <a:pt x="3591" y="620197"/>
                      <a:pt x="6258" y="615339"/>
                      <a:pt x="9878" y="611148"/>
                    </a:cubicBezTo>
                    <a:cubicBezTo>
                      <a:pt x="13402" y="606957"/>
                      <a:pt x="17784" y="603528"/>
                      <a:pt x="22641" y="601051"/>
                    </a:cubicBezTo>
                    <a:cubicBezTo>
                      <a:pt x="27499" y="598575"/>
                      <a:pt x="32833" y="597146"/>
                      <a:pt x="38262" y="596765"/>
                    </a:cubicBezTo>
                    <a:cubicBezTo>
                      <a:pt x="69409" y="591336"/>
                      <a:pt x="100746" y="586764"/>
                      <a:pt x="131417" y="579430"/>
                    </a:cubicBezTo>
                    <a:cubicBezTo>
                      <a:pt x="141894" y="576477"/>
                      <a:pt x="150753" y="569524"/>
                      <a:pt x="156087" y="560094"/>
                    </a:cubicBezTo>
                    <a:cubicBezTo>
                      <a:pt x="171327" y="528471"/>
                      <a:pt x="182757" y="495038"/>
                      <a:pt x="197901" y="463320"/>
                    </a:cubicBezTo>
                    <a:cubicBezTo>
                      <a:pt x="201140" y="458081"/>
                      <a:pt x="202664" y="451985"/>
                      <a:pt x="202188" y="445889"/>
                    </a:cubicBezTo>
                    <a:cubicBezTo>
                      <a:pt x="201711" y="439793"/>
                      <a:pt x="199140" y="433983"/>
                      <a:pt x="195044" y="429411"/>
                    </a:cubicBezTo>
                    <a:cubicBezTo>
                      <a:pt x="177708" y="406360"/>
                      <a:pt x="161611" y="382167"/>
                      <a:pt x="145323" y="358354"/>
                    </a:cubicBezTo>
                    <a:cubicBezTo>
                      <a:pt x="124749" y="328255"/>
                      <a:pt x="125797" y="311872"/>
                      <a:pt x="150753" y="286726"/>
                    </a:cubicBezTo>
                    <a:cubicBezTo>
                      <a:pt x="197235" y="239863"/>
                      <a:pt x="243907" y="193191"/>
                      <a:pt x="290770" y="146709"/>
                    </a:cubicBezTo>
                    <a:cubicBezTo>
                      <a:pt x="316107" y="121658"/>
                      <a:pt x="332871" y="120610"/>
                      <a:pt x="362589" y="140803"/>
                    </a:cubicBezTo>
                    <a:cubicBezTo>
                      <a:pt x="386401" y="157091"/>
                      <a:pt x="409356" y="174998"/>
                      <a:pt x="434217" y="189571"/>
                    </a:cubicBezTo>
                    <a:cubicBezTo>
                      <a:pt x="444504" y="194905"/>
                      <a:pt x="456315" y="196048"/>
                      <a:pt x="467364" y="192905"/>
                    </a:cubicBezTo>
                    <a:cubicBezTo>
                      <a:pt x="499939" y="182332"/>
                      <a:pt x="531848" y="169855"/>
                      <a:pt x="563280" y="156139"/>
                    </a:cubicBezTo>
                    <a:cubicBezTo>
                      <a:pt x="567567" y="154043"/>
                      <a:pt x="571472" y="151090"/>
                      <a:pt x="574520" y="147471"/>
                    </a:cubicBezTo>
                    <a:cubicBezTo>
                      <a:pt x="577663" y="143851"/>
                      <a:pt x="579949" y="139565"/>
                      <a:pt x="581283" y="134993"/>
                    </a:cubicBezTo>
                    <a:cubicBezTo>
                      <a:pt x="586426" y="105656"/>
                      <a:pt x="588712" y="75843"/>
                      <a:pt x="591855" y="46220"/>
                    </a:cubicBezTo>
                    <a:cubicBezTo>
                      <a:pt x="595475" y="12787"/>
                      <a:pt x="608715" y="310"/>
                      <a:pt x="642909" y="214"/>
                    </a:cubicBezTo>
                    <a:cubicBezTo>
                      <a:pt x="710727" y="-71"/>
                      <a:pt x="778545" y="-71"/>
                      <a:pt x="846363" y="214"/>
                    </a:cubicBezTo>
                    <a:cubicBezTo>
                      <a:pt x="879891" y="310"/>
                      <a:pt x="891321" y="9549"/>
                      <a:pt x="897989" y="42982"/>
                    </a:cubicBezTo>
                    <a:cubicBezTo>
                      <a:pt x="903990" y="73081"/>
                      <a:pt x="907895" y="103656"/>
                      <a:pt x="914943" y="133469"/>
                    </a:cubicBezTo>
                    <a:cubicBezTo>
                      <a:pt x="916372" y="138136"/>
                      <a:pt x="918658" y="142613"/>
                      <a:pt x="921801" y="146423"/>
                    </a:cubicBezTo>
                    <a:cubicBezTo>
                      <a:pt x="924945" y="150233"/>
                      <a:pt x="928755" y="153376"/>
                      <a:pt x="933041" y="155758"/>
                    </a:cubicBezTo>
                    <a:cubicBezTo>
                      <a:pt x="964854" y="170712"/>
                      <a:pt x="998287" y="182237"/>
                      <a:pt x="1029815" y="197572"/>
                    </a:cubicBezTo>
                    <a:cubicBezTo>
                      <a:pt x="1035435" y="201001"/>
                      <a:pt x="1042102" y="202430"/>
                      <a:pt x="1048579" y="201763"/>
                    </a:cubicBezTo>
                    <a:cubicBezTo>
                      <a:pt x="1055056" y="201097"/>
                      <a:pt x="1061247" y="198334"/>
                      <a:pt x="1066105" y="193858"/>
                    </a:cubicBezTo>
                    <a:cubicBezTo>
                      <a:pt x="1090013" y="176046"/>
                      <a:pt x="1114683" y="159187"/>
                      <a:pt x="1139352" y="142613"/>
                    </a:cubicBezTo>
                    <a:cubicBezTo>
                      <a:pt x="1164975" y="125373"/>
                      <a:pt x="1182596" y="126802"/>
                      <a:pt x="1204599" y="148519"/>
                    </a:cubicBezTo>
                    <a:cubicBezTo>
                      <a:pt x="1252795" y="196144"/>
                      <a:pt x="1300801" y="244054"/>
                      <a:pt x="1348426" y="292346"/>
                    </a:cubicBezTo>
                    <a:cubicBezTo>
                      <a:pt x="1371381" y="315682"/>
                      <a:pt x="1372810" y="333304"/>
                      <a:pt x="1354808" y="359878"/>
                    </a:cubicBezTo>
                    <a:cubicBezTo>
                      <a:pt x="1338139" y="384548"/>
                      <a:pt x="1321280" y="409218"/>
                      <a:pt x="1303468" y="433126"/>
                    </a:cubicBezTo>
                    <a:cubicBezTo>
                      <a:pt x="1299277" y="437602"/>
                      <a:pt x="1296801" y="443413"/>
                      <a:pt x="1296229" y="449509"/>
                    </a:cubicBezTo>
                    <a:cubicBezTo>
                      <a:pt x="1295658" y="455605"/>
                      <a:pt x="1297182" y="461701"/>
                      <a:pt x="1300515" y="466939"/>
                    </a:cubicBezTo>
                    <a:cubicBezTo>
                      <a:pt x="1315946" y="498372"/>
                      <a:pt x="1327185" y="531900"/>
                      <a:pt x="1342044" y="563713"/>
                    </a:cubicBezTo>
                    <a:cubicBezTo>
                      <a:pt x="1344235" y="568000"/>
                      <a:pt x="1347283" y="571810"/>
                      <a:pt x="1350998" y="574953"/>
                    </a:cubicBezTo>
                    <a:cubicBezTo>
                      <a:pt x="1354713" y="578001"/>
                      <a:pt x="1358999" y="580382"/>
                      <a:pt x="1363571" y="581811"/>
                    </a:cubicBezTo>
                    <a:cubicBezTo>
                      <a:pt x="1394527" y="588193"/>
                      <a:pt x="1425960" y="592288"/>
                      <a:pt x="1457202" y="596575"/>
                    </a:cubicBezTo>
                    <a:cubicBezTo>
                      <a:pt x="1483681" y="600194"/>
                      <a:pt x="1497873" y="614767"/>
                      <a:pt x="1497969" y="641628"/>
                    </a:cubicBezTo>
                    <a:cubicBezTo>
                      <a:pt x="1498159" y="713065"/>
                      <a:pt x="1498064" y="784503"/>
                      <a:pt x="1497969" y="855940"/>
                    </a:cubicBezTo>
                    <a:cubicBezTo>
                      <a:pt x="1498445" y="861370"/>
                      <a:pt x="1497969" y="866894"/>
                      <a:pt x="1496254" y="872133"/>
                    </a:cubicBezTo>
                    <a:cubicBezTo>
                      <a:pt x="1494635" y="877372"/>
                      <a:pt x="1491968" y="882229"/>
                      <a:pt x="1488539" y="886420"/>
                    </a:cubicBezTo>
                    <a:cubicBezTo>
                      <a:pt x="1485015" y="890611"/>
                      <a:pt x="1480728" y="894136"/>
                      <a:pt x="1475871" y="896612"/>
                    </a:cubicBezTo>
                    <a:cubicBezTo>
                      <a:pt x="1471013" y="899184"/>
                      <a:pt x="1465774" y="900708"/>
                      <a:pt x="1460250" y="901184"/>
                    </a:cubicBezTo>
                    <a:cubicBezTo>
                      <a:pt x="1430055" y="906709"/>
                      <a:pt x="1399956" y="912995"/>
                      <a:pt x="1369572" y="917091"/>
                    </a:cubicBezTo>
                    <a:cubicBezTo>
                      <a:pt x="1362523" y="917377"/>
                      <a:pt x="1355760" y="920044"/>
                      <a:pt x="1350331" y="924520"/>
                    </a:cubicBezTo>
                    <a:cubicBezTo>
                      <a:pt x="1344902" y="929092"/>
                      <a:pt x="1341187" y="935284"/>
                      <a:pt x="1339663" y="942142"/>
                    </a:cubicBezTo>
                    <a:cubicBezTo>
                      <a:pt x="1328614" y="973574"/>
                      <a:pt x="1315755" y="1004435"/>
                      <a:pt x="1301087" y="1034344"/>
                    </a:cubicBezTo>
                    <a:cubicBezTo>
                      <a:pt x="1297563" y="1039392"/>
                      <a:pt x="1295848" y="1045393"/>
                      <a:pt x="1296134" y="1051489"/>
                    </a:cubicBezTo>
                    <a:cubicBezTo>
                      <a:pt x="1296420" y="1057585"/>
                      <a:pt x="1298706" y="1063490"/>
                      <a:pt x="1302706" y="1068157"/>
                    </a:cubicBezTo>
                    <a:cubicBezTo>
                      <a:pt x="1321280" y="1092637"/>
                      <a:pt x="1338520" y="1118068"/>
                      <a:pt x="1355665" y="1143595"/>
                    </a:cubicBezTo>
                    <a:cubicBezTo>
                      <a:pt x="1372810" y="1169122"/>
                      <a:pt x="1371096" y="1187125"/>
                      <a:pt x="1349569" y="1208937"/>
                    </a:cubicBezTo>
                    <a:cubicBezTo>
                      <a:pt x="1301944" y="1257133"/>
                      <a:pt x="1254033" y="1305139"/>
                      <a:pt x="1205646" y="1352764"/>
                    </a:cubicBezTo>
                    <a:cubicBezTo>
                      <a:pt x="1182691" y="1375339"/>
                      <a:pt x="1164594" y="1376482"/>
                      <a:pt x="1137924" y="1358765"/>
                    </a:cubicBezTo>
                    <a:cubicBezTo>
                      <a:pt x="1114587" y="1343239"/>
                      <a:pt x="1092299" y="1325999"/>
                      <a:pt x="1068010" y="1312188"/>
                    </a:cubicBezTo>
                    <a:cubicBezTo>
                      <a:pt x="1057628" y="1307044"/>
                      <a:pt x="1045626" y="1305901"/>
                      <a:pt x="1034577" y="1309140"/>
                    </a:cubicBezTo>
                    <a:cubicBezTo>
                      <a:pt x="1002002" y="1319808"/>
                      <a:pt x="970093" y="1332190"/>
                      <a:pt x="938851" y="1346287"/>
                    </a:cubicBezTo>
                    <a:cubicBezTo>
                      <a:pt x="934089" y="1348669"/>
                      <a:pt x="929802" y="1352002"/>
                      <a:pt x="926373" y="1356098"/>
                    </a:cubicBezTo>
                    <a:cubicBezTo>
                      <a:pt x="922849" y="1360194"/>
                      <a:pt x="920277" y="1364861"/>
                      <a:pt x="918658" y="1370005"/>
                    </a:cubicBezTo>
                    <a:cubicBezTo>
                      <a:pt x="911229" y="1400675"/>
                      <a:pt x="906561" y="1432012"/>
                      <a:pt x="901418" y="1463159"/>
                    </a:cubicBezTo>
                    <a:cubicBezTo>
                      <a:pt x="900942" y="1468779"/>
                      <a:pt x="899418" y="1474399"/>
                      <a:pt x="896751" y="1479447"/>
                    </a:cubicBezTo>
                    <a:cubicBezTo>
                      <a:pt x="894179" y="1484495"/>
                      <a:pt x="890559" y="1488972"/>
                      <a:pt x="886178" y="1492687"/>
                    </a:cubicBezTo>
                    <a:cubicBezTo>
                      <a:pt x="881796" y="1496306"/>
                      <a:pt x="876748" y="1499068"/>
                      <a:pt x="871319" y="1500783"/>
                    </a:cubicBezTo>
                    <a:cubicBezTo>
                      <a:pt x="865890" y="1502497"/>
                      <a:pt x="860175" y="1503069"/>
                      <a:pt x="854460" y="1502497"/>
                    </a:cubicBezTo>
                    <a:cubicBezTo>
                      <a:pt x="819217" y="1502783"/>
                      <a:pt x="783879" y="1502497"/>
                      <a:pt x="748637" y="1502497"/>
                    </a:cubicBezTo>
                    <a:moveTo>
                      <a:pt x="1273750" y="1167884"/>
                    </a:moveTo>
                    <a:cubicBezTo>
                      <a:pt x="1256510" y="1143691"/>
                      <a:pt x="1240127" y="1118735"/>
                      <a:pt x="1221744" y="1095399"/>
                    </a:cubicBezTo>
                    <a:cubicBezTo>
                      <a:pt x="1203741" y="1072634"/>
                      <a:pt x="1203837" y="1051679"/>
                      <a:pt x="1216219" y="1025485"/>
                    </a:cubicBezTo>
                    <a:cubicBezTo>
                      <a:pt x="1237555" y="979861"/>
                      <a:pt x="1256510" y="933188"/>
                      <a:pt x="1273179" y="885563"/>
                    </a:cubicBezTo>
                    <a:cubicBezTo>
                      <a:pt x="1281751" y="861179"/>
                      <a:pt x="1294705" y="847368"/>
                      <a:pt x="1320042" y="843844"/>
                    </a:cubicBezTo>
                    <a:cubicBezTo>
                      <a:pt x="1351950" y="839462"/>
                      <a:pt x="1383764" y="833938"/>
                      <a:pt x="1417863" y="828604"/>
                    </a:cubicBezTo>
                    <a:cubicBezTo>
                      <a:pt x="1417863" y="785265"/>
                      <a:pt x="1417101" y="743831"/>
                      <a:pt x="1418244" y="702493"/>
                    </a:cubicBezTo>
                    <a:cubicBezTo>
                      <a:pt x="1418721" y="684967"/>
                      <a:pt x="1412244" y="679156"/>
                      <a:pt x="1395575" y="676966"/>
                    </a:cubicBezTo>
                    <a:cubicBezTo>
                      <a:pt x="1369667" y="673537"/>
                      <a:pt x="1344235" y="666583"/>
                      <a:pt x="1318422" y="662297"/>
                    </a:cubicBezTo>
                    <a:cubicBezTo>
                      <a:pt x="1294324" y="658201"/>
                      <a:pt x="1281846" y="644771"/>
                      <a:pt x="1273560" y="621625"/>
                    </a:cubicBezTo>
                    <a:cubicBezTo>
                      <a:pt x="1256319" y="573429"/>
                      <a:pt x="1236888" y="525804"/>
                      <a:pt x="1215648" y="479227"/>
                    </a:cubicBezTo>
                    <a:cubicBezTo>
                      <a:pt x="1205265" y="456367"/>
                      <a:pt x="1203360" y="437221"/>
                      <a:pt x="1217267" y="415790"/>
                    </a:cubicBezTo>
                    <a:cubicBezTo>
                      <a:pt x="1235841" y="387215"/>
                      <a:pt x="1252890" y="357688"/>
                      <a:pt x="1268607" y="331875"/>
                    </a:cubicBezTo>
                    <a:lnTo>
                      <a:pt x="1162784" y="225290"/>
                    </a:lnTo>
                    <a:cubicBezTo>
                      <a:pt x="1139067" y="242149"/>
                      <a:pt x="1113635" y="259294"/>
                      <a:pt x="1089346" y="277868"/>
                    </a:cubicBezTo>
                    <a:cubicBezTo>
                      <a:pt x="1068201" y="294061"/>
                      <a:pt x="1048674" y="294251"/>
                      <a:pt x="1024195" y="282916"/>
                    </a:cubicBezTo>
                    <a:cubicBezTo>
                      <a:pt x="976856" y="261104"/>
                      <a:pt x="928183" y="241959"/>
                      <a:pt x="879225" y="223957"/>
                    </a:cubicBezTo>
                    <a:cubicBezTo>
                      <a:pt x="857317" y="215860"/>
                      <a:pt x="843982" y="204240"/>
                      <a:pt x="840648" y="180713"/>
                    </a:cubicBezTo>
                    <a:cubicBezTo>
                      <a:pt x="835981" y="147852"/>
                      <a:pt x="830076" y="115181"/>
                      <a:pt x="824551" y="80320"/>
                    </a:cubicBezTo>
                    <a:cubicBezTo>
                      <a:pt x="781403" y="80320"/>
                      <a:pt x="739969" y="81272"/>
                      <a:pt x="698631" y="79843"/>
                    </a:cubicBezTo>
                    <a:cubicBezTo>
                      <a:pt x="680533" y="79272"/>
                      <a:pt x="675485" y="86892"/>
                      <a:pt x="673008" y="102799"/>
                    </a:cubicBezTo>
                    <a:cubicBezTo>
                      <a:pt x="668913" y="129564"/>
                      <a:pt x="662531" y="155948"/>
                      <a:pt x="657768" y="182523"/>
                    </a:cubicBezTo>
                    <a:cubicBezTo>
                      <a:pt x="656149" y="192334"/>
                      <a:pt x="651672" y="201382"/>
                      <a:pt x="645005" y="208717"/>
                    </a:cubicBezTo>
                    <a:cubicBezTo>
                      <a:pt x="638337" y="216051"/>
                      <a:pt x="629670" y="221290"/>
                      <a:pt x="620049" y="223766"/>
                    </a:cubicBezTo>
                    <a:cubicBezTo>
                      <a:pt x="570424" y="242435"/>
                      <a:pt x="520894" y="261771"/>
                      <a:pt x="472602" y="283678"/>
                    </a:cubicBezTo>
                    <a:cubicBezTo>
                      <a:pt x="462792" y="289298"/>
                      <a:pt x="451552" y="291775"/>
                      <a:pt x="440408" y="290727"/>
                    </a:cubicBezTo>
                    <a:cubicBezTo>
                      <a:pt x="429168" y="289774"/>
                      <a:pt x="418596" y="285298"/>
                      <a:pt x="409928" y="278154"/>
                    </a:cubicBezTo>
                    <a:cubicBezTo>
                      <a:pt x="385068" y="259199"/>
                      <a:pt x="359064" y="241768"/>
                      <a:pt x="336014" y="225481"/>
                    </a:cubicBezTo>
                    <a:lnTo>
                      <a:pt x="229905" y="331589"/>
                    </a:lnTo>
                    <a:cubicBezTo>
                      <a:pt x="247908" y="359116"/>
                      <a:pt x="266958" y="388644"/>
                      <a:pt x="286389" y="417981"/>
                    </a:cubicBezTo>
                    <a:cubicBezTo>
                      <a:pt x="292199" y="426553"/>
                      <a:pt x="295437" y="436650"/>
                      <a:pt x="295628" y="447032"/>
                    </a:cubicBezTo>
                    <a:cubicBezTo>
                      <a:pt x="295914" y="457414"/>
                      <a:pt x="293151" y="467606"/>
                      <a:pt x="287722" y="476464"/>
                    </a:cubicBezTo>
                    <a:cubicBezTo>
                      <a:pt x="265624" y="522565"/>
                      <a:pt x="244860" y="569524"/>
                      <a:pt x="226191" y="617149"/>
                    </a:cubicBezTo>
                    <a:cubicBezTo>
                      <a:pt x="217332" y="639723"/>
                      <a:pt x="205236" y="653820"/>
                      <a:pt x="180852" y="657344"/>
                    </a:cubicBezTo>
                    <a:cubicBezTo>
                      <a:pt x="147990" y="662107"/>
                      <a:pt x="115320" y="668012"/>
                      <a:pt x="80649" y="673822"/>
                    </a:cubicBezTo>
                    <a:cubicBezTo>
                      <a:pt x="80649" y="718780"/>
                      <a:pt x="79982" y="762024"/>
                      <a:pt x="81411" y="805172"/>
                    </a:cubicBezTo>
                    <a:cubicBezTo>
                      <a:pt x="82554" y="809363"/>
                      <a:pt x="84744" y="813173"/>
                      <a:pt x="87602" y="816316"/>
                    </a:cubicBezTo>
                    <a:cubicBezTo>
                      <a:pt x="90555" y="819460"/>
                      <a:pt x="94174" y="821936"/>
                      <a:pt x="98270" y="823365"/>
                    </a:cubicBezTo>
                    <a:cubicBezTo>
                      <a:pt x="126273" y="830413"/>
                      <a:pt x="154753" y="834985"/>
                      <a:pt x="183233" y="840224"/>
                    </a:cubicBezTo>
                    <a:cubicBezTo>
                      <a:pt x="192948" y="841939"/>
                      <a:pt x="202092" y="846511"/>
                      <a:pt x="209331" y="853178"/>
                    </a:cubicBezTo>
                    <a:cubicBezTo>
                      <a:pt x="216570" y="859941"/>
                      <a:pt x="221809" y="868609"/>
                      <a:pt x="224286" y="878229"/>
                    </a:cubicBezTo>
                    <a:cubicBezTo>
                      <a:pt x="242764" y="927949"/>
                      <a:pt x="262481" y="977289"/>
                      <a:pt x="284198" y="1025676"/>
                    </a:cubicBezTo>
                    <a:cubicBezTo>
                      <a:pt x="294199" y="1048060"/>
                      <a:pt x="294771" y="1066443"/>
                      <a:pt x="280007" y="1086160"/>
                    </a:cubicBezTo>
                    <a:cubicBezTo>
                      <a:pt x="260766" y="1111972"/>
                      <a:pt x="242574" y="1138452"/>
                      <a:pt x="225619" y="1162264"/>
                    </a:cubicBezTo>
                    <a:cubicBezTo>
                      <a:pt x="262195" y="1198650"/>
                      <a:pt x="296580" y="1232845"/>
                      <a:pt x="332013" y="1268087"/>
                    </a:cubicBezTo>
                    <a:cubicBezTo>
                      <a:pt x="355635" y="1252371"/>
                      <a:pt x="381639" y="1236083"/>
                      <a:pt x="406594" y="1218271"/>
                    </a:cubicBezTo>
                    <a:cubicBezTo>
                      <a:pt x="427454" y="1203412"/>
                      <a:pt x="446504" y="1203984"/>
                      <a:pt x="469650" y="1214557"/>
                    </a:cubicBezTo>
                    <a:cubicBezTo>
                      <a:pt x="517084" y="1236178"/>
                      <a:pt x="565662" y="1255514"/>
                      <a:pt x="614620" y="1273516"/>
                    </a:cubicBezTo>
                    <a:cubicBezTo>
                      <a:pt x="636528" y="1281613"/>
                      <a:pt x="650053" y="1293328"/>
                      <a:pt x="653482" y="1316665"/>
                    </a:cubicBezTo>
                    <a:cubicBezTo>
                      <a:pt x="658340" y="1349526"/>
                      <a:pt x="663960" y="1382197"/>
                      <a:pt x="669579" y="1417439"/>
                    </a:cubicBezTo>
                    <a:cubicBezTo>
                      <a:pt x="711585" y="1417439"/>
                      <a:pt x="752066" y="1416296"/>
                      <a:pt x="792547" y="1417915"/>
                    </a:cubicBezTo>
                    <a:cubicBezTo>
                      <a:pt x="812359" y="1418677"/>
                      <a:pt x="819408" y="1412010"/>
                      <a:pt x="821503" y="1392769"/>
                    </a:cubicBezTo>
                    <a:cubicBezTo>
                      <a:pt x="824075" y="1369528"/>
                      <a:pt x="831885" y="1346859"/>
                      <a:pt x="834552" y="1323618"/>
                    </a:cubicBezTo>
                    <a:cubicBezTo>
                      <a:pt x="837981" y="1292757"/>
                      <a:pt x="856174" y="1279898"/>
                      <a:pt x="883797" y="1270468"/>
                    </a:cubicBezTo>
                    <a:cubicBezTo>
                      <a:pt x="929707" y="1254752"/>
                      <a:pt x="974760" y="1236464"/>
                      <a:pt x="1018575" y="1215795"/>
                    </a:cubicBezTo>
                    <a:cubicBezTo>
                      <a:pt x="1042674" y="1204365"/>
                      <a:pt x="1062200" y="1203317"/>
                      <a:pt x="1084012" y="1218557"/>
                    </a:cubicBezTo>
                    <a:cubicBezTo>
                      <a:pt x="1111920" y="1237988"/>
                      <a:pt x="1140972" y="1255800"/>
                      <a:pt x="1168404" y="1273612"/>
                    </a:cubicBezTo>
                    <a:lnTo>
                      <a:pt x="1273845" y="1167979"/>
                    </a:lnTo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130EF623-A32B-D81B-6E30-01CAF2411E19}"/>
                  </a:ext>
                </a:extLst>
              </p:cNvPr>
              <p:cNvSpPr/>
              <p:nvPr/>
            </p:nvSpPr>
            <p:spPr>
              <a:xfrm>
                <a:off x="5748555" y="3076504"/>
                <a:ext cx="697680" cy="697780"/>
              </a:xfrm>
              <a:custGeom>
                <a:avLst/>
                <a:gdLst>
                  <a:gd name="connsiteX0" fmla="*/ 349349 w 697680"/>
                  <a:gd name="connsiteY0" fmla="*/ 697682 h 697780"/>
                  <a:gd name="connsiteX1" fmla="*/ 155325 w 697680"/>
                  <a:gd name="connsiteY1" fmla="*/ 639103 h 697780"/>
                  <a:gd name="connsiteX2" fmla="*/ 26642 w 697680"/>
                  <a:gd name="connsiteY2" fmla="*/ 482512 h 697780"/>
                  <a:gd name="connsiteX3" fmla="*/ 6735 w 697680"/>
                  <a:gd name="connsiteY3" fmla="*/ 280868 h 697780"/>
                  <a:gd name="connsiteX4" fmla="*/ 102270 w 697680"/>
                  <a:gd name="connsiteY4" fmla="*/ 102084 h 697780"/>
                  <a:gd name="connsiteX5" fmla="*/ 281055 w 697680"/>
                  <a:gd name="connsiteY5" fmla="*/ 6643 h 697780"/>
                  <a:gd name="connsiteX6" fmla="*/ 482699 w 697680"/>
                  <a:gd name="connsiteY6" fmla="*/ 26741 h 697780"/>
                  <a:gd name="connsiteX7" fmla="*/ 639195 w 697680"/>
                  <a:gd name="connsiteY7" fmla="*/ 155519 h 697780"/>
                  <a:gd name="connsiteX8" fmla="*/ 697678 w 697680"/>
                  <a:gd name="connsiteY8" fmla="*/ 349638 h 697780"/>
                  <a:gd name="connsiteX9" fmla="*/ 671484 w 697680"/>
                  <a:gd name="connsiteY9" fmla="*/ 483084 h 697780"/>
                  <a:gd name="connsiteX10" fmla="*/ 596046 w 697680"/>
                  <a:gd name="connsiteY10" fmla="*/ 596241 h 697780"/>
                  <a:gd name="connsiteX11" fmla="*/ 482889 w 697680"/>
                  <a:gd name="connsiteY11" fmla="*/ 671679 h 697780"/>
                  <a:gd name="connsiteX12" fmla="*/ 349444 w 697680"/>
                  <a:gd name="connsiteY12" fmla="*/ 697777 h 697780"/>
                  <a:gd name="connsiteX13" fmla="*/ 614239 w 697680"/>
                  <a:gd name="connsiteY13" fmla="*/ 352591 h 697780"/>
                  <a:gd name="connsiteX14" fmla="*/ 569376 w 697680"/>
                  <a:gd name="connsiteY14" fmla="*/ 205430 h 697780"/>
                  <a:gd name="connsiteX15" fmla="*/ 450314 w 697680"/>
                  <a:gd name="connsiteY15" fmla="*/ 107894 h 697780"/>
                  <a:gd name="connsiteX16" fmla="*/ 297152 w 697680"/>
                  <a:gd name="connsiteY16" fmla="*/ 92845 h 697780"/>
                  <a:gd name="connsiteX17" fmla="*/ 161421 w 697680"/>
                  <a:gd name="connsiteY17" fmla="*/ 165330 h 697780"/>
                  <a:gd name="connsiteX18" fmla="*/ 88745 w 697680"/>
                  <a:gd name="connsiteY18" fmla="*/ 300966 h 697780"/>
                  <a:gd name="connsiteX19" fmla="*/ 103604 w 697680"/>
                  <a:gd name="connsiteY19" fmla="*/ 454128 h 697780"/>
                  <a:gd name="connsiteX20" fmla="*/ 200949 w 697680"/>
                  <a:gd name="connsiteY20" fmla="*/ 573286 h 697780"/>
                  <a:gd name="connsiteX21" fmla="*/ 348015 w 697680"/>
                  <a:gd name="connsiteY21" fmla="*/ 618434 h 697780"/>
                  <a:gd name="connsiteX22" fmla="*/ 535467 w 697680"/>
                  <a:gd name="connsiteY22" fmla="*/ 540043 h 697780"/>
                  <a:gd name="connsiteX23" fmla="*/ 614144 w 697680"/>
                  <a:gd name="connsiteY23" fmla="*/ 352686 h 697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97680" h="697780">
                    <a:moveTo>
                      <a:pt x="349349" y="697682"/>
                    </a:moveTo>
                    <a:cubicBezTo>
                      <a:pt x="280293" y="697777"/>
                      <a:pt x="212760" y="677394"/>
                      <a:pt x="155325" y="639103"/>
                    </a:cubicBezTo>
                    <a:cubicBezTo>
                      <a:pt x="97889" y="600813"/>
                      <a:pt x="53121" y="546330"/>
                      <a:pt x="26642" y="482512"/>
                    </a:cubicBezTo>
                    <a:cubicBezTo>
                      <a:pt x="162" y="418790"/>
                      <a:pt x="-6791" y="348591"/>
                      <a:pt x="6735" y="280868"/>
                    </a:cubicBezTo>
                    <a:cubicBezTo>
                      <a:pt x="20165" y="213145"/>
                      <a:pt x="53407" y="150947"/>
                      <a:pt x="102270" y="102084"/>
                    </a:cubicBezTo>
                    <a:cubicBezTo>
                      <a:pt x="151134" y="53316"/>
                      <a:pt x="213332" y="20073"/>
                      <a:pt x="281055" y="6643"/>
                    </a:cubicBezTo>
                    <a:cubicBezTo>
                      <a:pt x="348777" y="-6787"/>
                      <a:pt x="418977" y="261"/>
                      <a:pt x="482699" y="26741"/>
                    </a:cubicBezTo>
                    <a:cubicBezTo>
                      <a:pt x="546421" y="53221"/>
                      <a:pt x="600904" y="98083"/>
                      <a:pt x="639195" y="155519"/>
                    </a:cubicBezTo>
                    <a:cubicBezTo>
                      <a:pt x="677485" y="212955"/>
                      <a:pt x="697773" y="280582"/>
                      <a:pt x="697678" y="349638"/>
                    </a:cubicBezTo>
                    <a:cubicBezTo>
                      <a:pt x="697869" y="395358"/>
                      <a:pt x="688915" y="440793"/>
                      <a:pt x="671484" y="483084"/>
                    </a:cubicBezTo>
                    <a:cubicBezTo>
                      <a:pt x="654054" y="525375"/>
                      <a:pt x="628431" y="563856"/>
                      <a:pt x="596046" y="596241"/>
                    </a:cubicBezTo>
                    <a:cubicBezTo>
                      <a:pt x="563661" y="628626"/>
                      <a:pt x="525180" y="654248"/>
                      <a:pt x="482889" y="671679"/>
                    </a:cubicBezTo>
                    <a:cubicBezTo>
                      <a:pt x="440598" y="689109"/>
                      <a:pt x="395164" y="697968"/>
                      <a:pt x="349444" y="697777"/>
                    </a:cubicBezTo>
                    <a:moveTo>
                      <a:pt x="614239" y="352591"/>
                    </a:moveTo>
                    <a:cubicBezTo>
                      <a:pt x="614144" y="300204"/>
                      <a:pt x="598523" y="248959"/>
                      <a:pt x="569376" y="205430"/>
                    </a:cubicBezTo>
                    <a:cubicBezTo>
                      <a:pt x="540230" y="161901"/>
                      <a:pt x="498796" y="127992"/>
                      <a:pt x="450314" y="107894"/>
                    </a:cubicBezTo>
                    <a:cubicBezTo>
                      <a:pt x="401832" y="87891"/>
                      <a:pt x="348587" y="82653"/>
                      <a:pt x="297152" y="92845"/>
                    </a:cubicBezTo>
                    <a:cubicBezTo>
                      <a:pt x="245717" y="103036"/>
                      <a:pt x="198473" y="128277"/>
                      <a:pt x="161421" y="165330"/>
                    </a:cubicBezTo>
                    <a:cubicBezTo>
                      <a:pt x="124368" y="202382"/>
                      <a:pt x="99032" y="249531"/>
                      <a:pt x="88745" y="300966"/>
                    </a:cubicBezTo>
                    <a:cubicBezTo>
                      <a:pt x="78458" y="352401"/>
                      <a:pt x="83601" y="405646"/>
                      <a:pt x="103604" y="454128"/>
                    </a:cubicBezTo>
                    <a:cubicBezTo>
                      <a:pt x="123606" y="502610"/>
                      <a:pt x="157420" y="544044"/>
                      <a:pt x="200949" y="573286"/>
                    </a:cubicBezTo>
                    <a:cubicBezTo>
                      <a:pt x="244479" y="602527"/>
                      <a:pt x="295628" y="618244"/>
                      <a:pt x="348015" y="618434"/>
                    </a:cubicBezTo>
                    <a:cubicBezTo>
                      <a:pt x="418405" y="617958"/>
                      <a:pt x="485747" y="589764"/>
                      <a:pt x="535467" y="540043"/>
                    </a:cubicBezTo>
                    <a:cubicBezTo>
                      <a:pt x="585283" y="490323"/>
                      <a:pt x="613572" y="422981"/>
                      <a:pt x="614144" y="352686"/>
                    </a:cubicBezTo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vert="horz" tIns="1979485" rtlCol="0" anchor="ctr" anchorCtr="0">
                <a:noAutofit/>
              </a:bodyPr>
              <a:lstStyle/>
              <a:p>
                <a:pPr marL="0" marR="0" lvl="0" indent="0" algn="l" defTabSz="68562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00" b="0" i="0" u="none" strike="noStrike" kern="1200" cap="none" spc="0" normalizeH="0" baseline="0" noProof="0">
                  <a:ln>
                    <a:noFill/>
                  </a:ln>
                  <a:solidFill>
                    <a:srgbClr val="141414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3ACF037-A890-FC6C-5A5B-EAA4A0B0B0E1}"/>
              </a:ext>
            </a:extLst>
          </p:cNvPr>
          <p:cNvGrpSpPr/>
          <p:nvPr/>
        </p:nvGrpSpPr>
        <p:grpSpPr>
          <a:xfrm>
            <a:off x="9594294" y="31498"/>
            <a:ext cx="2372265" cy="570300"/>
            <a:chOff x="9594295" y="266821"/>
            <a:chExt cx="2292152" cy="731999"/>
          </a:xfrm>
        </p:grpSpPr>
        <p:pic>
          <p:nvPicPr>
            <p:cNvPr id="93" name="Picture 92" descr="A purple and white rectangular sign with black text&#10;&#10;Description automatically generated">
              <a:extLst>
                <a:ext uri="{FF2B5EF4-FFF2-40B4-BE49-F238E27FC236}">
                  <a16:creationId xmlns:a16="http://schemas.microsoft.com/office/drawing/2014/main" id="{8678D042-40BD-456C-1DE0-BA028ECAC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04569" y="266821"/>
              <a:ext cx="854922" cy="731999"/>
            </a:xfrm>
            <a:prstGeom prst="rect">
              <a:avLst/>
            </a:prstGeom>
          </p:spPr>
        </p:pic>
        <p:pic>
          <p:nvPicPr>
            <p:cNvPr id="94" name="Picture 93" descr="A blue and white rectangular sign with black text&#10;&#10;Description automatically generated">
              <a:extLst>
                <a:ext uri="{FF2B5EF4-FFF2-40B4-BE49-F238E27FC236}">
                  <a16:creationId xmlns:a16="http://schemas.microsoft.com/office/drawing/2014/main" id="{F3A05999-7755-5AAC-7C69-D1D479A373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041945" y="266821"/>
              <a:ext cx="844502" cy="731999"/>
            </a:xfrm>
            <a:prstGeom prst="rect">
              <a:avLst/>
            </a:prstGeom>
          </p:spPr>
        </p:pic>
        <p:pic>
          <p:nvPicPr>
            <p:cNvPr id="95" name="Picture 21" descr="Text&#10;&#10;Description automatically generated">
              <a:extLst>
                <a:ext uri="{FF2B5EF4-FFF2-40B4-BE49-F238E27FC236}">
                  <a16:creationId xmlns:a16="http://schemas.microsoft.com/office/drawing/2014/main" id="{3F061437-84D0-0EC9-0ABC-E69CF149A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594295" y="271202"/>
              <a:ext cx="392069" cy="709479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DA19CE9-B98C-5E3C-1C47-8F20006AD34F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3223" t="29866" r="12240" b="32509"/>
          <a:stretch/>
        </p:blipFill>
        <p:spPr>
          <a:xfrm>
            <a:off x="832611" y="4235268"/>
            <a:ext cx="881889" cy="25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C551B5-F15C-F6F5-4302-4C6B0766BF8C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336" y="4180346"/>
            <a:ext cx="1017133" cy="275966"/>
          </a:xfrm>
          <a:prstGeom prst="rect">
            <a:avLst/>
          </a:prstGeom>
        </p:spPr>
      </p:pic>
      <p:pic>
        <p:nvPicPr>
          <p:cNvPr id="1030" name="Picture 6" descr="SK Life Science, Inc. | LinkedIn">
            <a:extLst>
              <a:ext uri="{FF2B5EF4-FFF2-40B4-BE49-F238E27FC236}">
                <a16:creationId xmlns:a16="http://schemas.microsoft.com/office/drawing/2014/main" id="{7E01ECA4-C8E5-F331-9154-8D9FC8BFF6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97" b="19081"/>
          <a:stretch/>
        </p:blipFill>
        <p:spPr bwMode="auto">
          <a:xfrm>
            <a:off x="4637405" y="4672074"/>
            <a:ext cx="647331" cy="37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rco Lab acquires an additional 25% stake in Neviton at Rs. 9.22 Cr">
            <a:extLst>
              <a:ext uri="{FF2B5EF4-FFF2-40B4-BE49-F238E27FC236}">
                <a16:creationId xmlns:a16="http://schemas.microsoft.com/office/drawing/2014/main" id="{6792B3E2-135B-CF0E-FB44-33A378D087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" t="10905" r="-903" b="16817"/>
          <a:stretch/>
        </p:blipFill>
        <p:spPr bwMode="auto">
          <a:xfrm>
            <a:off x="3418891" y="4724398"/>
            <a:ext cx="698377" cy="30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705188AE-35A1-491D-EAE5-A3839C39AB6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77904" y="4224805"/>
            <a:ext cx="473639" cy="238409"/>
          </a:xfrm>
          <a:prstGeom prst="rect">
            <a:avLst/>
          </a:prstGeom>
        </p:spPr>
      </p:pic>
      <p:pic>
        <p:nvPicPr>
          <p:cNvPr id="1028" name="Picture 4" descr="DePuy Synthes Logo">
            <a:extLst>
              <a:ext uri="{FF2B5EF4-FFF2-40B4-BE49-F238E27FC236}">
                <a16:creationId xmlns:a16="http://schemas.microsoft.com/office/drawing/2014/main" id="{DF26BAC5-F194-633D-4FC3-41BF4EC40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999" y="4732187"/>
            <a:ext cx="1106287" cy="254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52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nergy and Utilities | Beboin Info Private Limited provides IT services for  Energy and Utilities Domain">
            <a:extLst>
              <a:ext uri="{FF2B5EF4-FFF2-40B4-BE49-F238E27FC236}">
                <a16:creationId xmlns:a16="http://schemas.microsoft.com/office/drawing/2014/main" id="{DA122AB8-89BE-279B-1941-627B9E485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91"/>
          <a:stretch/>
        </p:blipFill>
        <p:spPr bwMode="auto">
          <a:xfrm>
            <a:off x="5856163" y="1555921"/>
            <a:ext cx="1759879" cy="105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1E85E4-7D35-AC1A-5984-B852105ED1F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66" t="8342" r="20503" b="46849"/>
          <a:stretch/>
        </p:blipFill>
        <p:spPr>
          <a:xfrm>
            <a:off x="7761876" y="1576334"/>
            <a:ext cx="2114580" cy="822960"/>
          </a:xfrm>
          <a:prstGeom prst="rect">
            <a:avLst/>
          </a:prstGeom>
        </p:spPr>
      </p:pic>
      <p:pic>
        <p:nvPicPr>
          <p:cNvPr id="13" name="object 16">
            <a:extLst>
              <a:ext uri="{FF2B5EF4-FFF2-40B4-BE49-F238E27FC236}">
                <a16:creationId xmlns:a16="http://schemas.microsoft.com/office/drawing/2014/main" id="{66CC9FD9-0459-BB61-C54F-3EADA27D6EC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" t="5806" r="-5" b="17174"/>
          <a:stretch/>
        </p:blipFill>
        <p:spPr>
          <a:xfrm>
            <a:off x="1966668" y="1576334"/>
            <a:ext cx="1899468" cy="822960"/>
          </a:xfrm>
          <a:prstGeom prst="rect">
            <a:avLst/>
          </a:prstGeom>
        </p:spPr>
      </p:pic>
      <p:pic>
        <p:nvPicPr>
          <p:cNvPr id="14" name="object 35">
            <a:extLst>
              <a:ext uri="{FF2B5EF4-FFF2-40B4-BE49-F238E27FC236}">
                <a16:creationId xmlns:a16="http://schemas.microsoft.com/office/drawing/2014/main" id="{3BEAFAA7-0746-F858-3CF4-F22F07BD13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403" b="11403"/>
          <a:stretch/>
        </p:blipFill>
        <p:spPr>
          <a:xfrm>
            <a:off x="9957479" y="1576334"/>
            <a:ext cx="1899468" cy="822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55D964-BE59-C519-2EB1-5E09DA71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82" y="-23806"/>
            <a:ext cx="11371446" cy="519764"/>
          </a:xfrm>
        </p:spPr>
        <p:txBody>
          <a:bodyPr>
            <a:noAutofit/>
          </a:bodyPr>
          <a:lstStyle/>
          <a:p>
            <a:r>
              <a:rPr lang="en-US" sz="2600" dirty="0"/>
              <a:t>C</a:t>
            </a:r>
            <a:r>
              <a:rPr lang="en-US" sz="2600" b="1" dirty="0"/>
              <a:t>omprehensive suite of services </a:t>
            </a:r>
            <a:endParaRPr lang="en-IN" sz="2600" b="1" dirty="0"/>
          </a:p>
        </p:txBody>
      </p:sp>
      <p:pic>
        <p:nvPicPr>
          <p:cNvPr id="3" name="object 15">
            <a:extLst>
              <a:ext uri="{FF2B5EF4-FFF2-40B4-BE49-F238E27FC236}">
                <a16:creationId xmlns:a16="http://schemas.microsoft.com/office/drawing/2014/main" id="{590655AE-8FFC-4C00-C057-13E35D13744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24037"/>
          <a:stretch/>
        </p:blipFill>
        <p:spPr>
          <a:xfrm>
            <a:off x="293762" y="1576334"/>
            <a:ext cx="1641155" cy="822960"/>
          </a:xfrm>
          <a:prstGeom prst="rect">
            <a:avLst/>
          </a:prstGeom>
        </p:spPr>
      </p:pic>
      <p:pic>
        <p:nvPicPr>
          <p:cNvPr id="4" name="object 16">
            <a:extLst>
              <a:ext uri="{FF2B5EF4-FFF2-40B4-BE49-F238E27FC236}">
                <a16:creationId xmlns:a16="http://schemas.microsoft.com/office/drawing/2014/main" id="{0CAA045A-ADDA-7047-BB5A-D107D8F4755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696" b="18696"/>
          <a:stretch/>
        </p:blipFill>
        <p:spPr>
          <a:xfrm>
            <a:off x="3930967" y="1576334"/>
            <a:ext cx="1834004" cy="822960"/>
          </a:xfrm>
          <a:prstGeom prst="rect">
            <a:avLst/>
          </a:prstGeom>
        </p:spPr>
      </p:pic>
      <p:sp>
        <p:nvSpPr>
          <p:cNvPr id="6" name="object 13">
            <a:extLst>
              <a:ext uri="{FF2B5EF4-FFF2-40B4-BE49-F238E27FC236}">
                <a16:creationId xmlns:a16="http://schemas.microsoft.com/office/drawing/2014/main" id="{722D2640-5054-15E2-7A52-CBF0A5B27D31}"/>
              </a:ext>
            </a:extLst>
          </p:cNvPr>
          <p:cNvSpPr>
            <a:spLocks/>
          </p:cNvSpPr>
          <p:nvPr/>
        </p:nvSpPr>
        <p:spPr>
          <a:xfrm>
            <a:off x="293757" y="2399294"/>
            <a:ext cx="1641155" cy="636137"/>
          </a:xfrm>
          <a:custGeom>
            <a:avLst/>
            <a:gdLst/>
            <a:ahLst/>
            <a:cxnLst/>
            <a:rect l="l" t="t" r="r" b="b"/>
            <a:pathLst>
              <a:path w="4376420" h="1031239">
                <a:moveTo>
                  <a:pt x="4376420" y="0"/>
                </a:moveTo>
                <a:lnTo>
                  <a:pt x="0" y="0"/>
                </a:lnTo>
                <a:lnTo>
                  <a:pt x="0" y="1031087"/>
                </a:lnTo>
                <a:lnTo>
                  <a:pt x="4376420" y="1031087"/>
                </a:lnTo>
                <a:lnTo>
                  <a:pt x="4376420" y="0"/>
                </a:lnTo>
                <a:close/>
              </a:path>
            </a:pathLst>
          </a:custGeom>
          <a:solidFill>
            <a:srgbClr val="859DCE"/>
          </a:solidFill>
        </p:spPr>
        <p:txBody>
          <a:bodyPr wrap="square" lIns="18000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BFSI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4A6DA7C2-1B7E-A82C-3CD8-15760E36CAA8}"/>
              </a:ext>
            </a:extLst>
          </p:cNvPr>
          <p:cNvSpPr>
            <a:spLocks/>
          </p:cNvSpPr>
          <p:nvPr/>
        </p:nvSpPr>
        <p:spPr>
          <a:xfrm>
            <a:off x="3930963" y="2399294"/>
            <a:ext cx="1834002" cy="636136"/>
          </a:xfrm>
          <a:custGeom>
            <a:avLst/>
            <a:gdLst/>
            <a:ahLst/>
            <a:cxnLst/>
            <a:rect l="l" t="t" r="r" b="b"/>
            <a:pathLst>
              <a:path w="4376419" h="1031239">
                <a:moveTo>
                  <a:pt x="4376420" y="0"/>
                </a:moveTo>
                <a:lnTo>
                  <a:pt x="0" y="0"/>
                </a:lnTo>
                <a:lnTo>
                  <a:pt x="0" y="1031087"/>
                </a:lnTo>
                <a:lnTo>
                  <a:pt x="4376420" y="1031087"/>
                </a:lnTo>
                <a:lnTo>
                  <a:pt x="4376420" y="0"/>
                </a:lnTo>
                <a:close/>
              </a:path>
            </a:pathLst>
          </a:custGeom>
          <a:solidFill>
            <a:srgbClr val="EF8776"/>
          </a:solidFill>
        </p:spPr>
        <p:txBody>
          <a:bodyPr wrap="square" lIns="18000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Travel, Transportation, and Hospitality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FABB70D3-3ABC-D891-AFAC-C9BF804AA4CD}"/>
              </a:ext>
            </a:extLst>
          </p:cNvPr>
          <p:cNvSpPr>
            <a:spLocks/>
          </p:cNvSpPr>
          <p:nvPr/>
        </p:nvSpPr>
        <p:spPr>
          <a:xfrm>
            <a:off x="7761868" y="2399294"/>
            <a:ext cx="2114579" cy="636136"/>
          </a:xfrm>
          <a:custGeom>
            <a:avLst/>
            <a:gdLst/>
            <a:ahLst/>
            <a:cxnLst/>
            <a:rect l="l" t="t" r="r" b="b"/>
            <a:pathLst>
              <a:path w="6682740" h="1031240">
                <a:moveTo>
                  <a:pt x="6682232" y="0"/>
                </a:moveTo>
                <a:lnTo>
                  <a:pt x="0" y="0"/>
                </a:lnTo>
                <a:lnTo>
                  <a:pt x="0" y="1031087"/>
                </a:lnTo>
                <a:lnTo>
                  <a:pt x="6682232" y="1031087"/>
                </a:lnTo>
                <a:lnTo>
                  <a:pt x="6682232" y="0"/>
                </a:lnTo>
                <a:close/>
              </a:path>
            </a:pathLst>
          </a:custGeom>
          <a:solidFill>
            <a:srgbClr val="4BB9A7"/>
          </a:solidFill>
        </p:spPr>
        <p:txBody>
          <a:bodyPr wrap="square" lIns="18000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Healthcare &amp; Life Sciences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B7ADD192-3B18-4110-488A-3617F55DCFA0}"/>
              </a:ext>
            </a:extLst>
          </p:cNvPr>
          <p:cNvSpPr>
            <a:spLocks/>
          </p:cNvSpPr>
          <p:nvPr/>
        </p:nvSpPr>
        <p:spPr>
          <a:xfrm>
            <a:off x="9957459" y="2403119"/>
            <a:ext cx="1899468" cy="655497"/>
          </a:xfrm>
          <a:custGeom>
            <a:avLst/>
            <a:gdLst/>
            <a:ahLst/>
            <a:cxnLst/>
            <a:rect l="l" t="t" r="r" b="b"/>
            <a:pathLst>
              <a:path w="6657975" h="1031240">
                <a:moveTo>
                  <a:pt x="6657759" y="0"/>
                </a:moveTo>
                <a:lnTo>
                  <a:pt x="0" y="0"/>
                </a:lnTo>
                <a:lnTo>
                  <a:pt x="0" y="1031087"/>
                </a:lnTo>
                <a:lnTo>
                  <a:pt x="6657759" y="1031087"/>
                </a:lnTo>
                <a:lnTo>
                  <a:pt x="6657759" y="0"/>
                </a:lnTo>
                <a:close/>
              </a:path>
            </a:pathLst>
          </a:custGeom>
          <a:solidFill>
            <a:srgbClr val="AC94C4"/>
          </a:solidFill>
        </p:spPr>
        <p:txBody>
          <a:bodyPr wrap="square" lIns="18000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sector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5EA8BFC7-0E66-3708-66F0-C1914D991EE9}"/>
              </a:ext>
            </a:extLst>
          </p:cNvPr>
          <p:cNvSpPr>
            <a:spLocks/>
          </p:cNvSpPr>
          <p:nvPr/>
        </p:nvSpPr>
        <p:spPr>
          <a:xfrm>
            <a:off x="1966629" y="2399293"/>
            <a:ext cx="1899468" cy="655496"/>
          </a:xfrm>
          <a:custGeom>
            <a:avLst/>
            <a:gdLst/>
            <a:ahLst/>
            <a:cxnLst/>
            <a:rect l="l" t="t" r="r" b="b"/>
            <a:pathLst>
              <a:path w="6657975" h="1031240">
                <a:moveTo>
                  <a:pt x="6657759" y="0"/>
                </a:moveTo>
                <a:lnTo>
                  <a:pt x="0" y="0"/>
                </a:lnTo>
                <a:lnTo>
                  <a:pt x="0" y="1031087"/>
                </a:lnTo>
                <a:lnTo>
                  <a:pt x="6657759" y="1031087"/>
                </a:lnTo>
                <a:lnTo>
                  <a:pt x="6657759" y="0"/>
                </a:lnTo>
                <a:close/>
              </a:path>
            </a:pathLst>
          </a:custGeom>
          <a:solidFill>
            <a:srgbClr val="E4BE92"/>
          </a:solidFill>
        </p:spPr>
        <p:txBody>
          <a:bodyPr wrap="square" lIns="18000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Retail &amp; CPG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14578925-6E4B-7072-E352-B8F4C3155D55}"/>
              </a:ext>
            </a:extLst>
          </p:cNvPr>
          <p:cNvSpPr/>
          <p:nvPr/>
        </p:nvSpPr>
        <p:spPr>
          <a:xfrm>
            <a:off x="1095165" y="3671218"/>
            <a:ext cx="2162489" cy="515634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and Analytics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19D467D3-3102-CB87-8B3B-4766FCCF22BF}"/>
              </a:ext>
            </a:extLst>
          </p:cNvPr>
          <p:cNvSpPr/>
          <p:nvPr/>
        </p:nvSpPr>
        <p:spPr>
          <a:xfrm>
            <a:off x="654438" y="3671219"/>
            <a:ext cx="453044" cy="5203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object 30">
            <a:extLst>
              <a:ext uri="{FF2B5EF4-FFF2-40B4-BE49-F238E27FC236}">
                <a16:creationId xmlns:a16="http://schemas.microsoft.com/office/drawing/2014/main" id="{66C87C38-0CA0-9F91-DAB9-89FCBF441456}"/>
              </a:ext>
            </a:extLst>
          </p:cNvPr>
          <p:cNvSpPr/>
          <p:nvPr/>
        </p:nvSpPr>
        <p:spPr>
          <a:xfrm>
            <a:off x="3426458" y="3671220"/>
            <a:ext cx="452470" cy="519154"/>
          </a:xfrm>
          <a:prstGeom prst="rect">
            <a:avLst/>
          </a:prstGeom>
          <a:solidFill>
            <a:srgbClr val="082340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64B84410-087E-0139-77BC-122E59EC1D73}"/>
              </a:ext>
            </a:extLst>
          </p:cNvPr>
          <p:cNvSpPr/>
          <p:nvPr/>
        </p:nvSpPr>
        <p:spPr>
          <a:xfrm>
            <a:off x="3880205" y="3671193"/>
            <a:ext cx="2163498" cy="51641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Digital Services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6C0816F-889C-30DD-5DF8-E727F70239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880" y="3769507"/>
            <a:ext cx="311521" cy="31138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C1179DF-4C46-AC4C-BD90-D3BEE6DDC1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03585" y="3771646"/>
            <a:ext cx="297976" cy="352357"/>
          </a:xfrm>
          <a:prstGeom prst="rect">
            <a:avLst/>
          </a:prstGeom>
        </p:spPr>
      </p:pic>
      <p:sp>
        <p:nvSpPr>
          <p:cNvPr id="21" name="object 17">
            <a:extLst>
              <a:ext uri="{FF2B5EF4-FFF2-40B4-BE49-F238E27FC236}">
                <a16:creationId xmlns:a16="http://schemas.microsoft.com/office/drawing/2014/main" id="{009960A1-65B2-758C-E110-4891357972F5}"/>
              </a:ext>
            </a:extLst>
          </p:cNvPr>
          <p:cNvSpPr/>
          <p:nvPr/>
        </p:nvSpPr>
        <p:spPr>
          <a:xfrm>
            <a:off x="6663305" y="3667086"/>
            <a:ext cx="2162489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FF5E6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 Services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DEFEF123-DF90-0AFF-B53B-063622728104}"/>
              </a:ext>
            </a:extLst>
          </p:cNvPr>
          <p:cNvSpPr/>
          <p:nvPr/>
        </p:nvSpPr>
        <p:spPr>
          <a:xfrm>
            <a:off x="6222445" y="3667112"/>
            <a:ext cx="453044" cy="520309"/>
          </a:xfrm>
          <a:prstGeom prst="rect">
            <a:avLst/>
          </a:prstGeom>
          <a:solidFill>
            <a:srgbClr val="E4BE92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3" name="object 39">
            <a:extLst>
              <a:ext uri="{FF2B5EF4-FFF2-40B4-BE49-F238E27FC236}">
                <a16:creationId xmlns:a16="http://schemas.microsoft.com/office/drawing/2014/main" id="{4B6AD80F-1F88-D587-A443-32902FBC51CA}"/>
              </a:ext>
            </a:extLst>
          </p:cNvPr>
          <p:cNvSpPr/>
          <p:nvPr/>
        </p:nvSpPr>
        <p:spPr>
          <a:xfrm>
            <a:off x="3867185" y="4303394"/>
            <a:ext cx="2156237" cy="515634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Digital Process Automation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" name="object 40">
            <a:extLst>
              <a:ext uri="{FF2B5EF4-FFF2-40B4-BE49-F238E27FC236}">
                <a16:creationId xmlns:a16="http://schemas.microsoft.com/office/drawing/2014/main" id="{7E4CCE57-8EDE-5E99-2BE6-24F2D23A7575}"/>
              </a:ext>
            </a:extLst>
          </p:cNvPr>
          <p:cNvSpPr/>
          <p:nvPr/>
        </p:nvSpPr>
        <p:spPr>
          <a:xfrm>
            <a:off x="3426457" y="4303395"/>
            <a:ext cx="453044" cy="5203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5" name="object 52">
            <a:extLst>
              <a:ext uri="{FF2B5EF4-FFF2-40B4-BE49-F238E27FC236}">
                <a16:creationId xmlns:a16="http://schemas.microsoft.com/office/drawing/2014/main" id="{0ACA5D20-9C70-ADD5-7D70-43A0230FDB74}"/>
              </a:ext>
            </a:extLst>
          </p:cNvPr>
          <p:cNvSpPr/>
          <p:nvPr/>
        </p:nvSpPr>
        <p:spPr>
          <a:xfrm>
            <a:off x="6663305" y="4310099"/>
            <a:ext cx="2162489" cy="515634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Infrastructure Services</a:t>
            </a:r>
          </a:p>
        </p:txBody>
      </p:sp>
      <p:sp>
        <p:nvSpPr>
          <p:cNvPr id="26" name="object 53">
            <a:extLst>
              <a:ext uri="{FF2B5EF4-FFF2-40B4-BE49-F238E27FC236}">
                <a16:creationId xmlns:a16="http://schemas.microsoft.com/office/drawing/2014/main" id="{6288FE54-F647-2F0E-E77B-EB4D4BFFD78C}"/>
              </a:ext>
            </a:extLst>
          </p:cNvPr>
          <p:cNvSpPr/>
          <p:nvPr/>
        </p:nvSpPr>
        <p:spPr>
          <a:xfrm>
            <a:off x="6222445" y="4310099"/>
            <a:ext cx="453044" cy="520309"/>
          </a:xfrm>
          <a:prstGeom prst="rect">
            <a:avLst/>
          </a:prstGeom>
          <a:solidFill>
            <a:srgbClr val="082340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7" name="object 65">
            <a:extLst>
              <a:ext uri="{FF2B5EF4-FFF2-40B4-BE49-F238E27FC236}">
                <a16:creationId xmlns:a16="http://schemas.microsoft.com/office/drawing/2014/main" id="{04065668-FC62-A299-37CE-41D402B0E614}"/>
              </a:ext>
            </a:extLst>
          </p:cNvPr>
          <p:cNvSpPr/>
          <p:nvPr/>
        </p:nvSpPr>
        <p:spPr>
          <a:xfrm>
            <a:off x="1103874" y="4954232"/>
            <a:ext cx="2162489" cy="516413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FEBE6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Salesforce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8" name="object 66">
            <a:extLst>
              <a:ext uri="{FF2B5EF4-FFF2-40B4-BE49-F238E27FC236}">
                <a16:creationId xmlns:a16="http://schemas.microsoft.com/office/drawing/2014/main" id="{A82D34AF-C311-AD41-856E-3B8A3631D2D4}"/>
              </a:ext>
            </a:extLst>
          </p:cNvPr>
          <p:cNvSpPr/>
          <p:nvPr/>
        </p:nvSpPr>
        <p:spPr>
          <a:xfrm>
            <a:off x="649497" y="4954232"/>
            <a:ext cx="452470" cy="519154"/>
          </a:xfrm>
          <a:prstGeom prst="rect">
            <a:avLst/>
          </a:prstGeom>
          <a:solidFill>
            <a:srgbClr val="F68D76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9" name="object 17">
            <a:extLst>
              <a:ext uri="{FF2B5EF4-FFF2-40B4-BE49-F238E27FC236}">
                <a16:creationId xmlns:a16="http://schemas.microsoft.com/office/drawing/2014/main" id="{4BE3F7B4-3C6C-EDD1-99A6-240782D988D4}"/>
              </a:ext>
            </a:extLst>
          </p:cNvPr>
          <p:cNvSpPr/>
          <p:nvPr/>
        </p:nvSpPr>
        <p:spPr>
          <a:xfrm>
            <a:off x="9385013" y="4298691"/>
            <a:ext cx="2156237" cy="51641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FF5E6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Cyber Security</a:t>
            </a:r>
          </a:p>
        </p:txBody>
      </p:sp>
      <p:sp>
        <p:nvSpPr>
          <p:cNvPr id="30" name="object 18">
            <a:extLst>
              <a:ext uri="{FF2B5EF4-FFF2-40B4-BE49-F238E27FC236}">
                <a16:creationId xmlns:a16="http://schemas.microsoft.com/office/drawing/2014/main" id="{E1E84E30-7954-F63F-81BD-4F77008F9E6E}"/>
              </a:ext>
            </a:extLst>
          </p:cNvPr>
          <p:cNvSpPr/>
          <p:nvPr/>
        </p:nvSpPr>
        <p:spPr>
          <a:xfrm>
            <a:off x="8930636" y="4298715"/>
            <a:ext cx="452470" cy="519154"/>
          </a:xfrm>
          <a:prstGeom prst="rect">
            <a:avLst/>
          </a:prstGeom>
          <a:solidFill>
            <a:srgbClr val="E4BE92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98A6DDA1-755A-F19B-F36E-4BF88B7772D6}"/>
              </a:ext>
            </a:extLst>
          </p:cNvPr>
          <p:cNvSpPr/>
          <p:nvPr/>
        </p:nvSpPr>
        <p:spPr>
          <a:xfrm>
            <a:off x="8937654" y="3660028"/>
            <a:ext cx="453044" cy="520309"/>
          </a:xfrm>
          <a:prstGeom prst="rect">
            <a:avLst/>
          </a:prstGeom>
          <a:solidFill>
            <a:srgbClr val="F68D76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2" name="object 29">
            <a:extLst>
              <a:ext uri="{FF2B5EF4-FFF2-40B4-BE49-F238E27FC236}">
                <a16:creationId xmlns:a16="http://schemas.microsoft.com/office/drawing/2014/main" id="{5441C03A-4CA3-DA58-A954-BD280F2F4BBB}"/>
              </a:ext>
            </a:extLst>
          </p:cNvPr>
          <p:cNvSpPr/>
          <p:nvPr/>
        </p:nvSpPr>
        <p:spPr>
          <a:xfrm>
            <a:off x="9377751" y="3660002"/>
            <a:ext cx="2163498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FEBE6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Cognitive &amp; Generative AI</a:t>
            </a: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E2D35C53-89B0-5C6C-A171-939342002C79}"/>
              </a:ext>
            </a:extLst>
          </p:cNvPr>
          <p:cNvSpPr/>
          <p:nvPr/>
        </p:nvSpPr>
        <p:spPr>
          <a:xfrm>
            <a:off x="1083952" y="4310100"/>
            <a:ext cx="2162489" cy="521208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Application Services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2DF7CBF2-069F-6187-5F23-E83469C7040C}"/>
              </a:ext>
            </a:extLst>
          </p:cNvPr>
          <p:cNvSpPr/>
          <p:nvPr/>
        </p:nvSpPr>
        <p:spPr>
          <a:xfrm>
            <a:off x="643090" y="4310099"/>
            <a:ext cx="453044" cy="520309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B38AD6B5-446A-59DF-B7C1-C96C2EA64B6A}"/>
              </a:ext>
            </a:extLst>
          </p:cNvPr>
          <p:cNvSpPr/>
          <p:nvPr/>
        </p:nvSpPr>
        <p:spPr>
          <a:xfrm>
            <a:off x="3877863" y="4975266"/>
            <a:ext cx="2145559" cy="515634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ERP</a:t>
            </a:r>
          </a:p>
        </p:txBody>
      </p:sp>
      <p:sp>
        <p:nvSpPr>
          <p:cNvPr id="36" name="object 13">
            <a:extLst>
              <a:ext uri="{FF2B5EF4-FFF2-40B4-BE49-F238E27FC236}">
                <a16:creationId xmlns:a16="http://schemas.microsoft.com/office/drawing/2014/main" id="{0CDE5AC2-4741-2D59-1B6A-535075A2AF4C}"/>
              </a:ext>
            </a:extLst>
          </p:cNvPr>
          <p:cNvSpPr/>
          <p:nvPr/>
        </p:nvSpPr>
        <p:spPr>
          <a:xfrm>
            <a:off x="3448021" y="4975266"/>
            <a:ext cx="453044" cy="5203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7" name="object 22">
            <a:extLst>
              <a:ext uri="{FF2B5EF4-FFF2-40B4-BE49-F238E27FC236}">
                <a16:creationId xmlns:a16="http://schemas.microsoft.com/office/drawing/2014/main" id="{BA84A273-74BE-2070-D341-7DD00C2EFE77}"/>
              </a:ext>
            </a:extLst>
          </p:cNvPr>
          <p:cNvSpPr/>
          <p:nvPr/>
        </p:nvSpPr>
        <p:spPr>
          <a:xfrm>
            <a:off x="737217" y="4406700"/>
            <a:ext cx="230615" cy="286246"/>
          </a:xfrm>
          <a:custGeom>
            <a:avLst/>
            <a:gdLst/>
            <a:ahLst/>
            <a:cxnLst/>
            <a:rect l="l" t="t" r="r" b="b"/>
            <a:pathLst>
              <a:path w="590550" h="605789">
                <a:moveTo>
                  <a:pt x="126517" y="510794"/>
                </a:moveTo>
                <a:lnTo>
                  <a:pt x="126441" y="482206"/>
                </a:lnTo>
                <a:lnTo>
                  <a:pt x="122923" y="478675"/>
                </a:lnTo>
                <a:lnTo>
                  <a:pt x="94399" y="478663"/>
                </a:lnTo>
                <a:lnTo>
                  <a:pt x="94399" y="510794"/>
                </a:lnTo>
                <a:lnTo>
                  <a:pt x="94399" y="573227"/>
                </a:lnTo>
                <a:lnTo>
                  <a:pt x="31965" y="573227"/>
                </a:lnTo>
                <a:lnTo>
                  <a:pt x="31965" y="510794"/>
                </a:lnTo>
                <a:lnTo>
                  <a:pt x="94399" y="510794"/>
                </a:lnTo>
                <a:lnTo>
                  <a:pt x="94399" y="478663"/>
                </a:lnTo>
                <a:lnTo>
                  <a:pt x="20434" y="478612"/>
                </a:lnTo>
                <a:lnTo>
                  <a:pt x="3556" y="478675"/>
                </a:lnTo>
                <a:lnTo>
                  <a:pt x="88" y="482104"/>
                </a:lnTo>
                <a:lnTo>
                  <a:pt x="0" y="601560"/>
                </a:lnTo>
                <a:lnTo>
                  <a:pt x="3568" y="605167"/>
                </a:lnTo>
                <a:lnTo>
                  <a:pt x="63182" y="605205"/>
                </a:lnTo>
                <a:lnTo>
                  <a:pt x="122859" y="605167"/>
                </a:lnTo>
                <a:lnTo>
                  <a:pt x="126390" y="601675"/>
                </a:lnTo>
                <a:lnTo>
                  <a:pt x="126517" y="573227"/>
                </a:lnTo>
                <a:lnTo>
                  <a:pt x="126517" y="510794"/>
                </a:lnTo>
                <a:close/>
              </a:path>
              <a:path w="590550" h="605789">
                <a:moveTo>
                  <a:pt x="358508" y="572973"/>
                </a:moveTo>
                <a:lnTo>
                  <a:pt x="358495" y="510768"/>
                </a:lnTo>
                <a:lnTo>
                  <a:pt x="358457" y="482104"/>
                </a:lnTo>
                <a:lnTo>
                  <a:pt x="355015" y="478663"/>
                </a:lnTo>
                <a:lnTo>
                  <a:pt x="326415" y="478650"/>
                </a:lnTo>
                <a:lnTo>
                  <a:pt x="326415" y="510768"/>
                </a:lnTo>
                <a:lnTo>
                  <a:pt x="326415" y="572973"/>
                </a:lnTo>
                <a:lnTo>
                  <a:pt x="263753" y="572973"/>
                </a:lnTo>
                <a:lnTo>
                  <a:pt x="263753" y="510768"/>
                </a:lnTo>
                <a:lnTo>
                  <a:pt x="326415" y="510768"/>
                </a:lnTo>
                <a:lnTo>
                  <a:pt x="326415" y="478650"/>
                </a:lnTo>
                <a:lnTo>
                  <a:pt x="259638" y="478612"/>
                </a:lnTo>
                <a:lnTo>
                  <a:pt x="235470" y="478650"/>
                </a:lnTo>
                <a:lnTo>
                  <a:pt x="231978" y="482104"/>
                </a:lnTo>
                <a:lnTo>
                  <a:pt x="231978" y="601675"/>
                </a:lnTo>
                <a:lnTo>
                  <a:pt x="235458" y="605167"/>
                </a:lnTo>
                <a:lnTo>
                  <a:pt x="270471" y="605205"/>
                </a:lnTo>
                <a:lnTo>
                  <a:pt x="354977" y="605167"/>
                </a:lnTo>
                <a:lnTo>
                  <a:pt x="358495" y="601675"/>
                </a:lnTo>
                <a:lnTo>
                  <a:pt x="358508" y="572973"/>
                </a:lnTo>
                <a:close/>
              </a:path>
              <a:path w="590550" h="605789">
                <a:moveTo>
                  <a:pt x="464134" y="130352"/>
                </a:moveTo>
                <a:lnTo>
                  <a:pt x="461429" y="127723"/>
                </a:lnTo>
                <a:lnTo>
                  <a:pt x="448259" y="126390"/>
                </a:lnTo>
                <a:lnTo>
                  <a:pt x="433527" y="124752"/>
                </a:lnTo>
                <a:lnTo>
                  <a:pt x="426173" y="124079"/>
                </a:lnTo>
                <a:lnTo>
                  <a:pt x="421411" y="123685"/>
                </a:lnTo>
                <a:lnTo>
                  <a:pt x="418985" y="121551"/>
                </a:lnTo>
                <a:lnTo>
                  <a:pt x="394868" y="79362"/>
                </a:lnTo>
                <a:lnTo>
                  <a:pt x="392544" y="75590"/>
                </a:lnTo>
                <a:lnTo>
                  <a:pt x="391617" y="72580"/>
                </a:lnTo>
                <a:lnTo>
                  <a:pt x="393522" y="68478"/>
                </a:lnTo>
                <a:lnTo>
                  <a:pt x="396557" y="61722"/>
                </a:lnTo>
                <a:lnTo>
                  <a:pt x="399503" y="54940"/>
                </a:lnTo>
                <a:lnTo>
                  <a:pt x="402475" y="48158"/>
                </a:lnTo>
                <a:lnTo>
                  <a:pt x="405587" y="41452"/>
                </a:lnTo>
                <a:lnTo>
                  <a:pt x="408470" y="35458"/>
                </a:lnTo>
                <a:lnTo>
                  <a:pt x="408190" y="34696"/>
                </a:lnTo>
                <a:lnTo>
                  <a:pt x="407149" y="31750"/>
                </a:lnTo>
                <a:lnTo>
                  <a:pt x="390347" y="22326"/>
                </a:lnTo>
                <a:lnTo>
                  <a:pt x="379361" y="16027"/>
                </a:lnTo>
                <a:lnTo>
                  <a:pt x="358457" y="3771"/>
                </a:lnTo>
                <a:lnTo>
                  <a:pt x="358457" y="162280"/>
                </a:lnTo>
                <a:lnTo>
                  <a:pt x="353466" y="186842"/>
                </a:lnTo>
                <a:lnTo>
                  <a:pt x="339877" y="206933"/>
                </a:lnTo>
                <a:lnTo>
                  <a:pt x="319773" y="220510"/>
                </a:lnTo>
                <a:lnTo>
                  <a:pt x="295198" y="225488"/>
                </a:lnTo>
                <a:lnTo>
                  <a:pt x="270637" y="220484"/>
                </a:lnTo>
                <a:lnTo>
                  <a:pt x="250532" y="206895"/>
                </a:lnTo>
                <a:lnTo>
                  <a:pt x="236969" y="186778"/>
                </a:lnTo>
                <a:lnTo>
                  <a:pt x="232003" y="162179"/>
                </a:lnTo>
                <a:lnTo>
                  <a:pt x="236994" y="137629"/>
                </a:lnTo>
                <a:lnTo>
                  <a:pt x="250571" y="117525"/>
                </a:lnTo>
                <a:lnTo>
                  <a:pt x="270687" y="103962"/>
                </a:lnTo>
                <a:lnTo>
                  <a:pt x="295275" y="98996"/>
                </a:lnTo>
                <a:lnTo>
                  <a:pt x="319836" y="103987"/>
                </a:lnTo>
                <a:lnTo>
                  <a:pt x="339928" y="117576"/>
                </a:lnTo>
                <a:lnTo>
                  <a:pt x="353491" y="137680"/>
                </a:lnTo>
                <a:lnTo>
                  <a:pt x="358457" y="162280"/>
                </a:lnTo>
                <a:lnTo>
                  <a:pt x="358457" y="3771"/>
                </a:lnTo>
                <a:lnTo>
                  <a:pt x="352044" y="0"/>
                </a:lnTo>
                <a:lnTo>
                  <a:pt x="348335" y="965"/>
                </a:lnTo>
                <a:lnTo>
                  <a:pt x="344779" y="6159"/>
                </a:lnTo>
                <a:lnTo>
                  <a:pt x="340499" y="12204"/>
                </a:lnTo>
                <a:lnTo>
                  <a:pt x="331698" y="24130"/>
                </a:lnTo>
                <a:lnTo>
                  <a:pt x="327380" y="30149"/>
                </a:lnTo>
                <a:lnTo>
                  <a:pt x="324789" y="33858"/>
                </a:lnTo>
                <a:lnTo>
                  <a:pt x="321754" y="34696"/>
                </a:lnTo>
                <a:lnTo>
                  <a:pt x="318808" y="34620"/>
                </a:lnTo>
                <a:lnTo>
                  <a:pt x="306184" y="34353"/>
                </a:lnTo>
                <a:lnTo>
                  <a:pt x="295046" y="34277"/>
                </a:lnTo>
                <a:lnTo>
                  <a:pt x="283895" y="34328"/>
                </a:lnTo>
                <a:lnTo>
                  <a:pt x="268262" y="34620"/>
                </a:lnTo>
                <a:lnTo>
                  <a:pt x="265366" y="33413"/>
                </a:lnTo>
                <a:lnTo>
                  <a:pt x="262826" y="29794"/>
                </a:lnTo>
                <a:lnTo>
                  <a:pt x="258419" y="23634"/>
                </a:lnTo>
                <a:lnTo>
                  <a:pt x="249453" y="11430"/>
                </a:lnTo>
                <a:lnTo>
                  <a:pt x="245021" y="5283"/>
                </a:lnTo>
                <a:lnTo>
                  <a:pt x="241896" y="863"/>
                </a:lnTo>
                <a:lnTo>
                  <a:pt x="238366" y="152"/>
                </a:lnTo>
                <a:lnTo>
                  <a:pt x="210972" y="16052"/>
                </a:lnTo>
                <a:lnTo>
                  <a:pt x="183159" y="31978"/>
                </a:lnTo>
                <a:lnTo>
                  <a:pt x="182168" y="35483"/>
                </a:lnTo>
                <a:lnTo>
                  <a:pt x="184569" y="40627"/>
                </a:lnTo>
                <a:lnTo>
                  <a:pt x="187579" y="47205"/>
                </a:lnTo>
                <a:lnTo>
                  <a:pt x="190512" y="53822"/>
                </a:lnTo>
                <a:lnTo>
                  <a:pt x="197091" y="68884"/>
                </a:lnTo>
                <a:lnTo>
                  <a:pt x="197726" y="70751"/>
                </a:lnTo>
                <a:lnTo>
                  <a:pt x="198691" y="73253"/>
                </a:lnTo>
                <a:lnTo>
                  <a:pt x="197751" y="75018"/>
                </a:lnTo>
                <a:lnTo>
                  <a:pt x="196723" y="77114"/>
                </a:lnTo>
                <a:lnTo>
                  <a:pt x="184518" y="98209"/>
                </a:lnTo>
                <a:lnTo>
                  <a:pt x="179082" y="107746"/>
                </a:lnTo>
                <a:lnTo>
                  <a:pt x="173685" y="117576"/>
                </a:lnTo>
                <a:lnTo>
                  <a:pt x="171653" y="121399"/>
                </a:lnTo>
                <a:lnTo>
                  <a:pt x="169291" y="123685"/>
                </a:lnTo>
                <a:lnTo>
                  <a:pt x="164528" y="124066"/>
                </a:lnTo>
                <a:lnTo>
                  <a:pt x="157137" y="124764"/>
                </a:lnTo>
                <a:lnTo>
                  <a:pt x="142430" y="126377"/>
                </a:lnTo>
                <a:lnTo>
                  <a:pt x="128905" y="127673"/>
                </a:lnTo>
                <a:lnTo>
                  <a:pt x="126441" y="130352"/>
                </a:lnTo>
                <a:lnTo>
                  <a:pt x="126390" y="137680"/>
                </a:lnTo>
                <a:lnTo>
                  <a:pt x="126555" y="149339"/>
                </a:lnTo>
                <a:lnTo>
                  <a:pt x="126568" y="175031"/>
                </a:lnTo>
                <a:lnTo>
                  <a:pt x="126403" y="186778"/>
                </a:lnTo>
                <a:lnTo>
                  <a:pt x="126288" y="194106"/>
                </a:lnTo>
                <a:lnTo>
                  <a:pt x="129044" y="196811"/>
                </a:lnTo>
                <a:lnTo>
                  <a:pt x="135140" y="197370"/>
                </a:lnTo>
                <a:lnTo>
                  <a:pt x="156730" y="199694"/>
                </a:lnTo>
                <a:lnTo>
                  <a:pt x="163944" y="200355"/>
                </a:lnTo>
                <a:lnTo>
                  <a:pt x="168935" y="200736"/>
                </a:lnTo>
                <a:lnTo>
                  <a:pt x="171488" y="202946"/>
                </a:lnTo>
                <a:lnTo>
                  <a:pt x="173913" y="207530"/>
                </a:lnTo>
                <a:lnTo>
                  <a:pt x="179082" y="217043"/>
                </a:lnTo>
                <a:lnTo>
                  <a:pt x="184416" y="226466"/>
                </a:lnTo>
                <a:lnTo>
                  <a:pt x="189903" y="235788"/>
                </a:lnTo>
                <a:lnTo>
                  <a:pt x="195529" y="245021"/>
                </a:lnTo>
                <a:lnTo>
                  <a:pt x="197878" y="248805"/>
                </a:lnTo>
                <a:lnTo>
                  <a:pt x="198856" y="251942"/>
                </a:lnTo>
                <a:lnTo>
                  <a:pt x="196723" y="256501"/>
                </a:lnTo>
                <a:lnTo>
                  <a:pt x="193598" y="263385"/>
                </a:lnTo>
                <a:lnTo>
                  <a:pt x="187540" y="277253"/>
                </a:lnTo>
                <a:lnTo>
                  <a:pt x="184429" y="284162"/>
                </a:lnTo>
                <a:lnTo>
                  <a:pt x="182118" y="289153"/>
                </a:lnTo>
                <a:lnTo>
                  <a:pt x="183299" y="292582"/>
                </a:lnTo>
                <a:lnTo>
                  <a:pt x="199517" y="301828"/>
                </a:lnTo>
                <a:lnTo>
                  <a:pt x="238404" y="324434"/>
                </a:lnTo>
                <a:lnTo>
                  <a:pt x="242074" y="323519"/>
                </a:lnTo>
                <a:lnTo>
                  <a:pt x="245491" y="318592"/>
                </a:lnTo>
                <a:lnTo>
                  <a:pt x="249783" y="312559"/>
                </a:lnTo>
                <a:lnTo>
                  <a:pt x="258584" y="300634"/>
                </a:lnTo>
                <a:lnTo>
                  <a:pt x="262991" y="294449"/>
                </a:lnTo>
                <a:lnTo>
                  <a:pt x="265620" y="290664"/>
                </a:lnTo>
                <a:lnTo>
                  <a:pt x="268795" y="289801"/>
                </a:lnTo>
                <a:lnTo>
                  <a:pt x="284441" y="290169"/>
                </a:lnTo>
                <a:lnTo>
                  <a:pt x="295427" y="290258"/>
                </a:lnTo>
                <a:lnTo>
                  <a:pt x="306400" y="290195"/>
                </a:lnTo>
                <a:lnTo>
                  <a:pt x="321767" y="289928"/>
                </a:lnTo>
                <a:lnTo>
                  <a:pt x="324853" y="290703"/>
                </a:lnTo>
                <a:lnTo>
                  <a:pt x="327558" y="294601"/>
                </a:lnTo>
                <a:lnTo>
                  <a:pt x="331927" y="300748"/>
                </a:lnTo>
                <a:lnTo>
                  <a:pt x="341083" y="313220"/>
                </a:lnTo>
                <a:lnTo>
                  <a:pt x="345643" y="319481"/>
                </a:lnTo>
                <a:lnTo>
                  <a:pt x="348615" y="323621"/>
                </a:lnTo>
                <a:lnTo>
                  <a:pt x="352082" y="324319"/>
                </a:lnTo>
                <a:lnTo>
                  <a:pt x="407263" y="292531"/>
                </a:lnTo>
                <a:lnTo>
                  <a:pt x="408012" y="289928"/>
                </a:lnTo>
                <a:lnTo>
                  <a:pt x="408051" y="289801"/>
                </a:lnTo>
                <a:lnTo>
                  <a:pt x="408266" y="289064"/>
                </a:lnTo>
                <a:lnTo>
                  <a:pt x="405904" y="283946"/>
                </a:lnTo>
                <a:lnTo>
                  <a:pt x="402805" y="277050"/>
                </a:lnTo>
                <a:lnTo>
                  <a:pt x="396760" y="263182"/>
                </a:lnTo>
                <a:lnTo>
                  <a:pt x="393623" y="256298"/>
                </a:lnTo>
                <a:lnTo>
                  <a:pt x="391706" y="252196"/>
                </a:lnTo>
                <a:lnTo>
                  <a:pt x="392480" y="249059"/>
                </a:lnTo>
                <a:lnTo>
                  <a:pt x="395097" y="244817"/>
                </a:lnTo>
                <a:lnTo>
                  <a:pt x="400710" y="235597"/>
                </a:lnTo>
                <a:lnTo>
                  <a:pt x="406158" y="226288"/>
                </a:lnTo>
                <a:lnTo>
                  <a:pt x="406603" y="225488"/>
                </a:lnTo>
                <a:lnTo>
                  <a:pt x="411441" y="216877"/>
                </a:lnTo>
                <a:lnTo>
                  <a:pt x="416814" y="206895"/>
                </a:lnTo>
                <a:lnTo>
                  <a:pt x="418807" y="203123"/>
                </a:lnTo>
                <a:lnTo>
                  <a:pt x="421246" y="200787"/>
                </a:lnTo>
                <a:lnTo>
                  <a:pt x="426288" y="200406"/>
                </a:lnTo>
                <a:lnTo>
                  <a:pt x="433654" y="199745"/>
                </a:lnTo>
                <a:lnTo>
                  <a:pt x="455752" y="197358"/>
                </a:lnTo>
                <a:lnTo>
                  <a:pt x="461606" y="196786"/>
                </a:lnTo>
                <a:lnTo>
                  <a:pt x="464134" y="193954"/>
                </a:lnTo>
                <a:lnTo>
                  <a:pt x="464032" y="186778"/>
                </a:lnTo>
                <a:lnTo>
                  <a:pt x="463905" y="174955"/>
                </a:lnTo>
                <a:lnTo>
                  <a:pt x="464032" y="137629"/>
                </a:lnTo>
                <a:lnTo>
                  <a:pt x="464134" y="130352"/>
                </a:lnTo>
                <a:close/>
              </a:path>
              <a:path w="590550" h="605789">
                <a:moveTo>
                  <a:pt x="548322" y="436867"/>
                </a:moveTo>
                <a:lnTo>
                  <a:pt x="534238" y="395744"/>
                </a:lnTo>
                <a:lnTo>
                  <a:pt x="522871" y="394246"/>
                </a:lnTo>
                <a:lnTo>
                  <a:pt x="316331" y="394246"/>
                </a:lnTo>
                <a:lnTo>
                  <a:pt x="316217" y="345592"/>
                </a:lnTo>
                <a:lnTo>
                  <a:pt x="312254" y="341718"/>
                </a:lnTo>
                <a:lnTo>
                  <a:pt x="298767" y="341414"/>
                </a:lnTo>
                <a:lnTo>
                  <a:pt x="277863" y="341591"/>
                </a:lnTo>
                <a:lnTo>
                  <a:pt x="274193" y="345224"/>
                </a:lnTo>
                <a:lnTo>
                  <a:pt x="274142" y="394246"/>
                </a:lnTo>
                <a:lnTo>
                  <a:pt x="66979" y="394246"/>
                </a:lnTo>
                <a:lnTo>
                  <a:pt x="42138" y="478612"/>
                </a:lnTo>
                <a:lnTo>
                  <a:pt x="84785" y="478612"/>
                </a:lnTo>
                <a:lnTo>
                  <a:pt x="84785" y="436981"/>
                </a:lnTo>
                <a:lnTo>
                  <a:pt x="273748" y="436981"/>
                </a:lnTo>
                <a:lnTo>
                  <a:pt x="273748" y="478612"/>
                </a:lnTo>
                <a:lnTo>
                  <a:pt x="316661" y="478612"/>
                </a:lnTo>
                <a:lnTo>
                  <a:pt x="316661" y="436981"/>
                </a:lnTo>
                <a:lnTo>
                  <a:pt x="505612" y="436867"/>
                </a:lnTo>
                <a:lnTo>
                  <a:pt x="505612" y="478612"/>
                </a:lnTo>
                <a:lnTo>
                  <a:pt x="548322" y="478612"/>
                </a:lnTo>
                <a:lnTo>
                  <a:pt x="548322" y="436867"/>
                </a:lnTo>
                <a:close/>
              </a:path>
              <a:path w="590550" h="605789">
                <a:moveTo>
                  <a:pt x="590499" y="510679"/>
                </a:moveTo>
                <a:lnTo>
                  <a:pt x="590372" y="482142"/>
                </a:lnTo>
                <a:lnTo>
                  <a:pt x="586905" y="478675"/>
                </a:lnTo>
                <a:lnTo>
                  <a:pt x="558507" y="478663"/>
                </a:lnTo>
                <a:lnTo>
                  <a:pt x="558507" y="510679"/>
                </a:lnTo>
                <a:lnTo>
                  <a:pt x="558507" y="573239"/>
                </a:lnTo>
                <a:lnTo>
                  <a:pt x="496074" y="573239"/>
                </a:lnTo>
                <a:lnTo>
                  <a:pt x="496074" y="510679"/>
                </a:lnTo>
                <a:lnTo>
                  <a:pt x="558507" y="510679"/>
                </a:lnTo>
                <a:lnTo>
                  <a:pt x="558507" y="478663"/>
                </a:lnTo>
                <a:lnTo>
                  <a:pt x="484378" y="478612"/>
                </a:lnTo>
                <a:lnTo>
                  <a:pt x="467550" y="478675"/>
                </a:lnTo>
                <a:lnTo>
                  <a:pt x="464083" y="482104"/>
                </a:lnTo>
                <a:lnTo>
                  <a:pt x="463956" y="601535"/>
                </a:lnTo>
                <a:lnTo>
                  <a:pt x="464070" y="601675"/>
                </a:lnTo>
                <a:lnTo>
                  <a:pt x="467550" y="605167"/>
                </a:lnTo>
                <a:lnTo>
                  <a:pt x="527189" y="605205"/>
                </a:lnTo>
                <a:lnTo>
                  <a:pt x="586867" y="605167"/>
                </a:lnTo>
                <a:lnTo>
                  <a:pt x="590372" y="601675"/>
                </a:lnTo>
                <a:lnTo>
                  <a:pt x="590499" y="573239"/>
                </a:lnTo>
                <a:lnTo>
                  <a:pt x="590499" y="510679"/>
                </a:lnTo>
                <a:close/>
              </a:path>
            </a:pathLst>
          </a:custGeom>
          <a:solidFill>
            <a:sysClr val="window" lastClr="FFFFFF"/>
          </a:solidFill>
          <a:ln w="3175">
            <a:solidFill>
              <a:sysClr val="window" lastClr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E7335207-3D74-9956-4F9A-CA0862C93D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92079" y="3739850"/>
            <a:ext cx="294163" cy="35593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75C8BFE-6BCF-A95D-3464-44E8099936F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03394" y="4403128"/>
            <a:ext cx="279503" cy="338198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DB38673-7072-4A09-80F2-5263BA91B66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54179" y="5045593"/>
            <a:ext cx="209938" cy="36055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A33466C7-C9F7-5612-9B67-D581E5A3E6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58457" y="4395326"/>
            <a:ext cx="291634" cy="35287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6EAE91B1-1D1B-AA2B-C4CA-88D3D4310A0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01661" y="3778194"/>
            <a:ext cx="304749" cy="352357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A196623D-7BFE-FEEA-1743-06BA2480F0B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507284" y="4396310"/>
            <a:ext cx="304749" cy="368746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B9F16A6-0CE3-9A17-668F-C5DABB28AFC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7254" y="5045596"/>
            <a:ext cx="265205" cy="320898"/>
          </a:xfrm>
          <a:prstGeom prst="rect">
            <a:avLst/>
          </a:prstGeom>
        </p:spPr>
      </p:pic>
      <p:sp>
        <p:nvSpPr>
          <p:cNvPr id="45" name="object 17">
            <a:extLst>
              <a:ext uri="{FF2B5EF4-FFF2-40B4-BE49-F238E27FC236}">
                <a16:creationId xmlns:a16="http://schemas.microsoft.com/office/drawing/2014/main" id="{04DF0673-4434-A260-72CE-538E94490B3C}"/>
              </a:ext>
            </a:extLst>
          </p:cNvPr>
          <p:cNvSpPr/>
          <p:nvPr/>
        </p:nvSpPr>
        <p:spPr>
          <a:xfrm>
            <a:off x="6663305" y="4970566"/>
            <a:ext cx="2162489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FF5E6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Quality Engineering</a:t>
            </a:r>
          </a:p>
        </p:txBody>
      </p:sp>
      <p:sp>
        <p:nvSpPr>
          <p:cNvPr id="46" name="object 18">
            <a:extLst>
              <a:ext uri="{FF2B5EF4-FFF2-40B4-BE49-F238E27FC236}">
                <a16:creationId xmlns:a16="http://schemas.microsoft.com/office/drawing/2014/main" id="{438310E0-6AA7-091A-4278-5D8AF08B0054}"/>
              </a:ext>
            </a:extLst>
          </p:cNvPr>
          <p:cNvSpPr/>
          <p:nvPr/>
        </p:nvSpPr>
        <p:spPr>
          <a:xfrm>
            <a:off x="6222445" y="4970566"/>
            <a:ext cx="453044" cy="520309"/>
          </a:xfrm>
          <a:prstGeom prst="rect">
            <a:avLst/>
          </a:prstGeom>
          <a:solidFill>
            <a:srgbClr val="E4BE92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47" name="Graphic 55">
            <a:extLst>
              <a:ext uri="{FF2B5EF4-FFF2-40B4-BE49-F238E27FC236}">
                <a16:creationId xmlns:a16="http://schemas.microsoft.com/office/drawing/2014/main" id="{88F73BA5-E9C7-D1CE-D5FF-9BE6D7D67BC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 b="19227"/>
          <a:stretch/>
        </p:blipFill>
        <p:spPr>
          <a:xfrm>
            <a:off x="6247120" y="5057342"/>
            <a:ext cx="368078" cy="371634"/>
          </a:xfrm>
          <a:prstGeom prst="rect">
            <a:avLst/>
          </a:prstGeom>
        </p:spPr>
      </p:pic>
      <p:sp>
        <p:nvSpPr>
          <p:cNvPr id="48" name="object 30">
            <a:extLst>
              <a:ext uri="{FF2B5EF4-FFF2-40B4-BE49-F238E27FC236}">
                <a16:creationId xmlns:a16="http://schemas.microsoft.com/office/drawing/2014/main" id="{EE515652-ACAE-366A-443C-7DE066DE02A8}"/>
              </a:ext>
            </a:extLst>
          </p:cNvPr>
          <p:cNvSpPr/>
          <p:nvPr/>
        </p:nvSpPr>
        <p:spPr>
          <a:xfrm>
            <a:off x="8930635" y="4968078"/>
            <a:ext cx="453044" cy="520309"/>
          </a:xfrm>
          <a:prstGeom prst="rect">
            <a:avLst/>
          </a:prstGeom>
          <a:solidFill>
            <a:srgbClr val="F68D76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9" name="object 29">
            <a:extLst>
              <a:ext uri="{FF2B5EF4-FFF2-40B4-BE49-F238E27FC236}">
                <a16:creationId xmlns:a16="http://schemas.microsoft.com/office/drawing/2014/main" id="{345C0B8C-FDEF-5C80-9F61-FEC66504513A}"/>
              </a:ext>
            </a:extLst>
          </p:cNvPr>
          <p:cNvSpPr/>
          <p:nvPr/>
        </p:nvSpPr>
        <p:spPr>
          <a:xfrm>
            <a:off x="9370733" y="4968052"/>
            <a:ext cx="2163498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FEBE6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Process Solutions</a:t>
            </a:r>
          </a:p>
        </p:txBody>
      </p:sp>
      <p:sp>
        <p:nvSpPr>
          <p:cNvPr id="50" name="Freeform: Shape 142">
            <a:extLst>
              <a:ext uri="{FF2B5EF4-FFF2-40B4-BE49-F238E27FC236}">
                <a16:creationId xmlns:a16="http://schemas.microsoft.com/office/drawing/2014/main" id="{B279C3BD-2662-FF17-33EE-07E37594EFD6}"/>
              </a:ext>
            </a:extLst>
          </p:cNvPr>
          <p:cNvSpPr/>
          <p:nvPr/>
        </p:nvSpPr>
        <p:spPr>
          <a:xfrm>
            <a:off x="9002210" y="5082566"/>
            <a:ext cx="274089" cy="24943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8121"/>
              <a:gd name="f7" fmla="val 689919"/>
              <a:gd name="f8" fmla="val 343743"/>
              <a:gd name="f9" fmla="val 689920"/>
              <a:gd name="f10" fmla="val 285571"/>
              <a:gd name="f11" fmla="val 225072"/>
              <a:gd name="f12" fmla="val 673632"/>
              <a:gd name="f13" fmla="val 171554"/>
              <a:gd name="f14" fmla="val 643382"/>
              <a:gd name="f15" fmla="val 164574"/>
              <a:gd name="f16" fmla="val 638728"/>
              <a:gd name="f17" fmla="val 162247"/>
              <a:gd name="f18" fmla="val 631748"/>
              <a:gd name="f19" fmla="val 166900"/>
              <a:gd name="f20" fmla="val 624767"/>
              <a:gd name="f21" fmla="val 617786"/>
              <a:gd name="f22" fmla="val 178535"/>
              <a:gd name="f23" fmla="val 615460"/>
              <a:gd name="f24" fmla="val 185516"/>
              <a:gd name="f25" fmla="val 620113"/>
              <a:gd name="f26" fmla="val 308840"/>
              <a:gd name="f27" fmla="val 692247"/>
              <a:gd name="f28" fmla="val 467068"/>
              <a:gd name="f29" fmla="val 671305"/>
              <a:gd name="f30" fmla="val 567124"/>
              <a:gd name="f31" fmla="val 568922"/>
              <a:gd name="f32" fmla="val 627623"/>
              <a:gd name="f33" fmla="val 508423"/>
              <a:gd name="f34" fmla="val 660199"/>
              <a:gd name="f35" fmla="val 429309"/>
              <a:gd name="f36" fmla="val 345542"/>
              <a:gd name="f37" fmla="val 261774"/>
              <a:gd name="f38" fmla="val 182660"/>
              <a:gd name="f39" fmla="val 122161"/>
              <a:gd name="f40" fmla="val 443799"/>
              <a:gd name="f41" fmla="val -1163"/>
              <a:gd name="f42" fmla="val 243688"/>
              <a:gd name="f43" fmla="val 120363"/>
              <a:gd name="f44" fmla="val 15653"/>
              <a:gd name="f45" fmla="val 226871"/>
              <a:gd name="f46" fmla="val -2962"/>
              <a:gd name="f47" fmla="val 387425"/>
              <a:gd name="f48" fmla="val 76152"/>
              <a:gd name="f49" fmla="val 513077"/>
              <a:gd name="f50" fmla="val 80806"/>
              <a:gd name="f51" fmla="val 520058"/>
              <a:gd name="f52" fmla="val 78479"/>
              <a:gd name="f53" fmla="val 529365"/>
              <a:gd name="f54" fmla="val 71498"/>
              <a:gd name="f55" fmla="val 531692"/>
              <a:gd name="f56" fmla="val 64518"/>
              <a:gd name="f57" fmla="val 536346"/>
              <a:gd name="f58" fmla="val 55210"/>
              <a:gd name="f59" fmla="val 534019"/>
              <a:gd name="f60" fmla="val 52883"/>
              <a:gd name="f61" fmla="val 527038"/>
              <a:gd name="f62" fmla="val -33211"/>
              <a:gd name="f63" fmla="val 389752"/>
              <a:gd name="f64" fmla="val -12269"/>
              <a:gd name="f65" fmla="val 215236"/>
              <a:gd name="f66" fmla="val 101748"/>
              <a:gd name="f67" fmla="val 101219"/>
              <a:gd name="f68" fmla="val 236707"/>
              <a:gd name="f69" fmla="val -33740"/>
              <a:gd name="f70" fmla="val 455434"/>
              <a:gd name="f71" fmla="val 588066"/>
              <a:gd name="f72" fmla="val 653219"/>
              <a:gd name="f73" fmla="val 166372"/>
              <a:gd name="f74" fmla="val 688122"/>
              <a:gd name="f75" fmla="val 252466"/>
              <a:gd name="f76" fmla="val 438617"/>
              <a:gd name="f77" fmla="val 524711"/>
              <a:gd name="f78" fmla="val 589864"/>
              <a:gd name="f79" fmla="val 520586"/>
              <a:gd name="f80" fmla="val 655017"/>
              <a:gd name="f81" fmla="val 432165"/>
              <a:gd name="f82" fmla="+- 0 0 -90"/>
              <a:gd name="f83" fmla="*/ f3 1 688121"/>
              <a:gd name="f84" fmla="*/ f4 1 689919"/>
              <a:gd name="f85" fmla="val f5"/>
              <a:gd name="f86" fmla="val f6"/>
              <a:gd name="f87" fmla="val f7"/>
              <a:gd name="f88" fmla="*/ f82 f0 1"/>
              <a:gd name="f89" fmla="+- f87 0 f85"/>
              <a:gd name="f90" fmla="+- f86 0 f85"/>
              <a:gd name="f91" fmla="*/ f88 1 f2"/>
              <a:gd name="f92" fmla="*/ f90 1 688121"/>
              <a:gd name="f93" fmla="*/ f89 1 689919"/>
              <a:gd name="f94" fmla="*/ 343743 f90 1"/>
              <a:gd name="f95" fmla="*/ 689920 f89 1"/>
              <a:gd name="f96" fmla="*/ 171554 f90 1"/>
              <a:gd name="f97" fmla="*/ 643382 f89 1"/>
              <a:gd name="f98" fmla="*/ 166900 f90 1"/>
              <a:gd name="f99" fmla="*/ 624767 f89 1"/>
              <a:gd name="f100" fmla="*/ 185516 f90 1"/>
              <a:gd name="f101" fmla="*/ 620113 f89 1"/>
              <a:gd name="f102" fmla="*/ 567124 f90 1"/>
              <a:gd name="f103" fmla="*/ 568922 f89 1"/>
              <a:gd name="f104" fmla="*/ 660199 f90 1"/>
              <a:gd name="f105" fmla="*/ 345542 f89 1"/>
              <a:gd name="f106" fmla="*/ 122161 f89 1"/>
              <a:gd name="f107" fmla="*/ 120363 f90 1"/>
              <a:gd name="f108" fmla="*/ 76152 f90 1"/>
              <a:gd name="f109" fmla="*/ 513077 f89 1"/>
              <a:gd name="f110" fmla="*/ 71498 f90 1"/>
              <a:gd name="f111" fmla="*/ 531692 f89 1"/>
              <a:gd name="f112" fmla="*/ 52883 f90 1"/>
              <a:gd name="f113" fmla="*/ 527038 f89 1"/>
              <a:gd name="f114" fmla="*/ 101748 f90 1"/>
              <a:gd name="f115" fmla="*/ 101219 f89 1"/>
              <a:gd name="f116" fmla="*/ 588066 f90 1"/>
              <a:gd name="f117" fmla="*/ 688122 f90 1"/>
              <a:gd name="f118" fmla="*/ 589864 f89 1"/>
              <a:gd name="f119" fmla="+- f91 0 f1"/>
              <a:gd name="f120" fmla="*/ f94 1 688121"/>
              <a:gd name="f121" fmla="*/ f95 1 689919"/>
              <a:gd name="f122" fmla="*/ f96 1 688121"/>
              <a:gd name="f123" fmla="*/ f97 1 689919"/>
              <a:gd name="f124" fmla="*/ f98 1 688121"/>
              <a:gd name="f125" fmla="*/ f99 1 689919"/>
              <a:gd name="f126" fmla="*/ f100 1 688121"/>
              <a:gd name="f127" fmla="*/ f101 1 689919"/>
              <a:gd name="f128" fmla="*/ f102 1 688121"/>
              <a:gd name="f129" fmla="*/ f103 1 689919"/>
              <a:gd name="f130" fmla="*/ f104 1 688121"/>
              <a:gd name="f131" fmla="*/ f105 1 689919"/>
              <a:gd name="f132" fmla="*/ f106 1 689919"/>
              <a:gd name="f133" fmla="*/ f107 1 688121"/>
              <a:gd name="f134" fmla="*/ f108 1 688121"/>
              <a:gd name="f135" fmla="*/ f109 1 689919"/>
              <a:gd name="f136" fmla="*/ f110 1 688121"/>
              <a:gd name="f137" fmla="*/ f111 1 689919"/>
              <a:gd name="f138" fmla="*/ f112 1 688121"/>
              <a:gd name="f139" fmla="*/ f113 1 689919"/>
              <a:gd name="f140" fmla="*/ f114 1 688121"/>
              <a:gd name="f141" fmla="*/ f115 1 689919"/>
              <a:gd name="f142" fmla="*/ f116 1 688121"/>
              <a:gd name="f143" fmla="*/ f117 1 688121"/>
              <a:gd name="f144" fmla="*/ f118 1 689919"/>
              <a:gd name="f145" fmla="*/ f85 1 f92"/>
              <a:gd name="f146" fmla="*/ f86 1 f92"/>
              <a:gd name="f147" fmla="*/ f85 1 f93"/>
              <a:gd name="f148" fmla="*/ f87 1 f93"/>
              <a:gd name="f149" fmla="*/ f120 1 f92"/>
              <a:gd name="f150" fmla="*/ f121 1 f93"/>
              <a:gd name="f151" fmla="*/ f122 1 f92"/>
              <a:gd name="f152" fmla="*/ f123 1 f93"/>
              <a:gd name="f153" fmla="*/ f124 1 f92"/>
              <a:gd name="f154" fmla="*/ f125 1 f93"/>
              <a:gd name="f155" fmla="*/ f126 1 f92"/>
              <a:gd name="f156" fmla="*/ f127 1 f93"/>
              <a:gd name="f157" fmla="*/ f128 1 f92"/>
              <a:gd name="f158" fmla="*/ f129 1 f93"/>
              <a:gd name="f159" fmla="*/ f130 1 f92"/>
              <a:gd name="f160" fmla="*/ f131 1 f93"/>
              <a:gd name="f161" fmla="*/ f132 1 f93"/>
              <a:gd name="f162" fmla="*/ f133 1 f92"/>
              <a:gd name="f163" fmla="*/ f134 1 f92"/>
              <a:gd name="f164" fmla="*/ f135 1 f93"/>
              <a:gd name="f165" fmla="*/ f136 1 f92"/>
              <a:gd name="f166" fmla="*/ f137 1 f93"/>
              <a:gd name="f167" fmla="*/ f138 1 f92"/>
              <a:gd name="f168" fmla="*/ f139 1 f93"/>
              <a:gd name="f169" fmla="*/ f140 1 f92"/>
              <a:gd name="f170" fmla="*/ f141 1 f93"/>
              <a:gd name="f171" fmla="*/ f142 1 f92"/>
              <a:gd name="f172" fmla="*/ f143 1 f92"/>
              <a:gd name="f173" fmla="*/ f144 1 f93"/>
              <a:gd name="f174" fmla="*/ f145 f83 1"/>
              <a:gd name="f175" fmla="*/ f146 f83 1"/>
              <a:gd name="f176" fmla="*/ f148 f84 1"/>
              <a:gd name="f177" fmla="*/ f147 f84 1"/>
              <a:gd name="f178" fmla="*/ f149 f83 1"/>
              <a:gd name="f179" fmla="*/ f150 f84 1"/>
              <a:gd name="f180" fmla="*/ f151 f83 1"/>
              <a:gd name="f181" fmla="*/ f152 f84 1"/>
              <a:gd name="f182" fmla="*/ f153 f83 1"/>
              <a:gd name="f183" fmla="*/ f154 f84 1"/>
              <a:gd name="f184" fmla="*/ f155 f83 1"/>
              <a:gd name="f185" fmla="*/ f156 f84 1"/>
              <a:gd name="f186" fmla="*/ f157 f83 1"/>
              <a:gd name="f187" fmla="*/ f158 f84 1"/>
              <a:gd name="f188" fmla="*/ f159 f83 1"/>
              <a:gd name="f189" fmla="*/ f160 f84 1"/>
              <a:gd name="f190" fmla="*/ f161 f84 1"/>
              <a:gd name="f191" fmla="*/ f162 f83 1"/>
              <a:gd name="f192" fmla="*/ f163 f83 1"/>
              <a:gd name="f193" fmla="*/ f164 f84 1"/>
              <a:gd name="f194" fmla="*/ f165 f83 1"/>
              <a:gd name="f195" fmla="*/ f166 f84 1"/>
              <a:gd name="f196" fmla="*/ f167 f83 1"/>
              <a:gd name="f197" fmla="*/ f168 f84 1"/>
              <a:gd name="f198" fmla="*/ f169 f83 1"/>
              <a:gd name="f199" fmla="*/ f170 f84 1"/>
              <a:gd name="f200" fmla="*/ f171 f83 1"/>
              <a:gd name="f201" fmla="*/ f172 f83 1"/>
              <a:gd name="f202" fmla="*/ f173 f8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19">
                <a:pos x="f178" y="f179"/>
              </a:cxn>
              <a:cxn ang="f119">
                <a:pos x="f180" y="f181"/>
              </a:cxn>
              <a:cxn ang="f119">
                <a:pos x="f182" y="f183"/>
              </a:cxn>
              <a:cxn ang="f119">
                <a:pos x="f184" y="f185"/>
              </a:cxn>
              <a:cxn ang="f119">
                <a:pos x="f186" y="f187"/>
              </a:cxn>
              <a:cxn ang="f119">
                <a:pos x="f188" y="f189"/>
              </a:cxn>
              <a:cxn ang="f119">
                <a:pos x="f186" y="f190"/>
              </a:cxn>
              <a:cxn ang="f119">
                <a:pos x="f191" y="f190"/>
              </a:cxn>
              <a:cxn ang="f119">
                <a:pos x="f192" y="f193"/>
              </a:cxn>
              <a:cxn ang="f119">
                <a:pos x="f194" y="f195"/>
              </a:cxn>
              <a:cxn ang="f119">
                <a:pos x="f196" y="f197"/>
              </a:cxn>
              <a:cxn ang="f119">
                <a:pos x="f198" y="f199"/>
              </a:cxn>
              <a:cxn ang="f119">
                <a:pos x="f200" y="f199"/>
              </a:cxn>
              <a:cxn ang="f119">
                <a:pos x="f201" y="f189"/>
              </a:cxn>
              <a:cxn ang="f119">
                <a:pos x="f200" y="f202"/>
              </a:cxn>
              <a:cxn ang="f119">
                <a:pos x="f178" y="f179"/>
              </a:cxn>
            </a:cxnLst>
            <a:rect l="f174" t="f177" r="f175" b="f176"/>
            <a:pathLst>
              <a:path w="688121" h="689919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13" y="f21"/>
                  <a:pt x="f22" y="f23"/>
                  <a:pt x="f24" y="f25"/>
                </a:cubicBezTo>
                <a:cubicBezTo>
                  <a:pt x="f26" y="f27"/>
                  <a:pt x="f28" y="f29"/>
                  <a:pt x="f30" y="f31"/>
                </a:cubicBezTo>
                <a:cubicBezTo>
                  <a:pt x="f32" y="f33"/>
                  <a:pt x="f34" y="f35"/>
                  <a:pt x="f34" y="f36"/>
                </a:cubicBezTo>
                <a:cubicBezTo>
                  <a:pt x="f34" y="f37"/>
                  <a:pt x="f32" y="f38"/>
                  <a:pt x="f30" y="f39"/>
                </a:cubicBezTo>
                <a:cubicBezTo>
                  <a:pt x="f40" y="f41"/>
                  <a:pt x="f42" y="f41"/>
                  <a:pt x="f43" y="f39"/>
                </a:cubicBezTo>
                <a:cubicBezTo>
                  <a:pt x="f44" y="f45"/>
                  <a:pt x="f46" y="f47"/>
                  <a:pt x="f48" y="f49"/>
                </a:cubicBezTo>
                <a:cubicBezTo>
                  <a:pt x="f50" y="f51"/>
                  <a:pt x="f52" y="f53"/>
                  <a:pt x="f54" y="f55"/>
                </a:cubicBezTo>
                <a:cubicBezTo>
                  <a:pt x="f56" y="f57"/>
                  <a:pt x="f58" y="f59"/>
                  <a:pt x="f60" y="f61"/>
                </a:cubicBezTo>
                <a:cubicBezTo>
                  <a:pt x="f62" y="f63"/>
                  <a:pt x="f64" y="f65"/>
                  <a:pt x="f66" y="f67"/>
                </a:cubicBezTo>
                <a:cubicBezTo>
                  <a:pt x="f68" y="f69"/>
                  <a:pt x="f70" y="f69"/>
                  <a:pt x="f71" y="f67"/>
                </a:cubicBezTo>
                <a:cubicBezTo>
                  <a:pt x="f72" y="f73"/>
                  <a:pt x="f74" y="f75"/>
                  <a:pt x="f74" y="f36"/>
                </a:cubicBezTo>
                <a:cubicBezTo>
                  <a:pt x="f74" y="f76"/>
                  <a:pt x="f72" y="f77"/>
                  <a:pt x="f71" y="f78"/>
                </a:cubicBezTo>
                <a:cubicBezTo>
                  <a:pt x="f79" y="f80"/>
                  <a:pt x="f81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1" name="Freeform: Shape 143">
            <a:extLst>
              <a:ext uri="{FF2B5EF4-FFF2-40B4-BE49-F238E27FC236}">
                <a16:creationId xmlns:a16="http://schemas.microsoft.com/office/drawing/2014/main" id="{ED5D9296-4BAA-B82D-5544-33664DA75C48}"/>
              </a:ext>
            </a:extLst>
          </p:cNvPr>
          <p:cNvSpPr/>
          <p:nvPr/>
        </p:nvSpPr>
        <p:spPr>
          <a:xfrm>
            <a:off x="9058457" y="5234194"/>
            <a:ext cx="232914" cy="11631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4746"/>
              <a:gd name="f7" fmla="val 321714"/>
              <a:gd name="f8" fmla="val 202533"/>
              <a:gd name="f9" fmla="val 321715"/>
              <a:gd name="f10" fmla="val 135053"/>
              <a:gd name="f11" fmla="val 67574"/>
              <a:gd name="f12" fmla="val 305426"/>
              <a:gd name="f13" fmla="val 7075"/>
              <a:gd name="f14" fmla="val 270523"/>
              <a:gd name="f15" fmla="val 94"/>
              <a:gd name="f16" fmla="val 265870"/>
              <a:gd name="f17" fmla="val -2233"/>
              <a:gd name="f18" fmla="val 258889"/>
              <a:gd name="f19" fmla="val 2421"/>
              <a:gd name="f20" fmla="val 251908"/>
              <a:gd name="f21" fmla="val 244928"/>
              <a:gd name="f22" fmla="val 14056"/>
              <a:gd name="f23" fmla="val 242601"/>
              <a:gd name="f24" fmla="val 21036"/>
              <a:gd name="f25" fmla="val 247255"/>
              <a:gd name="f26" fmla="val 162976"/>
              <a:gd name="f27" fmla="val 326368"/>
              <a:gd name="f28" fmla="val 344472"/>
              <a:gd name="f29" fmla="val 303100"/>
              <a:gd name="f30" fmla="val 460816"/>
              <a:gd name="f31" fmla="val 184429"/>
              <a:gd name="f32" fmla="val 509681"/>
              <a:gd name="f33" fmla="val 135564"/>
              <a:gd name="f34" fmla="val 542257"/>
              <a:gd name="f35" fmla="val 77392"/>
              <a:gd name="f36" fmla="val 558546"/>
              <a:gd name="f37" fmla="val 9913"/>
              <a:gd name="f38" fmla="val 560872"/>
              <a:gd name="f39" fmla="val 2932"/>
              <a:gd name="f40" fmla="val 567853"/>
              <a:gd name="f41" fmla="val -1722"/>
              <a:gd name="f42" fmla="val 574833"/>
              <a:gd name="f43" fmla="val 605"/>
              <a:gd name="f44" fmla="val 581814"/>
              <a:gd name="f45" fmla="val 586468"/>
              <a:gd name="f46" fmla="val 584141"/>
              <a:gd name="f47" fmla="val 16893"/>
              <a:gd name="f48" fmla="val 86700"/>
              <a:gd name="f49" fmla="val 530623"/>
              <a:gd name="f50" fmla="val 151852"/>
              <a:gd name="f51" fmla="val 479431"/>
              <a:gd name="f52" fmla="val 203044"/>
              <a:gd name="f53" fmla="val 404971"/>
              <a:gd name="f54" fmla="val 282158"/>
              <a:gd name="f55" fmla="val 304915"/>
              <a:gd name="f56" fmla="+- 0 0 -90"/>
              <a:gd name="f57" fmla="*/ f3 1 584746"/>
              <a:gd name="f58" fmla="*/ f4 1 321714"/>
              <a:gd name="f59" fmla="val f5"/>
              <a:gd name="f60" fmla="val f6"/>
              <a:gd name="f61" fmla="val f7"/>
              <a:gd name="f62" fmla="*/ f56 f0 1"/>
              <a:gd name="f63" fmla="+- f61 0 f59"/>
              <a:gd name="f64" fmla="+- f60 0 f59"/>
              <a:gd name="f65" fmla="*/ f62 1 f2"/>
              <a:gd name="f66" fmla="*/ f64 1 584746"/>
              <a:gd name="f67" fmla="*/ f63 1 321714"/>
              <a:gd name="f68" fmla="*/ 202533 f64 1"/>
              <a:gd name="f69" fmla="*/ 321715 f63 1"/>
              <a:gd name="f70" fmla="*/ 7075 f64 1"/>
              <a:gd name="f71" fmla="*/ 270523 f63 1"/>
              <a:gd name="f72" fmla="*/ 2421 f64 1"/>
              <a:gd name="f73" fmla="*/ 251908 f63 1"/>
              <a:gd name="f74" fmla="*/ 21036 f64 1"/>
              <a:gd name="f75" fmla="*/ 247255 f63 1"/>
              <a:gd name="f76" fmla="*/ 460816 f64 1"/>
              <a:gd name="f77" fmla="*/ 184429 f63 1"/>
              <a:gd name="f78" fmla="*/ 558546 f64 1"/>
              <a:gd name="f79" fmla="*/ 9913 f63 1"/>
              <a:gd name="f80" fmla="*/ 574833 f64 1"/>
              <a:gd name="f81" fmla="*/ 605 f63 1"/>
              <a:gd name="f82" fmla="*/ 584141 f64 1"/>
              <a:gd name="f83" fmla="*/ 16893 f63 1"/>
              <a:gd name="f84" fmla="*/ 479431 f64 1"/>
              <a:gd name="f85" fmla="*/ 203044 f63 1"/>
              <a:gd name="f86" fmla="+- f65 0 f1"/>
              <a:gd name="f87" fmla="*/ f68 1 584746"/>
              <a:gd name="f88" fmla="*/ f69 1 321714"/>
              <a:gd name="f89" fmla="*/ f70 1 584746"/>
              <a:gd name="f90" fmla="*/ f71 1 321714"/>
              <a:gd name="f91" fmla="*/ f72 1 584746"/>
              <a:gd name="f92" fmla="*/ f73 1 321714"/>
              <a:gd name="f93" fmla="*/ f74 1 584746"/>
              <a:gd name="f94" fmla="*/ f75 1 321714"/>
              <a:gd name="f95" fmla="*/ f76 1 584746"/>
              <a:gd name="f96" fmla="*/ f77 1 321714"/>
              <a:gd name="f97" fmla="*/ f78 1 584746"/>
              <a:gd name="f98" fmla="*/ f79 1 321714"/>
              <a:gd name="f99" fmla="*/ f80 1 584746"/>
              <a:gd name="f100" fmla="*/ f81 1 321714"/>
              <a:gd name="f101" fmla="*/ f82 1 584746"/>
              <a:gd name="f102" fmla="*/ f83 1 321714"/>
              <a:gd name="f103" fmla="*/ f84 1 584746"/>
              <a:gd name="f104" fmla="*/ f85 1 321714"/>
              <a:gd name="f105" fmla="*/ f59 1 f66"/>
              <a:gd name="f106" fmla="*/ f60 1 f66"/>
              <a:gd name="f107" fmla="*/ f59 1 f67"/>
              <a:gd name="f108" fmla="*/ f61 1 f67"/>
              <a:gd name="f109" fmla="*/ f87 1 f66"/>
              <a:gd name="f110" fmla="*/ f88 1 f67"/>
              <a:gd name="f111" fmla="*/ f89 1 f66"/>
              <a:gd name="f112" fmla="*/ f90 1 f67"/>
              <a:gd name="f113" fmla="*/ f91 1 f66"/>
              <a:gd name="f114" fmla="*/ f92 1 f67"/>
              <a:gd name="f115" fmla="*/ f93 1 f66"/>
              <a:gd name="f116" fmla="*/ f94 1 f67"/>
              <a:gd name="f117" fmla="*/ f95 1 f66"/>
              <a:gd name="f118" fmla="*/ f96 1 f67"/>
              <a:gd name="f119" fmla="*/ f97 1 f66"/>
              <a:gd name="f120" fmla="*/ f98 1 f67"/>
              <a:gd name="f121" fmla="*/ f99 1 f66"/>
              <a:gd name="f122" fmla="*/ f100 1 f67"/>
              <a:gd name="f123" fmla="*/ f101 1 f66"/>
              <a:gd name="f124" fmla="*/ f102 1 f67"/>
              <a:gd name="f125" fmla="*/ f103 1 f66"/>
              <a:gd name="f126" fmla="*/ f104 1 f67"/>
              <a:gd name="f127" fmla="*/ f105 f57 1"/>
              <a:gd name="f128" fmla="*/ f106 f57 1"/>
              <a:gd name="f129" fmla="*/ f108 f58 1"/>
              <a:gd name="f130" fmla="*/ f107 f58 1"/>
              <a:gd name="f131" fmla="*/ f109 f57 1"/>
              <a:gd name="f132" fmla="*/ f110 f58 1"/>
              <a:gd name="f133" fmla="*/ f111 f57 1"/>
              <a:gd name="f134" fmla="*/ f112 f58 1"/>
              <a:gd name="f135" fmla="*/ f113 f57 1"/>
              <a:gd name="f136" fmla="*/ f114 f58 1"/>
              <a:gd name="f137" fmla="*/ f115 f57 1"/>
              <a:gd name="f138" fmla="*/ f116 f58 1"/>
              <a:gd name="f139" fmla="*/ f117 f57 1"/>
              <a:gd name="f140" fmla="*/ f118 f58 1"/>
              <a:gd name="f141" fmla="*/ f119 f57 1"/>
              <a:gd name="f142" fmla="*/ f120 f58 1"/>
              <a:gd name="f143" fmla="*/ f121 f57 1"/>
              <a:gd name="f144" fmla="*/ f122 f58 1"/>
              <a:gd name="f145" fmla="*/ f123 f57 1"/>
              <a:gd name="f146" fmla="*/ f124 f58 1"/>
              <a:gd name="f147" fmla="*/ f125 f57 1"/>
              <a:gd name="f148" fmla="*/ f126 f5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86">
                <a:pos x="f131" y="f132"/>
              </a:cxn>
              <a:cxn ang="f86">
                <a:pos x="f133" y="f134"/>
              </a:cxn>
              <a:cxn ang="f86">
                <a:pos x="f135" y="f136"/>
              </a:cxn>
              <a:cxn ang="f86">
                <a:pos x="f137" y="f138"/>
              </a:cxn>
              <a:cxn ang="f86">
                <a:pos x="f139" y="f140"/>
              </a:cxn>
              <a:cxn ang="f86">
                <a:pos x="f141" y="f142"/>
              </a:cxn>
              <a:cxn ang="f86">
                <a:pos x="f143" y="f144"/>
              </a:cxn>
              <a:cxn ang="f86">
                <a:pos x="f145" y="f146"/>
              </a:cxn>
              <a:cxn ang="f86">
                <a:pos x="f147" y="f148"/>
              </a:cxn>
              <a:cxn ang="f86">
                <a:pos x="f131" y="f132"/>
              </a:cxn>
            </a:cxnLst>
            <a:rect l="f127" t="f130" r="f128" b="f129"/>
            <a:pathLst>
              <a:path w="584746" h="321714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13" y="f21"/>
                  <a:pt x="f22" y="f23"/>
                  <a:pt x="f24" y="f25"/>
                </a:cubicBezTo>
                <a:cubicBezTo>
                  <a:pt x="f26" y="f27"/>
                  <a:pt x="f28" y="f29"/>
                  <a:pt x="f30" y="f31"/>
                </a:cubicBezTo>
                <a:cubicBezTo>
                  <a:pt x="f32" y="f33"/>
                  <a:pt x="f34" y="f35"/>
                  <a:pt x="f36" y="f37"/>
                </a:cubicBezTo>
                <a:cubicBezTo>
                  <a:pt x="f38" y="f39"/>
                  <a:pt x="f40" y="f41"/>
                  <a:pt x="f42" y="f43"/>
                </a:cubicBezTo>
                <a:cubicBezTo>
                  <a:pt x="f44" y="f39"/>
                  <a:pt x="f45" y="f37"/>
                  <a:pt x="f46" y="f47"/>
                </a:cubicBezTo>
                <a:cubicBezTo>
                  <a:pt x="f40" y="f48"/>
                  <a:pt x="f49" y="f50"/>
                  <a:pt x="f51" y="f52"/>
                </a:cubicBezTo>
                <a:cubicBezTo>
                  <a:pt x="f53" y="f54"/>
                  <a:pt x="f55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2" name="Freeform: Shape 144">
            <a:extLst>
              <a:ext uri="{FF2B5EF4-FFF2-40B4-BE49-F238E27FC236}">
                <a16:creationId xmlns:a16="http://schemas.microsoft.com/office/drawing/2014/main" id="{67B4CA00-D3E5-D963-D189-FB8094AEE5C3}"/>
              </a:ext>
            </a:extLst>
          </p:cNvPr>
          <p:cNvSpPr/>
          <p:nvPr/>
        </p:nvSpPr>
        <p:spPr>
          <a:xfrm>
            <a:off x="9208608" y="5083790"/>
            <a:ext cx="27279" cy="1938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0"/>
              <a:gd name="f7" fmla="val 53612"/>
              <a:gd name="f8" fmla="val 55939"/>
              <a:gd name="f9" fmla="val 53613"/>
              <a:gd name="f10" fmla="val 48959"/>
              <a:gd name="f11" fmla="val 46632"/>
              <a:gd name="f12" fmla="val 51286"/>
              <a:gd name="f13" fmla="val 34997"/>
              <a:gd name="f14" fmla="val 41978"/>
              <a:gd name="f15" fmla="val 21036"/>
              <a:gd name="f16" fmla="val 32671"/>
              <a:gd name="f17" fmla="val 7075"/>
              <a:gd name="f18" fmla="val 25690"/>
              <a:gd name="f19" fmla="val 94"/>
              <a:gd name="f20" fmla="val -2233"/>
              <a:gd name="f21" fmla="val 14056"/>
              <a:gd name="f22" fmla="val 2421"/>
              <a:gd name="f23" fmla="val 11729"/>
              <a:gd name="f24" fmla="val 62920"/>
              <a:gd name="f25" fmla="val 30344"/>
              <a:gd name="f26" fmla="val 69901"/>
              <a:gd name="f27" fmla="val 44305"/>
              <a:gd name="f28" fmla="val 65247"/>
              <a:gd name="f29" fmla="val 60593"/>
              <a:gd name="f30" fmla="+- 0 0 -90"/>
              <a:gd name="f31" fmla="*/ f3 1 68490"/>
              <a:gd name="f32" fmla="*/ f4 1 53612"/>
              <a:gd name="f33" fmla="val f5"/>
              <a:gd name="f34" fmla="val f6"/>
              <a:gd name="f35" fmla="val f7"/>
              <a:gd name="f36" fmla="*/ f30 f0 1"/>
              <a:gd name="f37" fmla="+- f35 0 f33"/>
              <a:gd name="f38" fmla="+- f34 0 f33"/>
              <a:gd name="f39" fmla="*/ f36 1 f2"/>
              <a:gd name="f40" fmla="*/ f38 1 68490"/>
              <a:gd name="f41" fmla="*/ f37 1 53612"/>
              <a:gd name="f42" fmla="*/ 55939 f38 1"/>
              <a:gd name="f43" fmla="*/ 53613 f37 1"/>
              <a:gd name="f44" fmla="*/ 46632 f38 1"/>
              <a:gd name="f45" fmla="*/ 51286 f37 1"/>
              <a:gd name="f46" fmla="*/ 7075 f38 1"/>
              <a:gd name="f47" fmla="*/ 25690 f37 1"/>
              <a:gd name="f48" fmla="*/ 2421 f38 1"/>
              <a:gd name="f49" fmla="*/ 7075 f37 1"/>
              <a:gd name="f50" fmla="*/ 21036 f38 1"/>
              <a:gd name="f51" fmla="*/ 2421 f37 1"/>
              <a:gd name="f52" fmla="*/ 62920 f38 1"/>
              <a:gd name="f53" fmla="*/ 30344 f37 1"/>
              <a:gd name="f54" fmla="*/ 65247 f38 1"/>
              <a:gd name="f55" fmla="*/ 48959 f37 1"/>
              <a:gd name="f56" fmla="+- f39 0 f1"/>
              <a:gd name="f57" fmla="*/ f42 1 68490"/>
              <a:gd name="f58" fmla="*/ f43 1 53612"/>
              <a:gd name="f59" fmla="*/ f44 1 68490"/>
              <a:gd name="f60" fmla="*/ f45 1 53612"/>
              <a:gd name="f61" fmla="*/ f46 1 68490"/>
              <a:gd name="f62" fmla="*/ f47 1 53612"/>
              <a:gd name="f63" fmla="*/ f48 1 68490"/>
              <a:gd name="f64" fmla="*/ f49 1 53612"/>
              <a:gd name="f65" fmla="*/ f50 1 68490"/>
              <a:gd name="f66" fmla="*/ f51 1 53612"/>
              <a:gd name="f67" fmla="*/ f52 1 68490"/>
              <a:gd name="f68" fmla="*/ f53 1 53612"/>
              <a:gd name="f69" fmla="*/ f54 1 68490"/>
              <a:gd name="f70" fmla="*/ f55 1 53612"/>
              <a:gd name="f71" fmla="*/ f33 1 f40"/>
              <a:gd name="f72" fmla="*/ f34 1 f40"/>
              <a:gd name="f73" fmla="*/ f33 1 f41"/>
              <a:gd name="f74" fmla="*/ f35 1 f41"/>
              <a:gd name="f75" fmla="*/ f57 1 f40"/>
              <a:gd name="f76" fmla="*/ f58 1 f41"/>
              <a:gd name="f77" fmla="*/ f59 1 f40"/>
              <a:gd name="f78" fmla="*/ f60 1 f41"/>
              <a:gd name="f79" fmla="*/ f61 1 f40"/>
              <a:gd name="f80" fmla="*/ f62 1 f41"/>
              <a:gd name="f81" fmla="*/ f63 1 f40"/>
              <a:gd name="f82" fmla="*/ f64 1 f41"/>
              <a:gd name="f83" fmla="*/ f65 1 f40"/>
              <a:gd name="f84" fmla="*/ f66 1 f41"/>
              <a:gd name="f85" fmla="*/ f67 1 f40"/>
              <a:gd name="f86" fmla="*/ f68 1 f41"/>
              <a:gd name="f87" fmla="*/ f69 1 f40"/>
              <a:gd name="f88" fmla="*/ f70 1 f41"/>
              <a:gd name="f89" fmla="*/ f71 f31 1"/>
              <a:gd name="f90" fmla="*/ f72 f31 1"/>
              <a:gd name="f91" fmla="*/ f74 f32 1"/>
              <a:gd name="f92" fmla="*/ f73 f32 1"/>
              <a:gd name="f93" fmla="*/ f75 f31 1"/>
              <a:gd name="f94" fmla="*/ f76 f32 1"/>
              <a:gd name="f95" fmla="*/ f77 f31 1"/>
              <a:gd name="f96" fmla="*/ f78 f32 1"/>
              <a:gd name="f97" fmla="*/ f79 f31 1"/>
              <a:gd name="f98" fmla="*/ f80 f32 1"/>
              <a:gd name="f99" fmla="*/ f81 f31 1"/>
              <a:gd name="f100" fmla="*/ f82 f32 1"/>
              <a:gd name="f101" fmla="*/ f83 f31 1"/>
              <a:gd name="f102" fmla="*/ f84 f32 1"/>
              <a:gd name="f103" fmla="*/ f85 f31 1"/>
              <a:gd name="f104" fmla="*/ f86 f32 1"/>
              <a:gd name="f105" fmla="*/ f87 f31 1"/>
              <a:gd name="f106" fmla="*/ f88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93" y="f94"/>
              </a:cxn>
              <a:cxn ang="f56">
                <a:pos x="f95" y="f96"/>
              </a:cxn>
              <a:cxn ang="f56">
                <a:pos x="f97" y="f98"/>
              </a:cxn>
              <a:cxn ang="f56">
                <a:pos x="f99" y="f100"/>
              </a:cxn>
              <a:cxn ang="f56">
                <a:pos x="f101" y="f102"/>
              </a:cxn>
              <a:cxn ang="f56">
                <a:pos x="f103" y="f104"/>
              </a:cxn>
              <a:cxn ang="f56">
                <a:pos x="f105" y="f106"/>
              </a:cxn>
              <a:cxn ang="f56">
                <a:pos x="f93" y="f94"/>
              </a:cxn>
            </a:cxnLst>
            <a:rect l="f89" t="f92" r="f90" b="f91"/>
            <a:pathLst>
              <a:path w="68490" h="53612">
                <a:moveTo>
                  <a:pt x="f8" y="f9"/>
                </a:moveTo>
                <a:cubicBezTo>
                  <a:pt x="f9" y="f9"/>
                  <a:pt x="f10" y="f9"/>
                  <a:pt x="f11" y="f12"/>
                </a:cubicBezTo>
                <a:cubicBezTo>
                  <a:pt x="f13" y="f14"/>
                  <a:pt x="f15" y="f16"/>
                  <a:pt x="f17" y="f18"/>
                </a:cubicBezTo>
                <a:cubicBezTo>
                  <a:pt x="f19" y="f15"/>
                  <a:pt x="f20" y="f21"/>
                  <a:pt x="f22" y="f17"/>
                </a:cubicBezTo>
                <a:cubicBezTo>
                  <a:pt x="f17" y="f19"/>
                  <a:pt x="f21" y="f20"/>
                  <a:pt x="f15" y="f22"/>
                </a:cubicBezTo>
                <a:cubicBezTo>
                  <a:pt x="f13" y="f23"/>
                  <a:pt x="f12" y="f15"/>
                  <a:pt x="f24" y="f25"/>
                </a:cubicBezTo>
                <a:cubicBezTo>
                  <a:pt x="f26" y="f13"/>
                  <a:pt x="f26" y="f27"/>
                  <a:pt x="f28" y="f10"/>
                </a:cubicBezTo>
                <a:cubicBezTo>
                  <a:pt x="f24" y="f12"/>
                  <a:pt x="f29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3" name="Freeform: Shape 145">
            <a:extLst>
              <a:ext uri="{FF2B5EF4-FFF2-40B4-BE49-F238E27FC236}">
                <a16:creationId xmlns:a16="http://schemas.microsoft.com/office/drawing/2014/main" id="{1415C673-14F2-A8F1-593A-34CFD5B662E5}"/>
              </a:ext>
            </a:extLst>
          </p:cNvPr>
          <p:cNvSpPr/>
          <p:nvPr/>
        </p:nvSpPr>
        <p:spPr>
          <a:xfrm>
            <a:off x="9248132" y="5112098"/>
            <a:ext cx="48561" cy="869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14"/>
              <a:gd name="f7" fmla="val 240585"/>
              <a:gd name="f8" fmla="val 105626"/>
              <a:gd name="f9" fmla="val 98645"/>
              <a:gd name="f10" fmla="val 91665"/>
              <a:gd name="f11" fmla="val 235931"/>
              <a:gd name="f12" fmla="val 228951"/>
              <a:gd name="f13" fmla="val 89338"/>
              <a:gd name="f14" fmla="val 203355"/>
              <a:gd name="f15" fmla="val 84684"/>
              <a:gd name="f16" fmla="val 180086"/>
              <a:gd name="f17" fmla="val 77703"/>
              <a:gd name="f18" fmla="val 154491"/>
              <a:gd name="f19" fmla="val 75376"/>
              <a:gd name="f20" fmla="val 147510"/>
              <a:gd name="f21" fmla="val 80031"/>
              <a:gd name="f22" fmla="val 138202"/>
              <a:gd name="f23" fmla="val 87011"/>
              <a:gd name="f24" fmla="val 135876"/>
              <a:gd name="f25" fmla="val 93992"/>
              <a:gd name="f26" fmla="val 133549"/>
              <a:gd name="f27" fmla="val 103299"/>
              <a:gd name="f28" fmla="val 145183"/>
              <a:gd name="f29" fmla="val 112607"/>
              <a:gd name="f30" fmla="val 170779"/>
              <a:gd name="f31" fmla="val 119587"/>
              <a:gd name="f32" fmla="val 198701"/>
              <a:gd name="f33" fmla="val 224297"/>
              <a:gd name="f34" fmla="val 233604"/>
              <a:gd name="f35" fmla="val 114934"/>
              <a:gd name="f36" fmla="val 59089"/>
              <a:gd name="f37" fmla="val 54435"/>
              <a:gd name="f38" fmla="val 49781"/>
              <a:gd name="f39" fmla="val 47454"/>
              <a:gd name="f40" fmla="val 35820"/>
              <a:gd name="f41" fmla="val 63742"/>
              <a:gd name="f42" fmla="val 19531"/>
              <a:gd name="f43" fmla="val 42800"/>
              <a:gd name="f44" fmla="val 3243"/>
              <a:gd name="f45" fmla="val 24185"/>
              <a:gd name="f46" fmla="val -1410"/>
              <a:gd name="f47" fmla="val 17205"/>
              <a:gd name="f48" fmla="val 10224"/>
              <a:gd name="f49" fmla="val 5570"/>
              <a:gd name="f50" fmla="val 12551"/>
              <a:gd name="f51" fmla="val 26512"/>
              <a:gd name="f52" fmla="val 45127"/>
              <a:gd name="f53" fmla="val 73049"/>
              <a:gd name="f54" fmla="val 70723"/>
              <a:gd name="f55" fmla="val 77704"/>
              <a:gd name="f56" fmla="val 68396"/>
              <a:gd name="f57" fmla="val 61415"/>
              <a:gd name="f58" fmla="+- 0 0 -90"/>
              <a:gd name="f59" fmla="*/ f3 1 121914"/>
              <a:gd name="f60" fmla="*/ f4 1 240585"/>
              <a:gd name="f61" fmla="val f5"/>
              <a:gd name="f62" fmla="val f6"/>
              <a:gd name="f63" fmla="val f7"/>
              <a:gd name="f64" fmla="*/ f58 f0 1"/>
              <a:gd name="f65" fmla="+- f63 0 f61"/>
              <a:gd name="f66" fmla="+- f62 0 f61"/>
              <a:gd name="f67" fmla="*/ f64 1 f2"/>
              <a:gd name="f68" fmla="*/ f66 1 121914"/>
              <a:gd name="f69" fmla="*/ f65 1 240585"/>
              <a:gd name="f70" fmla="*/ 105626 f66 1"/>
              <a:gd name="f71" fmla="*/ 240585 f65 1"/>
              <a:gd name="f72" fmla="*/ 91665 f66 1"/>
              <a:gd name="f73" fmla="*/ 228951 f65 1"/>
              <a:gd name="f74" fmla="*/ 77703 f66 1"/>
              <a:gd name="f75" fmla="*/ 154491 f65 1"/>
              <a:gd name="f76" fmla="*/ 87011 f66 1"/>
              <a:gd name="f77" fmla="*/ 135876 f65 1"/>
              <a:gd name="f78" fmla="*/ 145183 f65 1"/>
              <a:gd name="f79" fmla="*/ 121914 f66 1"/>
              <a:gd name="f80" fmla="*/ 224297 f65 1"/>
              <a:gd name="f81" fmla="*/ 59089 f66 1"/>
              <a:gd name="f82" fmla="*/ 91665 f65 1"/>
              <a:gd name="f83" fmla="*/ 47454 f66 1"/>
              <a:gd name="f84" fmla="*/ 84684 f65 1"/>
              <a:gd name="f85" fmla="*/ 3243 f66 1"/>
              <a:gd name="f86" fmla="*/ 24185 f65 1"/>
              <a:gd name="f87" fmla="*/ 5570 f66 1"/>
              <a:gd name="f88" fmla="*/ 3243 f65 1"/>
              <a:gd name="f89" fmla="*/ 26512 f66 1"/>
              <a:gd name="f90" fmla="*/ 5570 f65 1"/>
              <a:gd name="f91" fmla="*/ 73049 f66 1"/>
              <a:gd name="f92" fmla="*/ 70723 f65 1"/>
              <a:gd name="f93" fmla="*/ 68396 f66 1"/>
              <a:gd name="f94" fmla="*/ 89338 f65 1"/>
              <a:gd name="f95" fmla="+- f67 0 f1"/>
              <a:gd name="f96" fmla="*/ f70 1 121914"/>
              <a:gd name="f97" fmla="*/ f71 1 240585"/>
              <a:gd name="f98" fmla="*/ f72 1 121914"/>
              <a:gd name="f99" fmla="*/ f73 1 240585"/>
              <a:gd name="f100" fmla="*/ f74 1 121914"/>
              <a:gd name="f101" fmla="*/ f75 1 240585"/>
              <a:gd name="f102" fmla="*/ f76 1 121914"/>
              <a:gd name="f103" fmla="*/ f77 1 240585"/>
              <a:gd name="f104" fmla="*/ f78 1 240585"/>
              <a:gd name="f105" fmla="*/ f79 1 121914"/>
              <a:gd name="f106" fmla="*/ f80 1 240585"/>
              <a:gd name="f107" fmla="*/ f81 1 121914"/>
              <a:gd name="f108" fmla="*/ f82 1 240585"/>
              <a:gd name="f109" fmla="*/ f83 1 121914"/>
              <a:gd name="f110" fmla="*/ f84 1 240585"/>
              <a:gd name="f111" fmla="*/ f85 1 121914"/>
              <a:gd name="f112" fmla="*/ f86 1 240585"/>
              <a:gd name="f113" fmla="*/ f87 1 121914"/>
              <a:gd name="f114" fmla="*/ f88 1 240585"/>
              <a:gd name="f115" fmla="*/ f89 1 121914"/>
              <a:gd name="f116" fmla="*/ f90 1 240585"/>
              <a:gd name="f117" fmla="*/ f91 1 121914"/>
              <a:gd name="f118" fmla="*/ f92 1 240585"/>
              <a:gd name="f119" fmla="*/ f93 1 121914"/>
              <a:gd name="f120" fmla="*/ f94 1 240585"/>
              <a:gd name="f121" fmla="*/ f61 1 f68"/>
              <a:gd name="f122" fmla="*/ f62 1 f68"/>
              <a:gd name="f123" fmla="*/ f61 1 f69"/>
              <a:gd name="f124" fmla="*/ f63 1 f69"/>
              <a:gd name="f125" fmla="*/ f96 1 f68"/>
              <a:gd name="f126" fmla="*/ f97 1 f69"/>
              <a:gd name="f127" fmla="*/ f98 1 f68"/>
              <a:gd name="f128" fmla="*/ f99 1 f69"/>
              <a:gd name="f129" fmla="*/ f100 1 f68"/>
              <a:gd name="f130" fmla="*/ f101 1 f69"/>
              <a:gd name="f131" fmla="*/ f102 1 f68"/>
              <a:gd name="f132" fmla="*/ f103 1 f69"/>
              <a:gd name="f133" fmla="*/ f104 1 f69"/>
              <a:gd name="f134" fmla="*/ f105 1 f68"/>
              <a:gd name="f135" fmla="*/ f106 1 f69"/>
              <a:gd name="f136" fmla="*/ f107 1 f68"/>
              <a:gd name="f137" fmla="*/ f108 1 f69"/>
              <a:gd name="f138" fmla="*/ f109 1 f68"/>
              <a:gd name="f139" fmla="*/ f110 1 f69"/>
              <a:gd name="f140" fmla="*/ f111 1 f68"/>
              <a:gd name="f141" fmla="*/ f112 1 f69"/>
              <a:gd name="f142" fmla="*/ f113 1 f68"/>
              <a:gd name="f143" fmla="*/ f114 1 f69"/>
              <a:gd name="f144" fmla="*/ f115 1 f68"/>
              <a:gd name="f145" fmla="*/ f116 1 f69"/>
              <a:gd name="f146" fmla="*/ f117 1 f68"/>
              <a:gd name="f147" fmla="*/ f118 1 f69"/>
              <a:gd name="f148" fmla="*/ f119 1 f68"/>
              <a:gd name="f149" fmla="*/ f120 1 f69"/>
              <a:gd name="f150" fmla="*/ f121 f59 1"/>
              <a:gd name="f151" fmla="*/ f122 f59 1"/>
              <a:gd name="f152" fmla="*/ f124 f60 1"/>
              <a:gd name="f153" fmla="*/ f123 f60 1"/>
              <a:gd name="f154" fmla="*/ f125 f59 1"/>
              <a:gd name="f155" fmla="*/ f126 f60 1"/>
              <a:gd name="f156" fmla="*/ f127 f59 1"/>
              <a:gd name="f157" fmla="*/ f128 f60 1"/>
              <a:gd name="f158" fmla="*/ f129 f59 1"/>
              <a:gd name="f159" fmla="*/ f130 f60 1"/>
              <a:gd name="f160" fmla="*/ f131 f59 1"/>
              <a:gd name="f161" fmla="*/ f132 f60 1"/>
              <a:gd name="f162" fmla="*/ f133 f60 1"/>
              <a:gd name="f163" fmla="*/ f134 f59 1"/>
              <a:gd name="f164" fmla="*/ f135 f60 1"/>
              <a:gd name="f165" fmla="*/ f136 f59 1"/>
              <a:gd name="f166" fmla="*/ f137 f60 1"/>
              <a:gd name="f167" fmla="*/ f138 f59 1"/>
              <a:gd name="f168" fmla="*/ f139 f60 1"/>
              <a:gd name="f169" fmla="*/ f140 f59 1"/>
              <a:gd name="f170" fmla="*/ f141 f60 1"/>
              <a:gd name="f171" fmla="*/ f142 f59 1"/>
              <a:gd name="f172" fmla="*/ f143 f60 1"/>
              <a:gd name="f173" fmla="*/ f144 f59 1"/>
              <a:gd name="f174" fmla="*/ f145 f60 1"/>
              <a:gd name="f175" fmla="*/ f146 f59 1"/>
              <a:gd name="f176" fmla="*/ f147 f60 1"/>
              <a:gd name="f177" fmla="*/ f148 f59 1"/>
              <a:gd name="f178" fmla="*/ f149 f6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95">
                <a:pos x="f154" y="f155"/>
              </a:cxn>
              <a:cxn ang="f95">
                <a:pos x="f156" y="f157"/>
              </a:cxn>
              <a:cxn ang="f95">
                <a:pos x="f158" y="f159"/>
              </a:cxn>
              <a:cxn ang="f95">
                <a:pos x="f160" y="f161"/>
              </a:cxn>
              <a:cxn ang="f95">
                <a:pos x="f154" y="f162"/>
              </a:cxn>
              <a:cxn ang="f95">
                <a:pos x="f163" y="f164"/>
              </a:cxn>
              <a:cxn ang="f95">
                <a:pos x="f154" y="f155"/>
              </a:cxn>
              <a:cxn ang="f95">
                <a:pos x="f154" y="f155"/>
              </a:cxn>
              <a:cxn ang="f95">
                <a:pos x="f165" y="f166"/>
              </a:cxn>
              <a:cxn ang="f95">
                <a:pos x="f167" y="f168"/>
              </a:cxn>
              <a:cxn ang="f95">
                <a:pos x="f169" y="f170"/>
              </a:cxn>
              <a:cxn ang="f95">
                <a:pos x="f171" y="f172"/>
              </a:cxn>
              <a:cxn ang="f95">
                <a:pos x="f173" y="f174"/>
              </a:cxn>
              <a:cxn ang="f95">
                <a:pos x="f175" y="f176"/>
              </a:cxn>
              <a:cxn ang="f95">
                <a:pos x="f177" y="f178"/>
              </a:cxn>
              <a:cxn ang="f95">
                <a:pos x="f165" y="f166"/>
              </a:cxn>
            </a:cxnLst>
            <a:rect l="f150" t="f153" r="f151" b="f152"/>
            <a:pathLst>
              <a:path w="121914" h="240585">
                <a:moveTo>
                  <a:pt x="f8" y="f7"/>
                </a:moveTo>
                <a:cubicBezTo>
                  <a:pt x="f9" y="f7"/>
                  <a:pt x="f10" y="f11"/>
                  <a:pt x="f10" y="f12"/>
                </a:cubicBezTo>
                <a:cubicBezTo>
                  <a:pt x="f13" y="f14"/>
                  <a:pt x="f15" y="f16"/>
                  <a:pt x="f17" y="f18"/>
                </a:cubicBezTo>
                <a:cubicBezTo>
                  <a:pt x="f19" y="f20"/>
                  <a:pt x="f21" y="f22"/>
                  <a:pt x="f23" y="f24"/>
                </a:cubicBezTo>
                <a:cubicBezTo>
                  <a:pt x="f25" y="f26"/>
                  <a:pt x="f27" y="f22"/>
                  <a:pt x="f8" y="f28"/>
                </a:cubicBezTo>
                <a:cubicBezTo>
                  <a:pt x="f29" y="f30"/>
                  <a:pt x="f31" y="f32"/>
                  <a:pt x="f6" y="f33"/>
                </a:cubicBezTo>
                <a:cubicBezTo>
                  <a:pt x="f31" y="f34"/>
                  <a:pt x="f35" y="f7"/>
                  <a:pt x="f8" y="f7"/>
                </a:cubicBezTo>
                <a:cubicBezTo>
                  <a:pt x="f8" y="f7"/>
                  <a:pt x="f8" y="f7"/>
                  <a:pt x="f8" y="f7"/>
                </a:cubicBezTo>
                <a:close/>
                <a:moveTo>
                  <a:pt x="f36" y="f10"/>
                </a:moveTo>
                <a:cubicBezTo>
                  <a:pt x="f37" y="f10"/>
                  <a:pt x="f38" y="f13"/>
                  <a:pt x="f39" y="f15"/>
                </a:cubicBezTo>
                <a:cubicBezTo>
                  <a:pt x="f40" y="f41"/>
                  <a:pt x="f42" y="f43"/>
                  <a:pt x="f44" y="f45"/>
                </a:cubicBezTo>
                <a:cubicBezTo>
                  <a:pt x="f46" y="f47"/>
                  <a:pt x="f46" y="f48"/>
                  <a:pt x="f49" y="f44"/>
                </a:cubicBezTo>
                <a:cubicBezTo>
                  <a:pt x="f50" y="f46"/>
                  <a:pt x="f42" y="f46"/>
                  <a:pt x="f51" y="f49"/>
                </a:cubicBezTo>
                <a:cubicBezTo>
                  <a:pt x="f52" y="f51"/>
                  <a:pt x="f36" y="f39"/>
                  <a:pt x="f53" y="f54"/>
                </a:cubicBezTo>
                <a:cubicBezTo>
                  <a:pt x="f17" y="f55"/>
                  <a:pt x="f19" y="f23"/>
                  <a:pt x="f56" y="f13"/>
                </a:cubicBezTo>
                <a:cubicBezTo>
                  <a:pt x="f41" y="f10"/>
                  <a:pt x="f57" y="f10"/>
                  <a:pt x="f36" y="f10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4" name="Freeform: Shape 146">
            <a:extLst>
              <a:ext uri="{FF2B5EF4-FFF2-40B4-BE49-F238E27FC236}">
                <a16:creationId xmlns:a16="http://schemas.microsoft.com/office/drawing/2014/main" id="{DF5DAF33-4F11-9451-B31E-D4537C7CBD3F}"/>
              </a:ext>
            </a:extLst>
          </p:cNvPr>
          <p:cNvSpPr/>
          <p:nvPr/>
        </p:nvSpPr>
        <p:spPr>
          <a:xfrm>
            <a:off x="9281624" y="5217424"/>
            <a:ext cx="14324" cy="2708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5964"/>
              <a:gd name="f7" fmla="val 74916"/>
              <a:gd name="f8" fmla="val 12239"/>
              <a:gd name="f9" fmla="val 74917"/>
              <a:gd name="f10" fmla="val 9913"/>
              <a:gd name="f11" fmla="val 2932"/>
              <a:gd name="f12" fmla="val 72590"/>
              <a:gd name="f13" fmla="val -1721"/>
              <a:gd name="f14" fmla="val 65609"/>
              <a:gd name="f15" fmla="val 605"/>
              <a:gd name="f16" fmla="val 58628"/>
              <a:gd name="f17" fmla="val 5259"/>
              <a:gd name="f18" fmla="val 42340"/>
              <a:gd name="f19" fmla="val 7586"/>
              <a:gd name="f20" fmla="val 28379"/>
              <a:gd name="f21" fmla="val 12091"/>
              <a:gd name="f22" fmla="val 5110"/>
              <a:gd name="f23" fmla="val 14566"/>
              <a:gd name="f24" fmla="val -1870"/>
              <a:gd name="f25" fmla="val 23874"/>
              <a:gd name="f26" fmla="val 456"/>
              <a:gd name="f27" fmla="val 30855"/>
              <a:gd name="f28" fmla="val 37835"/>
              <a:gd name="f29" fmla="val 7437"/>
              <a:gd name="f30" fmla="val 35508"/>
              <a:gd name="f31" fmla="val 16745"/>
              <a:gd name="f32" fmla="val 33182"/>
              <a:gd name="f33" fmla="val 33033"/>
              <a:gd name="f34" fmla="val 51648"/>
              <a:gd name="f35" fmla="val 26201"/>
              <a:gd name="f36" fmla="val 67936"/>
              <a:gd name="f37" fmla="val 19221"/>
              <a:gd name="f38" fmla="+- 0 0 -90"/>
              <a:gd name="f39" fmla="*/ f3 1 35964"/>
              <a:gd name="f40" fmla="*/ f4 1 74916"/>
              <a:gd name="f41" fmla="val f5"/>
              <a:gd name="f42" fmla="val f6"/>
              <a:gd name="f43" fmla="val f7"/>
              <a:gd name="f44" fmla="*/ f38 f0 1"/>
              <a:gd name="f45" fmla="+- f43 0 f41"/>
              <a:gd name="f46" fmla="+- f42 0 f41"/>
              <a:gd name="f47" fmla="*/ f44 1 f2"/>
              <a:gd name="f48" fmla="*/ f46 1 35964"/>
              <a:gd name="f49" fmla="*/ f45 1 74916"/>
              <a:gd name="f50" fmla="*/ 12239 f46 1"/>
              <a:gd name="f51" fmla="*/ 74917 f45 1"/>
              <a:gd name="f52" fmla="*/ 9913 f46 1"/>
              <a:gd name="f53" fmla="*/ 605 f46 1"/>
              <a:gd name="f54" fmla="*/ 58628 f45 1"/>
              <a:gd name="f55" fmla="*/ 7586 f46 1"/>
              <a:gd name="f56" fmla="*/ 12091 f45 1"/>
              <a:gd name="f57" fmla="*/ 23874 f46 1"/>
              <a:gd name="f58" fmla="*/ 456 f45 1"/>
              <a:gd name="f59" fmla="*/ 35508 f46 1"/>
              <a:gd name="f60" fmla="*/ 16745 f45 1"/>
              <a:gd name="f61" fmla="*/ 26201 f46 1"/>
              <a:gd name="f62" fmla="*/ 67936 f45 1"/>
              <a:gd name="f63" fmla="+- f47 0 f1"/>
              <a:gd name="f64" fmla="*/ f50 1 35964"/>
              <a:gd name="f65" fmla="*/ f51 1 74916"/>
              <a:gd name="f66" fmla="*/ f52 1 35964"/>
              <a:gd name="f67" fmla="*/ f53 1 35964"/>
              <a:gd name="f68" fmla="*/ f54 1 74916"/>
              <a:gd name="f69" fmla="*/ f55 1 35964"/>
              <a:gd name="f70" fmla="*/ f56 1 74916"/>
              <a:gd name="f71" fmla="*/ f57 1 35964"/>
              <a:gd name="f72" fmla="*/ f58 1 74916"/>
              <a:gd name="f73" fmla="*/ f59 1 35964"/>
              <a:gd name="f74" fmla="*/ f60 1 74916"/>
              <a:gd name="f75" fmla="*/ f61 1 35964"/>
              <a:gd name="f76" fmla="*/ f62 1 74916"/>
              <a:gd name="f77" fmla="*/ f41 1 f48"/>
              <a:gd name="f78" fmla="*/ f42 1 f48"/>
              <a:gd name="f79" fmla="*/ f41 1 f49"/>
              <a:gd name="f80" fmla="*/ f43 1 f49"/>
              <a:gd name="f81" fmla="*/ f64 1 f48"/>
              <a:gd name="f82" fmla="*/ f65 1 f49"/>
              <a:gd name="f83" fmla="*/ f66 1 f48"/>
              <a:gd name="f84" fmla="*/ f67 1 f48"/>
              <a:gd name="f85" fmla="*/ f68 1 f49"/>
              <a:gd name="f86" fmla="*/ f69 1 f48"/>
              <a:gd name="f87" fmla="*/ f70 1 f49"/>
              <a:gd name="f88" fmla="*/ f71 1 f48"/>
              <a:gd name="f89" fmla="*/ f72 1 f49"/>
              <a:gd name="f90" fmla="*/ f73 1 f48"/>
              <a:gd name="f91" fmla="*/ f74 1 f49"/>
              <a:gd name="f92" fmla="*/ f75 1 f48"/>
              <a:gd name="f93" fmla="*/ f76 1 f49"/>
              <a:gd name="f94" fmla="*/ f77 f39 1"/>
              <a:gd name="f95" fmla="*/ f78 f39 1"/>
              <a:gd name="f96" fmla="*/ f80 f40 1"/>
              <a:gd name="f97" fmla="*/ f79 f40 1"/>
              <a:gd name="f98" fmla="*/ f81 f39 1"/>
              <a:gd name="f99" fmla="*/ f82 f40 1"/>
              <a:gd name="f100" fmla="*/ f83 f39 1"/>
              <a:gd name="f101" fmla="*/ f84 f39 1"/>
              <a:gd name="f102" fmla="*/ f85 f40 1"/>
              <a:gd name="f103" fmla="*/ f86 f39 1"/>
              <a:gd name="f104" fmla="*/ f87 f40 1"/>
              <a:gd name="f105" fmla="*/ f88 f39 1"/>
              <a:gd name="f106" fmla="*/ f89 f40 1"/>
              <a:gd name="f107" fmla="*/ f90 f39 1"/>
              <a:gd name="f108" fmla="*/ f91 f40 1"/>
              <a:gd name="f109" fmla="*/ f92 f39 1"/>
              <a:gd name="f110" fmla="*/ f93 f4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3">
                <a:pos x="f98" y="f99"/>
              </a:cxn>
              <a:cxn ang="f63">
                <a:pos x="f100" y="f99"/>
              </a:cxn>
              <a:cxn ang="f63">
                <a:pos x="f101" y="f102"/>
              </a:cxn>
              <a:cxn ang="f63">
                <a:pos x="f103" y="f104"/>
              </a:cxn>
              <a:cxn ang="f63">
                <a:pos x="f105" y="f106"/>
              </a:cxn>
              <a:cxn ang="f63">
                <a:pos x="f107" y="f108"/>
              </a:cxn>
              <a:cxn ang="f63">
                <a:pos x="f109" y="f110"/>
              </a:cxn>
              <a:cxn ang="f63">
                <a:pos x="f98" y="f99"/>
              </a:cxn>
            </a:cxnLst>
            <a:rect l="f94" t="f97" r="f95" b="f96"/>
            <a:pathLst>
              <a:path w="35964" h="74916">
                <a:moveTo>
                  <a:pt x="f8" y="f9"/>
                </a:moveTo>
                <a:cubicBezTo>
                  <a:pt x="f8" y="f9"/>
                  <a:pt x="f10" y="f9"/>
                  <a:pt x="f10" y="f9"/>
                </a:cubicBezTo>
                <a:cubicBezTo>
                  <a:pt x="f11" y="f12"/>
                  <a:pt x="f13" y="f14"/>
                  <a:pt x="f15" y="f16"/>
                </a:cubicBezTo>
                <a:cubicBezTo>
                  <a:pt x="f17" y="f18"/>
                  <a:pt x="f19" y="f20"/>
                  <a:pt x="f19" y="f21"/>
                </a:cubicBezTo>
                <a:cubicBezTo>
                  <a:pt x="f19" y="f22"/>
                  <a:pt x="f23" y="f24"/>
                  <a:pt x="f25" y="f26"/>
                </a:cubicBezTo>
                <a:cubicBezTo>
                  <a:pt x="f27" y="f26"/>
                  <a:pt x="f28" y="f29"/>
                  <a:pt x="f30" y="f31"/>
                </a:cubicBezTo>
                <a:cubicBezTo>
                  <a:pt x="f32" y="f33"/>
                  <a:pt x="f27" y="f34"/>
                  <a:pt x="f35" y="f36"/>
                </a:cubicBezTo>
                <a:cubicBezTo>
                  <a:pt x="f25" y="f12"/>
                  <a:pt x="f37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5" name="Freeform: Shape 147">
            <a:extLst>
              <a:ext uri="{FF2B5EF4-FFF2-40B4-BE49-F238E27FC236}">
                <a16:creationId xmlns:a16="http://schemas.microsoft.com/office/drawing/2014/main" id="{C28FD81D-2D1D-7453-4F9B-E4455C99DB22}"/>
              </a:ext>
            </a:extLst>
          </p:cNvPr>
          <p:cNvSpPr/>
          <p:nvPr/>
        </p:nvSpPr>
        <p:spPr>
          <a:xfrm>
            <a:off x="8982064" y="5064930"/>
            <a:ext cx="237739" cy="21575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96857"/>
              <a:gd name="f7" fmla="val 596762"/>
              <a:gd name="f8" fmla="val 63908"/>
              <a:gd name="f9" fmla="val 596763"/>
              <a:gd name="f10" fmla="val 59254"/>
              <a:gd name="f11" fmla="val 54600"/>
              <a:gd name="f12" fmla="val 594436"/>
              <a:gd name="f13" fmla="val 52273"/>
              <a:gd name="f14" fmla="val 589782"/>
              <a:gd name="f15" fmla="val -36148"/>
              <a:gd name="f16" fmla="val 436208"/>
              <a:gd name="f17" fmla="val -10552"/>
              <a:gd name="f18" fmla="val 240750"/>
              <a:gd name="f19" fmla="val 115099"/>
              <a:gd name="f20" fmla="val -10553"/>
              <a:gd name="f21" fmla="val 436209"/>
              <a:gd name="f22" fmla="val 56927"/>
              <a:gd name="f23" fmla="val 599090"/>
              <a:gd name="f24" fmla="val 70888"/>
              <a:gd name="f25" fmla="val 77869"/>
              <a:gd name="f26" fmla="val 582802"/>
              <a:gd name="f27" fmla="val 80196"/>
              <a:gd name="f28" fmla="val 575821"/>
              <a:gd name="f29" fmla="val 75542"/>
              <a:gd name="f30" fmla="val 433882"/>
              <a:gd name="f31" fmla="val -5899"/>
              <a:gd name="f32" fmla="val 252385"/>
              <a:gd name="f33" fmla="val 17370"/>
              <a:gd name="f34" fmla="val 136041"/>
              <a:gd name="f35" fmla="val 133714"/>
              <a:gd name="f36" fmla="val 19697"/>
              <a:gd name="f37" fmla="val 250058"/>
              <a:gd name="f38" fmla="val 431555"/>
              <a:gd name="f39" fmla="val 573494"/>
              <a:gd name="f40" fmla="val 82523"/>
              <a:gd name="f41" fmla="val 580475"/>
              <a:gd name="f42" fmla="val 73215"/>
              <a:gd name="f43" fmla="val 592109"/>
              <a:gd name="f44" fmla="val 68561"/>
              <a:gd name="f45" fmla="val 66235"/>
              <a:gd name="f46" fmla="+- 0 0 -90"/>
              <a:gd name="f47" fmla="*/ f3 1 596857"/>
              <a:gd name="f48" fmla="*/ f4 1 596762"/>
              <a:gd name="f49" fmla="val f5"/>
              <a:gd name="f50" fmla="val f6"/>
              <a:gd name="f51" fmla="val f7"/>
              <a:gd name="f52" fmla="*/ f46 f0 1"/>
              <a:gd name="f53" fmla="+- f51 0 f49"/>
              <a:gd name="f54" fmla="+- f50 0 f49"/>
              <a:gd name="f55" fmla="*/ f52 1 f2"/>
              <a:gd name="f56" fmla="*/ f54 1 596857"/>
              <a:gd name="f57" fmla="*/ f53 1 596762"/>
              <a:gd name="f58" fmla="*/ 63908 f54 1"/>
              <a:gd name="f59" fmla="*/ 596763 f53 1"/>
              <a:gd name="f60" fmla="*/ 52273 f54 1"/>
              <a:gd name="f61" fmla="*/ 589782 f53 1"/>
              <a:gd name="f62" fmla="*/ 115099 f54 1"/>
              <a:gd name="f63" fmla="*/ 115099 f53 1"/>
              <a:gd name="f64" fmla="*/ 589782 f54 1"/>
              <a:gd name="f65" fmla="*/ 52273 f53 1"/>
              <a:gd name="f66" fmla="*/ 594436 f54 1"/>
              <a:gd name="f67" fmla="*/ 70888 f53 1"/>
              <a:gd name="f68" fmla="*/ 575821 f54 1"/>
              <a:gd name="f69" fmla="*/ 75542 f53 1"/>
              <a:gd name="f70" fmla="*/ 136041 f54 1"/>
              <a:gd name="f71" fmla="*/ 133714 f53 1"/>
              <a:gd name="f72" fmla="*/ 77869 f54 1"/>
              <a:gd name="f73" fmla="*/ 573494 f53 1"/>
              <a:gd name="f74" fmla="*/ 73215 f54 1"/>
              <a:gd name="f75" fmla="*/ 592109 f53 1"/>
              <a:gd name="f76" fmla="+- f55 0 f1"/>
              <a:gd name="f77" fmla="*/ f58 1 596857"/>
              <a:gd name="f78" fmla="*/ f59 1 596762"/>
              <a:gd name="f79" fmla="*/ f60 1 596857"/>
              <a:gd name="f80" fmla="*/ f61 1 596762"/>
              <a:gd name="f81" fmla="*/ f62 1 596857"/>
              <a:gd name="f82" fmla="*/ f63 1 596762"/>
              <a:gd name="f83" fmla="*/ f64 1 596857"/>
              <a:gd name="f84" fmla="*/ f65 1 596762"/>
              <a:gd name="f85" fmla="*/ f66 1 596857"/>
              <a:gd name="f86" fmla="*/ f67 1 596762"/>
              <a:gd name="f87" fmla="*/ f68 1 596857"/>
              <a:gd name="f88" fmla="*/ f69 1 596762"/>
              <a:gd name="f89" fmla="*/ f70 1 596857"/>
              <a:gd name="f90" fmla="*/ f71 1 596762"/>
              <a:gd name="f91" fmla="*/ f72 1 596857"/>
              <a:gd name="f92" fmla="*/ f73 1 596762"/>
              <a:gd name="f93" fmla="*/ f74 1 596857"/>
              <a:gd name="f94" fmla="*/ f75 1 596762"/>
              <a:gd name="f95" fmla="*/ f49 1 f56"/>
              <a:gd name="f96" fmla="*/ f50 1 f56"/>
              <a:gd name="f97" fmla="*/ f49 1 f57"/>
              <a:gd name="f98" fmla="*/ f51 1 f57"/>
              <a:gd name="f99" fmla="*/ f77 1 f56"/>
              <a:gd name="f100" fmla="*/ f78 1 f57"/>
              <a:gd name="f101" fmla="*/ f79 1 f56"/>
              <a:gd name="f102" fmla="*/ f80 1 f57"/>
              <a:gd name="f103" fmla="*/ f81 1 f56"/>
              <a:gd name="f104" fmla="*/ f82 1 f57"/>
              <a:gd name="f105" fmla="*/ f83 1 f56"/>
              <a:gd name="f106" fmla="*/ f84 1 f57"/>
              <a:gd name="f107" fmla="*/ f85 1 f56"/>
              <a:gd name="f108" fmla="*/ f86 1 f57"/>
              <a:gd name="f109" fmla="*/ f87 1 f56"/>
              <a:gd name="f110" fmla="*/ f88 1 f57"/>
              <a:gd name="f111" fmla="*/ f89 1 f56"/>
              <a:gd name="f112" fmla="*/ f90 1 f57"/>
              <a:gd name="f113" fmla="*/ f91 1 f56"/>
              <a:gd name="f114" fmla="*/ f92 1 f57"/>
              <a:gd name="f115" fmla="*/ f93 1 f56"/>
              <a:gd name="f116" fmla="*/ f94 1 f57"/>
              <a:gd name="f117" fmla="*/ f95 f47 1"/>
              <a:gd name="f118" fmla="*/ f96 f47 1"/>
              <a:gd name="f119" fmla="*/ f98 f48 1"/>
              <a:gd name="f120" fmla="*/ f97 f48 1"/>
              <a:gd name="f121" fmla="*/ f99 f47 1"/>
              <a:gd name="f122" fmla="*/ f100 f48 1"/>
              <a:gd name="f123" fmla="*/ f101 f47 1"/>
              <a:gd name="f124" fmla="*/ f102 f48 1"/>
              <a:gd name="f125" fmla="*/ f103 f47 1"/>
              <a:gd name="f126" fmla="*/ f104 f48 1"/>
              <a:gd name="f127" fmla="*/ f105 f47 1"/>
              <a:gd name="f128" fmla="*/ f106 f48 1"/>
              <a:gd name="f129" fmla="*/ f107 f47 1"/>
              <a:gd name="f130" fmla="*/ f108 f48 1"/>
              <a:gd name="f131" fmla="*/ f109 f47 1"/>
              <a:gd name="f132" fmla="*/ f110 f48 1"/>
              <a:gd name="f133" fmla="*/ f111 f47 1"/>
              <a:gd name="f134" fmla="*/ f112 f48 1"/>
              <a:gd name="f135" fmla="*/ f113 f47 1"/>
              <a:gd name="f136" fmla="*/ f114 f48 1"/>
              <a:gd name="f137" fmla="*/ f115 f47 1"/>
              <a:gd name="f138" fmla="*/ f116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6">
                <a:pos x="f121" y="f122"/>
              </a:cxn>
              <a:cxn ang="f76">
                <a:pos x="f123" y="f124"/>
              </a:cxn>
              <a:cxn ang="f76">
                <a:pos x="f125" y="f126"/>
              </a:cxn>
              <a:cxn ang="f76">
                <a:pos x="f127" y="f128"/>
              </a:cxn>
              <a:cxn ang="f76">
                <a:pos x="f129" y="f130"/>
              </a:cxn>
              <a:cxn ang="f76">
                <a:pos x="f131" y="f132"/>
              </a:cxn>
              <a:cxn ang="f76">
                <a:pos x="f133" y="f134"/>
              </a:cxn>
              <a:cxn ang="f76">
                <a:pos x="f135" y="f136"/>
              </a:cxn>
              <a:cxn ang="f76">
                <a:pos x="f137" y="f138"/>
              </a:cxn>
              <a:cxn ang="f76">
                <a:pos x="f121" y="f122"/>
              </a:cxn>
            </a:cxnLst>
            <a:rect l="f117" t="f120" r="f118" b="f119"/>
            <a:pathLst>
              <a:path w="596857" h="596762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7" y="f18"/>
                  <a:pt x="f19" y="f19"/>
                </a:cubicBezTo>
                <a:cubicBezTo>
                  <a:pt x="f18" y="f20"/>
                  <a:pt x="f21" y="f15"/>
                  <a:pt x="f14" y="f13"/>
                </a:cubicBezTo>
                <a:cubicBezTo>
                  <a:pt x="f9" y="f22"/>
                  <a:pt x="f23" y="f8"/>
                  <a:pt x="f12" y="f24"/>
                </a:cubicBezTo>
                <a:cubicBezTo>
                  <a:pt x="f14" y="f25"/>
                  <a:pt x="f26" y="f27"/>
                  <a:pt x="f28" y="f29"/>
                </a:cubicBezTo>
                <a:cubicBezTo>
                  <a:pt x="f30" y="f31"/>
                  <a:pt x="f32" y="f33"/>
                  <a:pt x="f34" y="f35"/>
                </a:cubicBezTo>
                <a:cubicBezTo>
                  <a:pt x="f36" y="f37"/>
                  <a:pt x="f31" y="f38"/>
                  <a:pt x="f25" y="f39"/>
                </a:cubicBezTo>
                <a:cubicBezTo>
                  <a:pt x="f40" y="f41"/>
                  <a:pt x="f27" y="f14"/>
                  <a:pt x="f42" y="f43"/>
                </a:cubicBezTo>
                <a:cubicBezTo>
                  <a:pt x="f44" y="f9"/>
                  <a:pt x="f45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6" name="Freeform: Shape 148">
            <a:extLst>
              <a:ext uri="{FF2B5EF4-FFF2-40B4-BE49-F238E27FC236}">
                <a16:creationId xmlns:a16="http://schemas.microsoft.com/office/drawing/2014/main" id="{D22CFE61-5015-8AEB-F7BE-396ECA019A42}"/>
              </a:ext>
            </a:extLst>
          </p:cNvPr>
          <p:cNvSpPr/>
          <p:nvPr/>
        </p:nvSpPr>
        <p:spPr>
          <a:xfrm>
            <a:off x="9041698" y="5118739"/>
            <a:ext cx="197530" cy="17877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95910"/>
              <a:gd name="f7" fmla="val 494461"/>
              <a:gd name="f8" fmla="val 244607"/>
              <a:gd name="f9" fmla="val 494462"/>
              <a:gd name="f10" fmla="val 205051"/>
              <a:gd name="f11" fmla="val 163167"/>
              <a:gd name="f12" fmla="val 485154"/>
              <a:gd name="f13" fmla="val 125936"/>
              <a:gd name="f14" fmla="val 464212"/>
              <a:gd name="f15" fmla="val 118956"/>
              <a:gd name="f16" fmla="val 459559"/>
              <a:gd name="f17" fmla="val 116629"/>
              <a:gd name="f18" fmla="val 452578"/>
              <a:gd name="f19" fmla="val 121283"/>
              <a:gd name="f20" fmla="val 445597"/>
              <a:gd name="f21" fmla="val 438617"/>
              <a:gd name="f22" fmla="val 132917"/>
              <a:gd name="f23" fmla="val 436290"/>
              <a:gd name="f24" fmla="val 139898"/>
              <a:gd name="f25" fmla="val 440944"/>
              <a:gd name="f26" fmla="val 225993"/>
              <a:gd name="f27" fmla="val 487481"/>
              <a:gd name="f28" fmla="val 333029"/>
              <a:gd name="f29" fmla="val 471193"/>
              <a:gd name="f30" fmla="val 400509"/>
              <a:gd name="f31" fmla="val 403714"/>
              <a:gd name="f32" fmla="val 442392"/>
              <a:gd name="f33" fmla="val 361830"/>
              <a:gd name="f34" fmla="val 465661"/>
              <a:gd name="f35" fmla="val 308312"/>
              <a:gd name="f36" fmla="val 247813"/>
              <a:gd name="f37" fmla="val 189641"/>
              <a:gd name="f38" fmla="val 133796"/>
              <a:gd name="f39" fmla="val 91912"/>
              <a:gd name="f40" fmla="val 314414"/>
              <a:gd name="f41" fmla="val 5817"/>
              <a:gd name="f42" fmla="val 174801"/>
              <a:gd name="f43" fmla="val 91033"/>
              <a:gd name="f44" fmla="val 23554"/>
              <a:gd name="f45" fmla="val 159391"/>
              <a:gd name="f46" fmla="val 7266"/>
              <a:gd name="f47" fmla="val 268755"/>
              <a:gd name="f48" fmla="val 53803"/>
              <a:gd name="f49" fmla="val 352522"/>
              <a:gd name="f50" fmla="val 58457"/>
              <a:gd name="f51" fmla="val 359503"/>
              <a:gd name="f52" fmla="val 56130"/>
              <a:gd name="f53" fmla="val 368810"/>
              <a:gd name="f54" fmla="val 49150"/>
              <a:gd name="f55" fmla="val 371137"/>
              <a:gd name="f56" fmla="val 42169"/>
              <a:gd name="f57" fmla="val 375791"/>
              <a:gd name="f58" fmla="val 32861"/>
              <a:gd name="f59" fmla="val 373464"/>
              <a:gd name="f60" fmla="val 30534"/>
              <a:gd name="f61" fmla="val 366484"/>
              <a:gd name="f62" fmla="val -22984"/>
              <a:gd name="f63" fmla="val 271081"/>
              <a:gd name="f64" fmla="val -4369"/>
              <a:gd name="f65" fmla="val 150084"/>
              <a:gd name="f66" fmla="val 72418"/>
              <a:gd name="f67" fmla="val 73297"/>
              <a:gd name="f68" fmla="val 167821"/>
              <a:gd name="f69" fmla="val -24432"/>
              <a:gd name="f70" fmla="val 326048"/>
              <a:gd name="f71" fmla="val 423777"/>
              <a:gd name="f72" fmla="val 470315"/>
              <a:gd name="f73" fmla="val 119834"/>
              <a:gd name="f74" fmla="val 495911"/>
              <a:gd name="f75" fmla="val 182660"/>
              <a:gd name="f76" fmla="val 312965"/>
              <a:gd name="f77" fmla="val 422329"/>
              <a:gd name="f78" fmla="val 372586"/>
              <a:gd name="f79" fmla="val 468866"/>
              <a:gd name="f80" fmla="val 307433"/>
              <a:gd name="f81" fmla="+- 0 0 -90"/>
              <a:gd name="f82" fmla="*/ f3 1 495910"/>
              <a:gd name="f83" fmla="*/ f4 1 494461"/>
              <a:gd name="f84" fmla="val f5"/>
              <a:gd name="f85" fmla="val f6"/>
              <a:gd name="f86" fmla="val f7"/>
              <a:gd name="f87" fmla="*/ f81 f0 1"/>
              <a:gd name="f88" fmla="+- f86 0 f84"/>
              <a:gd name="f89" fmla="+- f85 0 f84"/>
              <a:gd name="f90" fmla="*/ f87 1 f2"/>
              <a:gd name="f91" fmla="*/ f89 1 495910"/>
              <a:gd name="f92" fmla="*/ f88 1 494461"/>
              <a:gd name="f93" fmla="*/ 244607 f89 1"/>
              <a:gd name="f94" fmla="*/ 494462 f88 1"/>
              <a:gd name="f95" fmla="*/ 125936 f89 1"/>
              <a:gd name="f96" fmla="*/ 464212 f88 1"/>
              <a:gd name="f97" fmla="*/ 121283 f89 1"/>
              <a:gd name="f98" fmla="*/ 445597 f88 1"/>
              <a:gd name="f99" fmla="*/ 139898 f89 1"/>
              <a:gd name="f100" fmla="*/ 440944 f88 1"/>
              <a:gd name="f101" fmla="*/ 400509 f89 1"/>
              <a:gd name="f102" fmla="*/ 403714 f88 1"/>
              <a:gd name="f103" fmla="*/ 465661 f89 1"/>
              <a:gd name="f104" fmla="*/ 247813 f88 1"/>
              <a:gd name="f105" fmla="*/ 91912 f88 1"/>
              <a:gd name="f106" fmla="*/ 91033 f89 1"/>
              <a:gd name="f107" fmla="*/ 53803 f89 1"/>
              <a:gd name="f108" fmla="*/ 352522 f88 1"/>
              <a:gd name="f109" fmla="*/ 49150 f89 1"/>
              <a:gd name="f110" fmla="*/ 371137 f88 1"/>
              <a:gd name="f111" fmla="*/ 30534 f89 1"/>
              <a:gd name="f112" fmla="*/ 366484 f88 1"/>
              <a:gd name="f113" fmla="*/ 72418 f89 1"/>
              <a:gd name="f114" fmla="*/ 73297 f88 1"/>
              <a:gd name="f115" fmla="*/ 423777 f89 1"/>
              <a:gd name="f116" fmla="*/ 495911 f89 1"/>
              <a:gd name="f117" fmla="*/ 422329 f88 1"/>
              <a:gd name="f118" fmla="+- f90 0 f1"/>
              <a:gd name="f119" fmla="*/ f93 1 495910"/>
              <a:gd name="f120" fmla="*/ f94 1 494461"/>
              <a:gd name="f121" fmla="*/ f95 1 495910"/>
              <a:gd name="f122" fmla="*/ f96 1 494461"/>
              <a:gd name="f123" fmla="*/ f97 1 495910"/>
              <a:gd name="f124" fmla="*/ f98 1 494461"/>
              <a:gd name="f125" fmla="*/ f99 1 495910"/>
              <a:gd name="f126" fmla="*/ f100 1 494461"/>
              <a:gd name="f127" fmla="*/ f101 1 495910"/>
              <a:gd name="f128" fmla="*/ f102 1 494461"/>
              <a:gd name="f129" fmla="*/ f103 1 495910"/>
              <a:gd name="f130" fmla="*/ f104 1 494461"/>
              <a:gd name="f131" fmla="*/ f105 1 494461"/>
              <a:gd name="f132" fmla="*/ f106 1 495910"/>
              <a:gd name="f133" fmla="*/ f107 1 495910"/>
              <a:gd name="f134" fmla="*/ f108 1 494461"/>
              <a:gd name="f135" fmla="*/ f109 1 495910"/>
              <a:gd name="f136" fmla="*/ f110 1 494461"/>
              <a:gd name="f137" fmla="*/ f111 1 495910"/>
              <a:gd name="f138" fmla="*/ f112 1 494461"/>
              <a:gd name="f139" fmla="*/ f113 1 495910"/>
              <a:gd name="f140" fmla="*/ f114 1 494461"/>
              <a:gd name="f141" fmla="*/ f115 1 495910"/>
              <a:gd name="f142" fmla="*/ f116 1 495910"/>
              <a:gd name="f143" fmla="*/ f117 1 494461"/>
              <a:gd name="f144" fmla="*/ f84 1 f91"/>
              <a:gd name="f145" fmla="*/ f85 1 f91"/>
              <a:gd name="f146" fmla="*/ f84 1 f92"/>
              <a:gd name="f147" fmla="*/ f86 1 f92"/>
              <a:gd name="f148" fmla="*/ f119 1 f91"/>
              <a:gd name="f149" fmla="*/ f120 1 f92"/>
              <a:gd name="f150" fmla="*/ f121 1 f91"/>
              <a:gd name="f151" fmla="*/ f122 1 f92"/>
              <a:gd name="f152" fmla="*/ f123 1 f91"/>
              <a:gd name="f153" fmla="*/ f124 1 f92"/>
              <a:gd name="f154" fmla="*/ f125 1 f91"/>
              <a:gd name="f155" fmla="*/ f126 1 f92"/>
              <a:gd name="f156" fmla="*/ f127 1 f91"/>
              <a:gd name="f157" fmla="*/ f128 1 f92"/>
              <a:gd name="f158" fmla="*/ f129 1 f91"/>
              <a:gd name="f159" fmla="*/ f130 1 f92"/>
              <a:gd name="f160" fmla="*/ f131 1 f92"/>
              <a:gd name="f161" fmla="*/ f132 1 f91"/>
              <a:gd name="f162" fmla="*/ f133 1 f91"/>
              <a:gd name="f163" fmla="*/ f134 1 f92"/>
              <a:gd name="f164" fmla="*/ f135 1 f91"/>
              <a:gd name="f165" fmla="*/ f136 1 f92"/>
              <a:gd name="f166" fmla="*/ f137 1 f91"/>
              <a:gd name="f167" fmla="*/ f138 1 f92"/>
              <a:gd name="f168" fmla="*/ f139 1 f91"/>
              <a:gd name="f169" fmla="*/ f140 1 f92"/>
              <a:gd name="f170" fmla="*/ f141 1 f91"/>
              <a:gd name="f171" fmla="*/ f142 1 f91"/>
              <a:gd name="f172" fmla="*/ f143 1 f92"/>
              <a:gd name="f173" fmla="*/ f144 f82 1"/>
              <a:gd name="f174" fmla="*/ f145 f82 1"/>
              <a:gd name="f175" fmla="*/ f147 f83 1"/>
              <a:gd name="f176" fmla="*/ f146 f83 1"/>
              <a:gd name="f177" fmla="*/ f148 f82 1"/>
              <a:gd name="f178" fmla="*/ f149 f83 1"/>
              <a:gd name="f179" fmla="*/ f150 f82 1"/>
              <a:gd name="f180" fmla="*/ f151 f83 1"/>
              <a:gd name="f181" fmla="*/ f152 f82 1"/>
              <a:gd name="f182" fmla="*/ f153 f83 1"/>
              <a:gd name="f183" fmla="*/ f154 f82 1"/>
              <a:gd name="f184" fmla="*/ f155 f83 1"/>
              <a:gd name="f185" fmla="*/ f156 f82 1"/>
              <a:gd name="f186" fmla="*/ f157 f83 1"/>
              <a:gd name="f187" fmla="*/ f158 f82 1"/>
              <a:gd name="f188" fmla="*/ f159 f83 1"/>
              <a:gd name="f189" fmla="*/ f160 f83 1"/>
              <a:gd name="f190" fmla="*/ f161 f82 1"/>
              <a:gd name="f191" fmla="*/ f162 f82 1"/>
              <a:gd name="f192" fmla="*/ f163 f83 1"/>
              <a:gd name="f193" fmla="*/ f164 f82 1"/>
              <a:gd name="f194" fmla="*/ f165 f83 1"/>
              <a:gd name="f195" fmla="*/ f166 f82 1"/>
              <a:gd name="f196" fmla="*/ f167 f83 1"/>
              <a:gd name="f197" fmla="*/ f168 f82 1"/>
              <a:gd name="f198" fmla="*/ f169 f83 1"/>
              <a:gd name="f199" fmla="*/ f170 f82 1"/>
              <a:gd name="f200" fmla="*/ f171 f82 1"/>
              <a:gd name="f201" fmla="*/ f172 f8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18">
                <a:pos x="f177" y="f178"/>
              </a:cxn>
              <a:cxn ang="f118">
                <a:pos x="f179" y="f180"/>
              </a:cxn>
              <a:cxn ang="f118">
                <a:pos x="f181" y="f182"/>
              </a:cxn>
              <a:cxn ang="f118">
                <a:pos x="f183" y="f184"/>
              </a:cxn>
              <a:cxn ang="f118">
                <a:pos x="f185" y="f186"/>
              </a:cxn>
              <a:cxn ang="f118">
                <a:pos x="f187" y="f188"/>
              </a:cxn>
              <a:cxn ang="f118">
                <a:pos x="f185" y="f189"/>
              </a:cxn>
              <a:cxn ang="f118">
                <a:pos x="f190" y="f189"/>
              </a:cxn>
              <a:cxn ang="f118">
                <a:pos x="f191" y="f192"/>
              </a:cxn>
              <a:cxn ang="f118">
                <a:pos x="f193" y="f194"/>
              </a:cxn>
              <a:cxn ang="f118">
                <a:pos x="f195" y="f196"/>
              </a:cxn>
              <a:cxn ang="f118">
                <a:pos x="f197" y="f198"/>
              </a:cxn>
              <a:cxn ang="f118">
                <a:pos x="f199" y="f198"/>
              </a:cxn>
              <a:cxn ang="f118">
                <a:pos x="f200" y="f188"/>
              </a:cxn>
              <a:cxn ang="f118">
                <a:pos x="f199" y="f201"/>
              </a:cxn>
              <a:cxn ang="f118">
                <a:pos x="f177" y="f178"/>
              </a:cxn>
            </a:cxnLst>
            <a:rect l="f173" t="f176" r="f174" b="f175"/>
            <a:pathLst>
              <a:path w="495910" h="494461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13" y="f21"/>
                  <a:pt x="f22" y="f23"/>
                  <a:pt x="f24" y="f25"/>
                </a:cubicBezTo>
                <a:cubicBezTo>
                  <a:pt x="f26" y="f27"/>
                  <a:pt x="f28" y="f29"/>
                  <a:pt x="f30" y="f31"/>
                </a:cubicBezTo>
                <a:cubicBezTo>
                  <a:pt x="f32" y="f33"/>
                  <a:pt x="f34" y="f35"/>
                  <a:pt x="f34" y="f36"/>
                </a:cubicBezTo>
                <a:cubicBezTo>
                  <a:pt x="f34" y="f37"/>
                  <a:pt x="f32" y="f38"/>
                  <a:pt x="f30" y="f39"/>
                </a:cubicBezTo>
                <a:cubicBezTo>
                  <a:pt x="f40" y="f41"/>
                  <a:pt x="f42" y="f41"/>
                  <a:pt x="f43" y="f39"/>
                </a:cubicBezTo>
                <a:cubicBezTo>
                  <a:pt x="f44" y="f45"/>
                  <a:pt x="f46" y="f47"/>
                  <a:pt x="f48" y="f49"/>
                </a:cubicBezTo>
                <a:cubicBezTo>
                  <a:pt x="f50" y="f51"/>
                  <a:pt x="f52" y="f53"/>
                  <a:pt x="f54" y="f55"/>
                </a:cubicBezTo>
                <a:cubicBezTo>
                  <a:pt x="f56" y="f57"/>
                  <a:pt x="f58" y="f59"/>
                  <a:pt x="f60" y="f61"/>
                </a:cubicBezTo>
                <a:cubicBezTo>
                  <a:pt x="f62" y="f63"/>
                  <a:pt x="f64" y="f65"/>
                  <a:pt x="f66" y="f67"/>
                </a:cubicBezTo>
                <a:cubicBezTo>
                  <a:pt x="f68" y="f69"/>
                  <a:pt x="f70" y="f69"/>
                  <a:pt x="f71" y="f67"/>
                </a:cubicBezTo>
                <a:cubicBezTo>
                  <a:pt x="f72" y="f73"/>
                  <a:pt x="f74" y="f75"/>
                  <a:pt x="f74" y="f36"/>
                </a:cubicBezTo>
                <a:cubicBezTo>
                  <a:pt x="f74" y="f76"/>
                  <a:pt x="f72" y="f57"/>
                  <a:pt x="f71" y="f77"/>
                </a:cubicBezTo>
                <a:cubicBezTo>
                  <a:pt x="f78" y="f79"/>
                  <a:pt x="f80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7" name="Freeform: Shape 149">
            <a:extLst>
              <a:ext uri="{FF2B5EF4-FFF2-40B4-BE49-F238E27FC236}">
                <a16:creationId xmlns:a16="http://schemas.microsoft.com/office/drawing/2014/main" id="{45C85FB2-822C-F493-D310-AAD4C57D2B53}"/>
              </a:ext>
            </a:extLst>
          </p:cNvPr>
          <p:cNvSpPr/>
          <p:nvPr/>
        </p:nvSpPr>
        <p:spPr>
          <a:xfrm>
            <a:off x="9088049" y="5161435"/>
            <a:ext cx="100898" cy="9233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53313"/>
              <a:gd name="f7" fmla="val 255374"/>
              <a:gd name="f8" fmla="val 128243"/>
              <a:gd name="f9" fmla="val 255375"/>
              <a:gd name="f10" fmla="val 121263"/>
              <a:gd name="f11" fmla="val 111956"/>
              <a:gd name="f12" fmla="val 104975"/>
              <a:gd name="f13" fmla="val 253048"/>
              <a:gd name="f14" fmla="val 97994"/>
              <a:gd name="f15" fmla="val 250721"/>
              <a:gd name="f16" fmla="val 93340"/>
              <a:gd name="f17" fmla="val 243741"/>
              <a:gd name="f18" fmla="val 236760"/>
              <a:gd name="f19" fmla="val 95667"/>
              <a:gd name="f20" fmla="val 229779"/>
              <a:gd name="f21" fmla="val 102648"/>
              <a:gd name="f22" fmla="val 225126"/>
              <a:gd name="f23" fmla="val 109629"/>
              <a:gd name="f24" fmla="val 142205"/>
              <a:gd name="f25" fmla="val 232106"/>
              <a:gd name="f26" fmla="val 174781"/>
              <a:gd name="f27" fmla="val 220472"/>
              <a:gd name="f28" fmla="val 198050"/>
              <a:gd name="f29" fmla="val 197203"/>
              <a:gd name="f30" fmla="val 235280"/>
              <a:gd name="f31" fmla="val 159973"/>
              <a:gd name="f32" fmla="val 97147"/>
              <a:gd name="f33" fmla="val 57590"/>
              <a:gd name="f34" fmla="val 160820"/>
              <a:gd name="f35" fmla="val 18033"/>
              <a:gd name="f36" fmla="val 20360"/>
              <a:gd name="f37" fmla="val 58437"/>
              <a:gd name="f38" fmla="val 30515"/>
              <a:gd name="f39" fmla="val 85513"/>
              <a:gd name="f40" fmla="val 23534"/>
              <a:gd name="f41" fmla="val 125070"/>
              <a:gd name="f42" fmla="val 35168"/>
              <a:gd name="f43" fmla="val 37495"/>
              <a:gd name="f44" fmla="val 166954"/>
              <a:gd name="f45" fmla="val 32841"/>
              <a:gd name="f46" fmla="val 176261"/>
              <a:gd name="f47" fmla="val 25861"/>
              <a:gd name="f48" fmla="val 178588"/>
              <a:gd name="f49" fmla="val 18881"/>
              <a:gd name="f50" fmla="val 180915"/>
              <a:gd name="f51" fmla="val 9572"/>
              <a:gd name="f52" fmla="val 7246"/>
              <a:gd name="f53" fmla="val 169280"/>
              <a:gd name="f54" fmla="val -9042"/>
              <a:gd name="f55" fmla="val 122743"/>
              <a:gd name="f56" fmla="val 2592"/>
              <a:gd name="f57" fmla="val 71552"/>
              <a:gd name="f58" fmla="val 36648"/>
              <a:gd name="f59" fmla="val 86360"/>
              <a:gd name="f60" fmla="val -12216"/>
              <a:gd name="f61" fmla="val 167801"/>
              <a:gd name="f62" fmla="val 216665"/>
              <a:gd name="f63" fmla="val 265529"/>
              <a:gd name="f64" fmla="val 215818"/>
              <a:gd name="f65" fmla="val 193397"/>
              <a:gd name="f66" fmla="val 241414"/>
              <a:gd name="f67" fmla="+- 0 0 -90"/>
              <a:gd name="f68" fmla="*/ f3 1 253313"/>
              <a:gd name="f69" fmla="*/ f4 1 255374"/>
              <a:gd name="f70" fmla="val f5"/>
              <a:gd name="f71" fmla="val f6"/>
              <a:gd name="f72" fmla="val f7"/>
              <a:gd name="f73" fmla="*/ f67 f0 1"/>
              <a:gd name="f74" fmla="+- f72 0 f70"/>
              <a:gd name="f75" fmla="+- f71 0 f70"/>
              <a:gd name="f76" fmla="*/ f73 1 f2"/>
              <a:gd name="f77" fmla="*/ f75 1 253313"/>
              <a:gd name="f78" fmla="*/ f74 1 255374"/>
              <a:gd name="f79" fmla="*/ 128243 f75 1"/>
              <a:gd name="f80" fmla="*/ 255375 f74 1"/>
              <a:gd name="f81" fmla="*/ 104975 f75 1"/>
              <a:gd name="f82" fmla="*/ 253048 f74 1"/>
              <a:gd name="f83" fmla="*/ 93340 f75 1"/>
              <a:gd name="f84" fmla="*/ 236760 f74 1"/>
              <a:gd name="f85" fmla="*/ 109629 f75 1"/>
              <a:gd name="f86" fmla="*/ 225126 f74 1"/>
              <a:gd name="f87" fmla="*/ 198050 f75 1"/>
              <a:gd name="f88" fmla="*/ 197203 f74 1"/>
              <a:gd name="f89" fmla="*/ 57590 f74 1"/>
              <a:gd name="f90" fmla="*/ 58437 f75 1"/>
              <a:gd name="f91" fmla="*/ 35168 f75 1"/>
              <a:gd name="f92" fmla="*/ 159973 f74 1"/>
              <a:gd name="f93" fmla="*/ 25861 f75 1"/>
              <a:gd name="f94" fmla="*/ 178588 f74 1"/>
              <a:gd name="f95" fmla="*/ 7246 f75 1"/>
              <a:gd name="f96" fmla="*/ 169280 f74 1"/>
              <a:gd name="f97" fmla="*/ 37495 f75 1"/>
              <a:gd name="f98" fmla="*/ 36648 f74 1"/>
              <a:gd name="f99" fmla="*/ 216665 f75 1"/>
              <a:gd name="f100" fmla="*/ 215818 f74 1"/>
              <a:gd name="f101" fmla="+- f76 0 f1"/>
              <a:gd name="f102" fmla="*/ f79 1 253313"/>
              <a:gd name="f103" fmla="*/ f80 1 255374"/>
              <a:gd name="f104" fmla="*/ f81 1 253313"/>
              <a:gd name="f105" fmla="*/ f82 1 255374"/>
              <a:gd name="f106" fmla="*/ f83 1 253313"/>
              <a:gd name="f107" fmla="*/ f84 1 255374"/>
              <a:gd name="f108" fmla="*/ f85 1 253313"/>
              <a:gd name="f109" fmla="*/ f86 1 255374"/>
              <a:gd name="f110" fmla="*/ f87 1 253313"/>
              <a:gd name="f111" fmla="*/ f88 1 255374"/>
              <a:gd name="f112" fmla="*/ f89 1 255374"/>
              <a:gd name="f113" fmla="*/ f90 1 253313"/>
              <a:gd name="f114" fmla="*/ f91 1 253313"/>
              <a:gd name="f115" fmla="*/ f92 1 255374"/>
              <a:gd name="f116" fmla="*/ f93 1 253313"/>
              <a:gd name="f117" fmla="*/ f94 1 255374"/>
              <a:gd name="f118" fmla="*/ f95 1 253313"/>
              <a:gd name="f119" fmla="*/ f96 1 255374"/>
              <a:gd name="f120" fmla="*/ f97 1 253313"/>
              <a:gd name="f121" fmla="*/ f98 1 255374"/>
              <a:gd name="f122" fmla="*/ f99 1 253313"/>
              <a:gd name="f123" fmla="*/ f100 1 255374"/>
              <a:gd name="f124" fmla="*/ f70 1 f77"/>
              <a:gd name="f125" fmla="*/ f71 1 f77"/>
              <a:gd name="f126" fmla="*/ f70 1 f78"/>
              <a:gd name="f127" fmla="*/ f72 1 f78"/>
              <a:gd name="f128" fmla="*/ f102 1 f77"/>
              <a:gd name="f129" fmla="*/ f103 1 f78"/>
              <a:gd name="f130" fmla="*/ f104 1 f77"/>
              <a:gd name="f131" fmla="*/ f105 1 f78"/>
              <a:gd name="f132" fmla="*/ f106 1 f77"/>
              <a:gd name="f133" fmla="*/ f107 1 f78"/>
              <a:gd name="f134" fmla="*/ f108 1 f77"/>
              <a:gd name="f135" fmla="*/ f109 1 f78"/>
              <a:gd name="f136" fmla="*/ f110 1 f77"/>
              <a:gd name="f137" fmla="*/ f111 1 f78"/>
              <a:gd name="f138" fmla="*/ f112 1 f78"/>
              <a:gd name="f139" fmla="*/ f113 1 f77"/>
              <a:gd name="f140" fmla="*/ f114 1 f77"/>
              <a:gd name="f141" fmla="*/ f115 1 f78"/>
              <a:gd name="f142" fmla="*/ f116 1 f77"/>
              <a:gd name="f143" fmla="*/ f117 1 f78"/>
              <a:gd name="f144" fmla="*/ f118 1 f77"/>
              <a:gd name="f145" fmla="*/ f119 1 f78"/>
              <a:gd name="f146" fmla="*/ f120 1 f77"/>
              <a:gd name="f147" fmla="*/ f121 1 f78"/>
              <a:gd name="f148" fmla="*/ f122 1 f77"/>
              <a:gd name="f149" fmla="*/ f123 1 f78"/>
              <a:gd name="f150" fmla="*/ f124 f68 1"/>
              <a:gd name="f151" fmla="*/ f125 f68 1"/>
              <a:gd name="f152" fmla="*/ f127 f69 1"/>
              <a:gd name="f153" fmla="*/ f126 f69 1"/>
              <a:gd name="f154" fmla="*/ f128 f68 1"/>
              <a:gd name="f155" fmla="*/ f129 f69 1"/>
              <a:gd name="f156" fmla="*/ f130 f68 1"/>
              <a:gd name="f157" fmla="*/ f131 f69 1"/>
              <a:gd name="f158" fmla="*/ f132 f68 1"/>
              <a:gd name="f159" fmla="*/ f133 f69 1"/>
              <a:gd name="f160" fmla="*/ f134 f68 1"/>
              <a:gd name="f161" fmla="*/ f135 f69 1"/>
              <a:gd name="f162" fmla="*/ f136 f68 1"/>
              <a:gd name="f163" fmla="*/ f137 f69 1"/>
              <a:gd name="f164" fmla="*/ f138 f69 1"/>
              <a:gd name="f165" fmla="*/ f139 f68 1"/>
              <a:gd name="f166" fmla="*/ f140 f68 1"/>
              <a:gd name="f167" fmla="*/ f141 f69 1"/>
              <a:gd name="f168" fmla="*/ f142 f68 1"/>
              <a:gd name="f169" fmla="*/ f143 f69 1"/>
              <a:gd name="f170" fmla="*/ f144 f68 1"/>
              <a:gd name="f171" fmla="*/ f145 f69 1"/>
              <a:gd name="f172" fmla="*/ f146 f68 1"/>
              <a:gd name="f173" fmla="*/ f147 f69 1"/>
              <a:gd name="f174" fmla="*/ f148 f68 1"/>
              <a:gd name="f175" fmla="*/ f149 f6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01">
                <a:pos x="f154" y="f155"/>
              </a:cxn>
              <a:cxn ang="f101">
                <a:pos x="f156" y="f157"/>
              </a:cxn>
              <a:cxn ang="f101">
                <a:pos x="f158" y="f159"/>
              </a:cxn>
              <a:cxn ang="f101">
                <a:pos x="f160" y="f161"/>
              </a:cxn>
              <a:cxn ang="f101">
                <a:pos x="f162" y="f163"/>
              </a:cxn>
              <a:cxn ang="f101">
                <a:pos x="f162" y="f164"/>
              </a:cxn>
              <a:cxn ang="f101">
                <a:pos x="f165" y="f164"/>
              </a:cxn>
              <a:cxn ang="f101">
                <a:pos x="f166" y="f167"/>
              </a:cxn>
              <a:cxn ang="f101">
                <a:pos x="f168" y="f169"/>
              </a:cxn>
              <a:cxn ang="f101">
                <a:pos x="f170" y="f171"/>
              </a:cxn>
              <a:cxn ang="f101">
                <a:pos x="f172" y="f173"/>
              </a:cxn>
              <a:cxn ang="f101">
                <a:pos x="f174" y="f173"/>
              </a:cxn>
              <a:cxn ang="f101">
                <a:pos x="f174" y="f175"/>
              </a:cxn>
              <a:cxn ang="f101">
                <a:pos x="f154" y="f155"/>
              </a:cxn>
            </a:cxnLst>
            <a:rect l="f150" t="f153" r="f151" b="f152"/>
            <a:pathLst>
              <a:path w="253313" h="255374">
                <a:moveTo>
                  <a:pt x="f8" y="f9"/>
                </a:moveTo>
                <a:cubicBezTo>
                  <a:pt x="f10" y="f9"/>
                  <a:pt x="f11" y="f9"/>
                  <a:pt x="f12" y="f13"/>
                </a:cubicBezTo>
                <a:cubicBezTo>
                  <a:pt x="f14" y="f15"/>
                  <a:pt x="f16" y="f17"/>
                  <a:pt x="f16" y="f18"/>
                </a:cubicBezTo>
                <a:cubicBezTo>
                  <a:pt x="f19" y="f20"/>
                  <a:pt x="f21" y="f22"/>
                  <a:pt x="f23" y="f22"/>
                </a:cubicBezTo>
                <a:cubicBezTo>
                  <a:pt x="f24" y="f25"/>
                  <a:pt x="f26" y="f27"/>
                  <a:pt x="f28" y="f29"/>
                </a:cubicBezTo>
                <a:cubicBezTo>
                  <a:pt x="f30" y="f31"/>
                  <a:pt x="f30" y="f32"/>
                  <a:pt x="f28" y="f33"/>
                </a:cubicBezTo>
                <a:cubicBezTo>
                  <a:pt x="f34" y="f35"/>
                  <a:pt x="f14" y="f36"/>
                  <a:pt x="f37" y="f33"/>
                </a:cubicBezTo>
                <a:cubicBezTo>
                  <a:pt x="f38" y="f39"/>
                  <a:pt x="f40" y="f41"/>
                  <a:pt x="f42" y="f31"/>
                </a:cubicBezTo>
                <a:cubicBezTo>
                  <a:pt x="f43" y="f44"/>
                  <a:pt x="f45" y="f46"/>
                  <a:pt x="f47" y="f48"/>
                </a:cubicBezTo>
                <a:cubicBezTo>
                  <a:pt x="f49" y="f50"/>
                  <a:pt x="f51" y="f46"/>
                  <a:pt x="f52" y="f53"/>
                </a:cubicBezTo>
                <a:cubicBezTo>
                  <a:pt x="f54" y="f55"/>
                  <a:pt x="f56" y="f57"/>
                  <a:pt x="f43" y="f58"/>
                </a:cubicBezTo>
                <a:cubicBezTo>
                  <a:pt x="f59" y="f60"/>
                  <a:pt x="f61" y="f60"/>
                  <a:pt x="f62" y="f58"/>
                </a:cubicBezTo>
                <a:cubicBezTo>
                  <a:pt x="f63" y="f39"/>
                  <a:pt x="f63" y="f44"/>
                  <a:pt x="f62" y="f64"/>
                </a:cubicBezTo>
                <a:cubicBezTo>
                  <a:pt x="f65" y="f66"/>
                  <a:pt x="f34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8" name="Freeform: Shape 150">
            <a:extLst>
              <a:ext uri="{FF2B5EF4-FFF2-40B4-BE49-F238E27FC236}">
                <a16:creationId xmlns:a16="http://schemas.microsoft.com/office/drawing/2014/main" id="{A5A657BD-76BB-8687-523D-B67B190A1EAC}"/>
              </a:ext>
            </a:extLst>
          </p:cNvPr>
          <p:cNvSpPr/>
          <p:nvPr/>
        </p:nvSpPr>
        <p:spPr>
          <a:xfrm>
            <a:off x="8995009" y="5202027"/>
            <a:ext cx="150149" cy="13670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76954"/>
              <a:gd name="f7" fmla="val 378117"/>
              <a:gd name="f8" fmla="val 12798"/>
              <a:gd name="f9" fmla="val 378118"/>
              <a:gd name="f10" fmla="val 8144"/>
              <a:gd name="f11" fmla="val 5817"/>
              <a:gd name="f12" fmla="val 375791"/>
              <a:gd name="f13" fmla="val 3490"/>
              <a:gd name="f14" fmla="val 373464"/>
              <a:gd name="f15" fmla="val -1163"/>
              <a:gd name="f16" fmla="val 368810"/>
              <a:gd name="f17" fmla="val 359503"/>
              <a:gd name="f18" fmla="val 352522"/>
              <a:gd name="f19" fmla="val 357176"/>
              <a:gd name="f20" fmla="val 366484"/>
              <a:gd name="f21" fmla="val 17452"/>
              <a:gd name="f22" fmla="val 24432"/>
              <a:gd name="f23" fmla="val 19778"/>
              <a:gd name="f24" fmla="+- 0 0 -90"/>
              <a:gd name="f25" fmla="*/ f3 1 376954"/>
              <a:gd name="f26" fmla="*/ f4 1 378117"/>
              <a:gd name="f27" fmla="val f5"/>
              <a:gd name="f28" fmla="val f6"/>
              <a:gd name="f29" fmla="val f7"/>
              <a:gd name="f30" fmla="*/ f24 f0 1"/>
              <a:gd name="f31" fmla="+- f29 0 f27"/>
              <a:gd name="f32" fmla="+- f28 0 f27"/>
              <a:gd name="f33" fmla="*/ f30 1 f2"/>
              <a:gd name="f34" fmla="*/ f32 1 376954"/>
              <a:gd name="f35" fmla="*/ f31 1 378117"/>
              <a:gd name="f36" fmla="*/ 12798 f32 1"/>
              <a:gd name="f37" fmla="*/ 378118 f31 1"/>
              <a:gd name="f38" fmla="*/ 3490 f32 1"/>
              <a:gd name="f39" fmla="*/ 373464 f31 1"/>
              <a:gd name="f40" fmla="*/ 352522 f31 1"/>
              <a:gd name="f41" fmla="*/ 352522 f32 1"/>
              <a:gd name="f42" fmla="*/ 3490 f31 1"/>
              <a:gd name="f43" fmla="*/ 373464 f32 1"/>
              <a:gd name="f44" fmla="*/ 24432 f31 1"/>
              <a:gd name="f45" fmla="*/ 24432 f32 1"/>
              <a:gd name="f46" fmla="+- f33 0 f1"/>
              <a:gd name="f47" fmla="*/ f36 1 376954"/>
              <a:gd name="f48" fmla="*/ f37 1 378117"/>
              <a:gd name="f49" fmla="*/ f38 1 376954"/>
              <a:gd name="f50" fmla="*/ f39 1 378117"/>
              <a:gd name="f51" fmla="*/ f40 1 378117"/>
              <a:gd name="f52" fmla="*/ f41 1 376954"/>
              <a:gd name="f53" fmla="*/ f42 1 378117"/>
              <a:gd name="f54" fmla="*/ f43 1 376954"/>
              <a:gd name="f55" fmla="*/ f44 1 378117"/>
              <a:gd name="f56" fmla="*/ f45 1 376954"/>
              <a:gd name="f57" fmla="*/ f27 1 f34"/>
              <a:gd name="f58" fmla="*/ f28 1 f34"/>
              <a:gd name="f59" fmla="*/ f27 1 f35"/>
              <a:gd name="f60" fmla="*/ f29 1 f35"/>
              <a:gd name="f61" fmla="*/ f47 1 f34"/>
              <a:gd name="f62" fmla="*/ f48 1 f35"/>
              <a:gd name="f63" fmla="*/ f49 1 f34"/>
              <a:gd name="f64" fmla="*/ f50 1 f35"/>
              <a:gd name="f65" fmla="*/ f51 1 f35"/>
              <a:gd name="f66" fmla="*/ f52 1 f34"/>
              <a:gd name="f67" fmla="*/ f53 1 f35"/>
              <a:gd name="f68" fmla="*/ f54 1 f34"/>
              <a:gd name="f69" fmla="*/ f55 1 f35"/>
              <a:gd name="f70" fmla="*/ f56 1 f34"/>
              <a:gd name="f71" fmla="*/ f57 f25 1"/>
              <a:gd name="f72" fmla="*/ f58 f25 1"/>
              <a:gd name="f73" fmla="*/ f60 f26 1"/>
              <a:gd name="f74" fmla="*/ f59 f26 1"/>
              <a:gd name="f75" fmla="*/ f61 f25 1"/>
              <a:gd name="f76" fmla="*/ f62 f26 1"/>
              <a:gd name="f77" fmla="*/ f63 f25 1"/>
              <a:gd name="f78" fmla="*/ f64 f26 1"/>
              <a:gd name="f79" fmla="*/ f65 f26 1"/>
              <a:gd name="f80" fmla="*/ f66 f25 1"/>
              <a:gd name="f81" fmla="*/ f67 f26 1"/>
              <a:gd name="f82" fmla="*/ f68 f25 1"/>
              <a:gd name="f83" fmla="*/ f69 f26 1"/>
              <a:gd name="f84" fmla="*/ f70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5" y="f76"/>
              </a:cxn>
              <a:cxn ang="f46">
                <a:pos x="f77" y="f78"/>
              </a:cxn>
              <a:cxn ang="f46">
                <a:pos x="f77" y="f79"/>
              </a:cxn>
              <a:cxn ang="f46">
                <a:pos x="f80" y="f81"/>
              </a:cxn>
              <a:cxn ang="f46">
                <a:pos x="f82" y="f81"/>
              </a:cxn>
              <a:cxn ang="f46">
                <a:pos x="f82" y="f83"/>
              </a:cxn>
              <a:cxn ang="f46">
                <a:pos x="f84" y="f78"/>
              </a:cxn>
              <a:cxn ang="f46">
                <a:pos x="f75" y="f76"/>
              </a:cxn>
            </a:cxnLst>
            <a:rect l="f71" t="f74" r="f72" b="f73"/>
            <a:pathLst>
              <a:path w="376954" h="378117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5" y="f17"/>
                  <a:pt x="f13" y="f18"/>
                </a:cubicBezTo>
                <a:lnTo>
                  <a:pt x="f18" y="f13"/>
                </a:lnTo>
                <a:cubicBezTo>
                  <a:pt x="f19" y="f15"/>
                  <a:pt x="f20" y="f15"/>
                  <a:pt x="f14" y="f13"/>
                </a:cubicBezTo>
                <a:cubicBezTo>
                  <a:pt x="f9" y="f10"/>
                  <a:pt x="f9" y="f21"/>
                  <a:pt x="f14" y="f22"/>
                </a:cubicBezTo>
                <a:lnTo>
                  <a:pt x="f22" y="f14"/>
                </a:lnTo>
                <a:cubicBezTo>
                  <a:pt x="f23" y="f9"/>
                  <a:pt x="f21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9" name="Freeform: Shape 151">
            <a:extLst>
              <a:ext uri="{FF2B5EF4-FFF2-40B4-BE49-F238E27FC236}">
                <a16:creationId xmlns:a16="http://schemas.microsoft.com/office/drawing/2014/main" id="{810DDA2A-6515-5231-7277-53C405531FEA}"/>
              </a:ext>
            </a:extLst>
          </p:cNvPr>
          <p:cNvSpPr/>
          <p:nvPr/>
        </p:nvSpPr>
        <p:spPr>
          <a:xfrm>
            <a:off x="9119425" y="5196244"/>
            <a:ext cx="34217" cy="2303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5901"/>
              <a:gd name="f7" fmla="val 63698"/>
              <a:gd name="f8" fmla="val 33182"/>
              <a:gd name="f9" fmla="val 28528"/>
              <a:gd name="f10" fmla="val 26201"/>
              <a:gd name="f11" fmla="val 61371"/>
              <a:gd name="f12" fmla="val 23874"/>
              <a:gd name="f13" fmla="val 59045"/>
              <a:gd name="f14" fmla="val 19221"/>
              <a:gd name="f15" fmla="val 54391"/>
              <a:gd name="f16" fmla="val 45083"/>
              <a:gd name="f17" fmla="val 40430"/>
              <a:gd name="f18" fmla="val 16894"/>
              <a:gd name="f19" fmla="val 42756"/>
              <a:gd name="f20" fmla="val 9913"/>
              <a:gd name="f21" fmla="val 605"/>
              <a:gd name="f22" fmla="val 33449"/>
              <a:gd name="f23" fmla="val -1721"/>
              <a:gd name="f24" fmla="val 26468"/>
              <a:gd name="f25" fmla="val 2932"/>
              <a:gd name="f26" fmla="val 17161"/>
              <a:gd name="f27" fmla="val 68085"/>
              <a:gd name="f28" fmla="val 873"/>
              <a:gd name="f29" fmla="val 75065"/>
              <a:gd name="f30" fmla="val -1454"/>
              <a:gd name="f31" fmla="val 79720"/>
              <a:gd name="f32" fmla="val 84373"/>
              <a:gd name="f33" fmla="val 7853"/>
              <a:gd name="f34" fmla="val 86700"/>
              <a:gd name="f35" fmla="val 12507"/>
              <a:gd name="f36" fmla="val 19488"/>
              <a:gd name="f37" fmla="val 82046"/>
              <a:gd name="f38" fmla="val 24141"/>
              <a:gd name="f39" fmla="val 44816"/>
              <a:gd name="f40" fmla="val 40162"/>
              <a:gd name="f41" fmla="val 35508"/>
              <a:gd name="f42" fmla="+- 0 0 -90"/>
              <a:gd name="f43" fmla="*/ f3 1 85901"/>
              <a:gd name="f44" fmla="*/ f4 1 63698"/>
              <a:gd name="f45" fmla="val f5"/>
              <a:gd name="f46" fmla="val f6"/>
              <a:gd name="f47" fmla="val f7"/>
              <a:gd name="f48" fmla="*/ f42 f0 1"/>
              <a:gd name="f49" fmla="+- f47 0 f45"/>
              <a:gd name="f50" fmla="+- f46 0 f45"/>
              <a:gd name="f51" fmla="*/ f48 1 f2"/>
              <a:gd name="f52" fmla="*/ f50 1 85901"/>
              <a:gd name="f53" fmla="*/ f49 1 63698"/>
              <a:gd name="f54" fmla="*/ 33182 f50 1"/>
              <a:gd name="f55" fmla="*/ 63698 f49 1"/>
              <a:gd name="f56" fmla="*/ 23874 f50 1"/>
              <a:gd name="f57" fmla="*/ 59045 f49 1"/>
              <a:gd name="f58" fmla="*/ 40430 f49 1"/>
              <a:gd name="f59" fmla="*/ 16894 f50 1"/>
              <a:gd name="f60" fmla="*/ 42756 f49 1"/>
              <a:gd name="f61" fmla="*/ 605 f50 1"/>
              <a:gd name="f62" fmla="*/ 33449 f49 1"/>
              <a:gd name="f63" fmla="*/ 9913 f50 1"/>
              <a:gd name="f64" fmla="*/ 17161 f49 1"/>
              <a:gd name="f65" fmla="*/ 68085 f50 1"/>
              <a:gd name="f66" fmla="*/ 873 f49 1"/>
              <a:gd name="f67" fmla="*/ 84373 f50 1"/>
              <a:gd name="f68" fmla="*/ 7853 f49 1"/>
              <a:gd name="f69" fmla="*/ 82046 f50 1"/>
              <a:gd name="f70" fmla="*/ 24141 f49 1"/>
              <a:gd name="f71" fmla="*/ 44816 f50 1"/>
              <a:gd name="f72" fmla="*/ 61371 f49 1"/>
              <a:gd name="f73" fmla="+- f51 0 f1"/>
              <a:gd name="f74" fmla="*/ f54 1 85901"/>
              <a:gd name="f75" fmla="*/ f55 1 63698"/>
              <a:gd name="f76" fmla="*/ f56 1 85901"/>
              <a:gd name="f77" fmla="*/ f57 1 63698"/>
              <a:gd name="f78" fmla="*/ f58 1 63698"/>
              <a:gd name="f79" fmla="*/ f59 1 85901"/>
              <a:gd name="f80" fmla="*/ f60 1 63698"/>
              <a:gd name="f81" fmla="*/ f61 1 85901"/>
              <a:gd name="f82" fmla="*/ f62 1 63698"/>
              <a:gd name="f83" fmla="*/ f63 1 85901"/>
              <a:gd name="f84" fmla="*/ f64 1 63698"/>
              <a:gd name="f85" fmla="*/ f65 1 85901"/>
              <a:gd name="f86" fmla="*/ f66 1 63698"/>
              <a:gd name="f87" fmla="*/ f67 1 85901"/>
              <a:gd name="f88" fmla="*/ f68 1 63698"/>
              <a:gd name="f89" fmla="*/ f69 1 85901"/>
              <a:gd name="f90" fmla="*/ f70 1 63698"/>
              <a:gd name="f91" fmla="*/ f71 1 85901"/>
              <a:gd name="f92" fmla="*/ f72 1 63698"/>
              <a:gd name="f93" fmla="*/ f45 1 f52"/>
              <a:gd name="f94" fmla="*/ f46 1 f52"/>
              <a:gd name="f95" fmla="*/ f45 1 f53"/>
              <a:gd name="f96" fmla="*/ f47 1 f53"/>
              <a:gd name="f97" fmla="*/ f74 1 f52"/>
              <a:gd name="f98" fmla="*/ f75 1 f53"/>
              <a:gd name="f99" fmla="*/ f76 1 f52"/>
              <a:gd name="f100" fmla="*/ f77 1 f53"/>
              <a:gd name="f101" fmla="*/ f78 1 f53"/>
              <a:gd name="f102" fmla="*/ f79 1 f52"/>
              <a:gd name="f103" fmla="*/ f80 1 f53"/>
              <a:gd name="f104" fmla="*/ f81 1 f52"/>
              <a:gd name="f105" fmla="*/ f82 1 f53"/>
              <a:gd name="f106" fmla="*/ f83 1 f52"/>
              <a:gd name="f107" fmla="*/ f84 1 f53"/>
              <a:gd name="f108" fmla="*/ f85 1 f52"/>
              <a:gd name="f109" fmla="*/ f86 1 f53"/>
              <a:gd name="f110" fmla="*/ f87 1 f52"/>
              <a:gd name="f111" fmla="*/ f88 1 f53"/>
              <a:gd name="f112" fmla="*/ f89 1 f52"/>
              <a:gd name="f113" fmla="*/ f90 1 f53"/>
              <a:gd name="f114" fmla="*/ f91 1 f52"/>
              <a:gd name="f115" fmla="*/ f92 1 f53"/>
              <a:gd name="f116" fmla="*/ f93 f43 1"/>
              <a:gd name="f117" fmla="*/ f94 f43 1"/>
              <a:gd name="f118" fmla="*/ f96 f44 1"/>
              <a:gd name="f119" fmla="*/ f95 f44 1"/>
              <a:gd name="f120" fmla="*/ f97 f43 1"/>
              <a:gd name="f121" fmla="*/ f98 f44 1"/>
              <a:gd name="f122" fmla="*/ f99 f43 1"/>
              <a:gd name="f123" fmla="*/ f100 f44 1"/>
              <a:gd name="f124" fmla="*/ f101 f44 1"/>
              <a:gd name="f125" fmla="*/ f102 f43 1"/>
              <a:gd name="f126" fmla="*/ f103 f44 1"/>
              <a:gd name="f127" fmla="*/ f104 f43 1"/>
              <a:gd name="f128" fmla="*/ f105 f44 1"/>
              <a:gd name="f129" fmla="*/ f106 f43 1"/>
              <a:gd name="f130" fmla="*/ f107 f44 1"/>
              <a:gd name="f131" fmla="*/ f108 f43 1"/>
              <a:gd name="f132" fmla="*/ f109 f44 1"/>
              <a:gd name="f133" fmla="*/ f110 f43 1"/>
              <a:gd name="f134" fmla="*/ f111 f44 1"/>
              <a:gd name="f135" fmla="*/ f112 f43 1"/>
              <a:gd name="f136" fmla="*/ f113 f44 1"/>
              <a:gd name="f137" fmla="*/ f114 f43 1"/>
              <a:gd name="f138" fmla="*/ f115 f4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3">
                <a:pos x="f120" y="f121"/>
              </a:cxn>
              <a:cxn ang="f73">
                <a:pos x="f122" y="f123"/>
              </a:cxn>
              <a:cxn ang="f73">
                <a:pos x="f122" y="f124"/>
              </a:cxn>
              <a:cxn ang="f73">
                <a:pos x="f125" y="f126"/>
              </a:cxn>
              <a:cxn ang="f73">
                <a:pos x="f127" y="f128"/>
              </a:cxn>
              <a:cxn ang="f73">
                <a:pos x="f129" y="f130"/>
              </a:cxn>
              <a:cxn ang="f73">
                <a:pos x="f131" y="f132"/>
              </a:cxn>
              <a:cxn ang="f73">
                <a:pos x="f133" y="f134"/>
              </a:cxn>
              <a:cxn ang="f73">
                <a:pos x="f135" y="f136"/>
              </a:cxn>
              <a:cxn ang="f73">
                <a:pos x="f137" y="f138"/>
              </a:cxn>
              <a:cxn ang="f73">
                <a:pos x="f120" y="f121"/>
              </a:cxn>
            </a:cxnLst>
            <a:rect l="f116" t="f119" r="f117" b="f118"/>
            <a:pathLst>
              <a:path w="85901" h="63698">
                <a:moveTo>
                  <a:pt x="f8" y="f7"/>
                </a:moveTo>
                <a:cubicBezTo>
                  <a:pt x="f9" y="f7"/>
                  <a:pt x="f10" y="f11"/>
                  <a:pt x="f12" y="f13"/>
                </a:cubicBezTo>
                <a:cubicBezTo>
                  <a:pt x="f14" y="f15"/>
                  <a:pt x="f14" y="f16"/>
                  <a:pt x="f12" y="f17"/>
                </a:cubicBezTo>
                <a:lnTo>
                  <a:pt x="f18" y="f19"/>
                </a:lnTo>
                <a:cubicBezTo>
                  <a:pt x="f20" y="f16"/>
                  <a:pt x="f21" y="f17"/>
                  <a:pt x="f21" y="f22"/>
                </a:cubicBezTo>
                <a:cubicBezTo>
                  <a:pt x="f23" y="f24"/>
                  <a:pt x="f25" y="f26"/>
                  <a:pt x="f20" y="f26"/>
                </a:cubicBezTo>
                <a:lnTo>
                  <a:pt x="f27" y="f28"/>
                </a:lnTo>
                <a:cubicBezTo>
                  <a:pt x="f29" y="f30"/>
                  <a:pt x="f31" y="f28"/>
                  <a:pt x="f32" y="f33"/>
                </a:cubicBezTo>
                <a:cubicBezTo>
                  <a:pt x="f34" y="f35"/>
                  <a:pt x="f34" y="f36"/>
                  <a:pt x="f37" y="f38"/>
                </a:cubicBezTo>
                <a:lnTo>
                  <a:pt x="f39" y="f11"/>
                </a:lnTo>
                <a:cubicBezTo>
                  <a:pt x="f40" y="f11"/>
                  <a:pt x="f41" y="f7"/>
                  <a:pt x="f8" y="f7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0" name="Freeform: Shape 152">
            <a:extLst>
              <a:ext uri="{FF2B5EF4-FFF2-40B4-BE49-F238E27FC236}">
                <a16:creationId xmlns:a16="http://schemas.microsoft.com/office/drawing/2014/main" id="{A2875C82-6B72-2FF4-54AE-96A4EBB6F020}"/>
              </a:ext>
            </a:extLst>
          </p:cNvPr>
          <p:cNvSpPr/>
          <p:nvPr/>
        </p:nvSpPr>
        <p:spPr>
          <a:xfrm>
            <a:off x="9127544" y="5196003"/>
            <a:ext cx="25733" cy="3083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4607"/>
              <a:gd name="f7" fmla="val 85296"/>
              <a:gd name="f8" fmla="val 33740"/>
              <a:gd name="f9" fmla="val 31413"/>
              <a:gd name="f10" fmla="val 29086"/>
              <a:gd name="f11" fmla="val 22105"/>
              <a:gd name="f12" fmla="val 82969"/>
              <a:gd name="f13" fmla="val 17451"/>
              <a:gd name="f14" fmla="val 75989"/>
              <a:gd name="f15" fmla="val 19778"/>
              <a:gd name="f16" fmla="val 69008"/>
              <a:gd name="f17" fmla="val 62027"/>
              <a:gd name="f18" fmla="val 66681"/>
              <a:gd name="f19" fmla="val 8144"/>
              <a:gd name="f20" fmla="val 3490"/>
              <a:gd name="f21" fmla="val -1163"/>
              <a:gd name="f22" fmla="val 57374"/>
              <a:gd name="f23" fmla="val 48066"/>
              <a:gd name="f24" fmla="val 41085"/>
              <a:gd name="f25" fmla="val 40720"/>
              <a:gd name="f26" fmla="val 3855"/>
              <a:gd name="f27" fmla="val 45374"/>
              <a:gd name="f28" fmla="val -798"/>
              <a:gd name="f29" fmla="val 52355"/>
              <a:gd name="f30" fmla="val 57009"/>
              <a:gd name="f31" fmla="val 1528"/>
              <a:gd name="f32" fmla="val 61662"/>
              <a:gd name="f33" fmla="val 66316"/>
              <a:gd name="f34" fmla="val 10836"/>
              <a:gd name="f35" fmla="val 63989"/>
              <a:gd name="f36" fmla="val 17817"/>
              <a:gd name="f37" fmla="val 47701"/>
              <a:gd name="f38" fmla="val 80642"/>
              <a:gd name="f39" fmla="+- 0 0 -90"/>
              <a:gd name="f40" fmla="*/ f3 1 64607"/>
              <a:gd name="f41" fmla="*/ f4 1 85296"/>
              <a:gd name="f42" fmla="val f5"/>
              <a:gd name="f43" fmla="val f6"/>
              <a:gd name="f44" fmla="val f7"/>
              <a:gd name="f45" fmla="*/ f39 f0 1"/>
              <a:gd name="f46" fmla="+- f44 0 f42"/>
              <a:gd name="f47" fmla="+- f43 0 f42"/>
              <a:gd name="f48" fmla="*/ f45 1 f2"/>
              <a:gd name="f49" fmla="*/ f47 1 64607"/>
              <a:gd name="f50" fmla="*/ f46 1 85296"/>
              <a:gd name="f51" fmla="*/ 33740 f47 1"/>
              <a:gd name="f52" fmla="*/ 85296 f46 1"/>
              <a:gd name="f53" fmla="*/ 29086 f47 1"/>
              <a:gd name="f54" fmla="*/ 19778 f47 1"/>
              <a:gd name="f55" fmla="*/ 69008 f46 1"/>
              <a:gd name="f56" fmla="*/ 22105 f47 1"/>
              <a:gd name="f57" fmla="*/ 62027 f46 1"/>
              <a:gd name="f58" fmla="*/ 3490 f47 1"/>
              <a:gd name="f59" fmla="*/ 41085 f46 1"/>
              <a:gd name="f60" fmla="*/ 40720 f47 1"/>
              <a:gd name="f61" fmla="*/ 3855 f46 1"/>
              <a:gd name="f62" fmla="*/ 57009 f47 1"/>
              <a:gd name="f63" fmla="*/ 1528 f46 1"/>
              <a:gd name="f64" fmla="*/ 63989 f47 1"/>
              <a:gd name="f65" fmla="*/ 17817 f46 1"/>
              <a:gd name="f66" fmla="*/ 47701 f47 1"/>
              <a:gd name="f67" fmla="*/ 75989 f46 1"/>
              <a:gd name="f68" fmla="+- f48 0 f1"/>
              <a:gd name="f69" fmla="*/ f51 1 64607"/>
              <a:gd name="f70" fmla="*/ f52 1 85296"/>
              <a:gd name="f71" fmla="*/ f53 1 64607"/>
              <a:gd name="f72" fmla="*/ f54 1 64607"/>
              <a:gd name="f73" fmla="*/ f55 1 85296"/>
              <a:gd name="f74" fmla="*/ f56 1 64607"/>
              <a:gd name="f75" fmla="*/ f57 1 85296"/>
              <a:gd name="f76" fmla="*/ f58 1 64607"/>
              <a:gd name="f77" fmla="*/ f59 1 85296"/>
              <a:gd name="f78" fmla="*/ f60 1 64607"/>
              <a:gd name="f79" fmla="*/ f61 1 85296"/>
              <a:gd name="f80" fmla="*/ f62 1 64607"/>
              <a:gd name="f81" fmla="*/ f63 1 85296"/>
              <a:gd name="f82" fmla="*/ f64 1 64607"/>
              <a:gd name="f83" fmla="*/ f65 1 85296"/>
              <a:gd name="f84" fmla="*/ f66 1 64607"/>
              <a:gd name="f85" fmla="*/ f67 1 85296"/>
              <a:gd name="f86" fmla="*/ f42 1 f49"/>
              <a:gd name="f87" fmla="*/ f43 1 f49"/>
              <a:gd name="f88" fmla="*/ f42 1 f50"/>
              <a:gd name="f89" fmla="*/ f44 1 f50"/>
              <a:gd name="f90" fmla="*/ f69 1 f49"/>
              <a:gd name="f91" fmla="*/ f70 1 f50"/>
              <a:gd name="f92" fmla="*/ f71 1 f49"/>
              <a:gd name="f93" fmla="*/ f72 1 f49"/>
              <a:gd name="f94" fmla="*/ f73 1 f50"/>
              <a:gd name="f95" fmla="*/ f74 1 f49"/>
              <a:gd name="f96" fmla="*/ f75 1 f50"/>
              <a:gd name="f97" fmla="*/ f76 1 f49"/>
              <a:gd name="f98" fmla="*/ f77 1 f50"/>
              <a:gd name="f99" fmla="*/ f78 1 f49"/>
              <a:gd name="f100" fmla="*/ f79 1 f50"/>
              <a:gd name="f101" fmla="*/ f80 1 f49"/>
              <a:gd name="f102" fmla="*/ f81 1 f50"/>
              <a:gd name="f103" fmla="*/ f82 1 f49"/>
              <a:gd name="f104" fmla="*/ f83 1 f50"/>
              <a:gd name="f105" fmla="*/ f84 1 f49"/>
              <a:gd name="f106" fmla="*/ f85 1 f50"/>
              <a:gd name="f107" fmla="*/ f86 f40 1"/>
              <a:gd name="f108" fmla="*/ f87 f40 1"/>
              <a:gd name="f109" fmla="*/ f89 f41 1"/>
              <a:gd name="f110" fmla="*/ f88 f41 1"/>
              <a:gd name="f111" fmla="*/ f90 f40 1"/>
              <a:gd name="f112" fmla="*/ f91 f41 1"/>
              <a:gd name="f113" fmla="*/ f92 f40 1"/>
              <a:gd name="f114" fmla="*/ f93 f40 1"/>
              <a:gd name="f115" fmla="*/ f94 f41 1"/>
              <a:gd name="f116" fmla="*/ f95 f40 1"/>
              <a:gd name="f117" fmla="*/ f96 f41 1"/>
              <a:gd name="f118" fmla="*/ f97 f40 1"/>
              <a:gd name="f119" fmla="*/ f98 f41 1"/>
              <a:gd name="f120" fmla="*/ f99 f40 1"/>
              <a:gd name="f121" fmla="*/ f100 f41 1"/>
              <a:gd name="f122" fmla="*/ f101 f40 1"/>
              <a:gd name="f123" fmla="*/ f102 f41 1"/>
              <a:gd name="f124" fmla="*/ f103 f40 1"/>
              <a:gd name="f125" fmla="*/ f104 f41 1"/>
              <a:gd name="f126" fmla="*/ f105 f40 1"/>
              <a:gd name="f127" fmla="*/ f106 f4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8">
                <a:pos x="f111" y="f112"/>
              </a:cxn>
              <a:cxn ang="f68">
                <a:pos x="f113" y="f112"/>
              </a:cxn>
              <a:cxn ang="f68">
                <a:pos x="f114" y="f115"/>
              </a:cxn>
              <a:cxn ang="f68">
                <a:pos x="f116" y="f117"/>
              </a:cxn>
              <a:cxn ang="f68">
                <a:pos x="f118" y="f117"/>
              </a:cxn>
              <a:cxn ang="f68">
                <a:pos x="f118" y="f119"/>
              </a:cxn>
              <a:cxn ang="f68">
                <a:pos x="f120" y="f121"/>
              </a:cxn>
              <a:cxn ang="f68">
                <a:pos x="f122" y="f123"/>
              </a:cxn>
              <a:cxn ang="f68">
                <a:pos x="f124" y="f125"/>
              </a:cxn>
              <a:cxn ang="f68">
                <a:pos x="f126" y="f127"/>
              </a:cxn>
              <a:cxn ang="f68">
                <a:pos x="f111" y="f112"/>
              </a:cxn>
            </a:cxnLst>
            <a:rect l="f107" t="f110" r="f108" b="f109"/>
            <a:pathLst>
              <a:path w="64607" h="85296">
                <a:moveTo>
                  <a:pt x="f8" y="f7"/>
                </a:moveTo>
                <a:cubicBezTo>
                  <a:pt x="f9" y="f7"/>
                  <a:pt x="f9" y="f7"/>
                  <a:pt x="f10" y="f7"/>
                </a:cubicBezTo>
                <a:cubicBezTo>
                  <a:pt x="f11" y="f12"/>
                  <a:pt x="f13" y="f14"/>
                  <a:pt x="f15" y="f16"/>
                </a:cubicBezTo>
                <a:lnTo>
                  <a:pt x="f11" y="f17"/>
                </a:lnTo>
                <a:cubicBezTo>
                  <a:pt x="f13" y="f18"/>
                  <a:pt x="f19" y="f18"/>
                  <a:pt x="f20" y="f17"/>
                </a:cubicBezTo>
                <a:cubicBezTo>
                  <a:pt x="f21" y="f22"/>
                  <a:pt x="f21" y="f23"/>
                  <a:pt x="f20" y="f24"/>
                </a:cubicBezTo>
                <a:lnTo>
                  <a:pt x="f25" y="f26"/>
                </a:lnTo>
                <a:cubicBezTo>
                  <a:pt x="f27" y="f28"/>
                  <a:pt x="f29" y="f28"/>
                  <a:pt x="f30" y="f31"/>
                </a:cubicBezTo>
                <a:cubicBezTo>
                  <a:pt x="f32" y="f26"/>
                  <a:pt x="f33" y="f34"/>
                  <a:pt x="f35" y="f36"/>
                </a:cubicBezTo>
                <a:lnTo>
                  <a:pt x="f37" y="f14"/>
                </a:lnTo>
                <a:cubicBezTo>
                  <a:pt x="f27" y="f38"/>
                  <a:pt x="f25" y="f7"/>
                  <a:pt x="f8" y="f7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1" name="Freeform: Shape 153">
            <a:extLst>
              <a:ext uri="{FF2B5EF4-FFF2-40B4-BE49-F238E27FC236}">
                <a16:creationId xmlns:a16="http://schemas.microsoft.com/office/drawing/2014/main" id="{93A1CCF6-DA94-2772-49A5-9D5BFFF46B5A}"/>
              </a:ext>
            </a:extLst>
          </p:cNvPr>
          <p:cNvSpPr/>
          <p:nvPr/>
        </p:nvSpPr>
        <p:spPr>
          <a:xfrm>
            <a:off x="8964504" y="5295826"/>
            <a:ext cx="78235" cy="706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6421"/>
              <a:gd name="f7" fmla="val 195457"/>
              <a:gd name="f8" fmla="val 94039"/>
              <a:gd name="f9" fmla="val 195458"/>
              <a:gd name="f10" fmla="val 91712"/>
              <a:gd name="f11" fmla="val 89385"/>
              <a:gd name="f12" fmla="val 84731"/>
              <a:gd name="f13" fmla="val 193131"/>
              <a:gd name="f14" fmla="val 80078"/>
              <a:gd name="f15" fmla="val 188477"/>
              <a:gd name="f16" fmla="val 183824"/>
              <a:gd name="f17" fmla="val 75424"/>
              <a:gd name="f18" fmla="val 120998"/>
              <a:gd name="f19" fmla="val 12598"/>
              <a:gd name="f20" fmla="val 116344"/>
              <a:gd name="f21" fmla="val 7944"/>
              <a:gd name="f22" fmla="val 3291"/>
              <a:gd name="f23" fmla="val 111690"/>
              <a:gd name="f24" fmla="val 964"/>
              <a:gd name="f25" fmla="val 107037"/>
              <a:gd name="f26" fmla="val -1363"/>
              <a:gd name="f27" fmla="val 102383"/>
              <a:gd name="f28" fmla="val 95402"/>
              <a:gd name="f29" fmla="val 93075"/>
              <a:gd name="f30" fmla="val 4654"/>
              <a:gd name="f31" fmla="val 2327"/>
              <a:gd name="f32" fmla="val 98693"/>
              <a:gd name="f33" fmla="val 101019"/>
              <a:gd name="f34" fmla="val 180134"/>
              <a:gd name="f35" fmla="val 187114"/>
              <a:gd name="f36" fmla="val 194095"/>
              <a:gd name="f37" fmla="val 9308"/>
              <a:gd name="f38" fmla="val 16288"/>
              <a:gd name="f39" fmla="val 196422"/>
              <a:gd name="f40" fmla="val 100056"/>
              <a:gd name="f41" fmla="val 191768"/>
              <a:gd name="f42" fmla="val 104710"/>
              <a:gd name="f43" fmla="val 103346"/>
              <a:gd name="f44" fmla="val 45174"/>
              <a:gd name="f45" fmla="val 88421"/>
              <a:gd name="f46" fmla="val 90748"/>
              <a:gd name="f47" fmla="val 96366"/>
              <a:gd name="f48" fmla="val 97729"/>
              <a:gd name="f49" fmla="val 105673"/>
              <a:gd name="f50" fmla="val 148920"/>
              <a:gd name="f51" fmla="val 168499"/>
              <a:gd name="f52" fmla="val 86095"/>
              <a:gd name="f53" fmla="val 166172"/>
              <a:gd name="f54" fmla="val 27923"/>
              <a:gd name="f55" fmla="val 108000"/>
              <a:gd name="f56" fmla="val 25596"/>
              <a:gd name="f57" fmla="+- 0 0 -90"/>
              <a:gd name="f58" fmla="*/ f3 1 196421"/>
              <a:gd name="f59" fmla="*/ f4 1 195457"/>
              <a:gd name="f60" fmla="val f5"/>
              <a:gd name="f61" fmla="val f6"/>
              <a:gd name="f62" fmla="val f7"/>
              <a:gd name="f63" fmla="*/ f57 f0 1"/>
              <a:gd name="f64" fmla="+- f62 0 f60"/>
              <a:gd name="f65" fmla="+- f61 0 f60"/>
              <a:gd name="f66" fmla="*/ f63 1 f2"/>
              <a:gd name="f67" fmla="*/ f65 1 196421"/>
              <a:gd name="f68" fmla="*/ f64 1 195457"/>
              <a:gd name="f69" fmla="*/ 94039 f65 1"/>
              <a:gd name="f70" fmla="*/ 195458 f64 1"/>
              <a:gd name="f71" fmla="*/ 89385 f65 1"/>
              <a:gd name="f72" fmla="*/ 80078 f65 1"/>
              <a:gd name="f73" fmla="*/ 183824 f64 1"/>
              <a:gd name="f74" fmla="*/ 75424 f65 1"/>
              <a:gd name="f75" fmla="*/ 120998 f64 1"/>
              <a:gd name="f76" fmla="*/ 12598 f65 1"/>
              <a:gd name="f77" fmla="*/ 116344 f64 1"/>
              <a:gd name="f78" fmla="*/ 964 f65 1"/>
              <a:gd name="f79" fmla="*/ 107037 f64 1"/>
              <a:gd name="f80" fmla="*/ 3291 f65 1"/>
              <a:gd name="f81" fmla="*/ 93075 f64 1"/>
              <a:gd name="f82" fmla="*/ 91712 f65 1"/>
              <a:gd name="f83" fmla="*/ 4654 f64 1"/>
              <a:gd name="f84" fmla="*/ 101019 f65 1"/>
              <a:gd name="f85" fmla="*/ 0 f64 1"/>
              <a:gd name="f86" fmla="*/ 180134 f65 1"/>
              <a:gd name="f87" fmla="*/ 2327 f64 1"/>
              <a:gd name="f88" fmla="*/ 194095 f65 1"/>
              <a:gd name="f89" fmla="*/ 16288 f64 1"/>
              <a:gd name="f90" fmla="*/ 196422 f65 1"/>
              <a:gd name="f91" fmla="*/ 95402 f64 1"/>
              <a:gd name="f92" fmla="*/ 191768 f65 1"/>
              <a:gd name="f93" fmla="*/ 104710 f64 1"/>
              <a:gd name="f94" fmla="*/ 103346 f65 1"/>
              <a:gd name="f95" fmla="*/ 193131 f64 1"/>
              <a:gd name="f96" fmla="*/ 45174 f65 1"/>
              <a:gd name="f97" fmla="*/ 88421 f64 1"/>
              <a:gd name="f98" fmla="*/ 90748 f64 1"/>
              <a:gd name="f99" fmla="*/ 105673 f65 1"/>
              <a:gd name="f100" fmla="*/ 148920 f64 1"/>
              <a:gd name="f101" fmla="*/ 168499 f65 1"/>
              <a:gd name="f102" fmla="*/ 86095 f64 1"/>
              <a:gd name="f103" fmla="*/ 166172 f65 1"/>
              <a:gd name="f104" fmla="*/ 27923 f64 1"/>
              <a:gd name="f105" fmla="*/ 108000 f65 1"/>
              <a:gd name="f106" fmla="*/ 25596 f64 1"/>
              <a:gd name="f107" fmla="+- f66 0 f1"/>
              <a:gd name="f108" fmla="*/ f69 1 196421"/>
              <a:gd name="f109" fmla="*/ f70 1 195457"/>
              <a:gd name="f110" fmla="*/ f71 1 196421"/>
              <a:gd name="f111" fmla="*/ f72 1 196421"/>
              <a:gd name="f112" fmla="*/ f73 1 195457"/>
              <a:gd name="f113" fmla="*/ f74 1 196421"/>
              <a:gd name="f114" fmla="*/ f75 1 195457"/>
              <a:gd name="f115" fmla="*/ f76 1 196421"/>
              <a:gd name="f116" fmla="*/ f77 1 195457"/>
              <a:gd name="f117" fmla="*/ f78 1 196421"/>
              <a:gd name="f118" fmla="*/ f79 1 195457"/>
              <a:gd name="f119" fmla="*/ f80 1 196421"/>
              <a:gd name="f120" fmla="*/ f81 1 195457"/>
              <a:gd name="f121" fmla="*/ f82 1 196421"/>
              <a:gd name="f122" fmla="*/ f83 1 195457"/>
              <a:gd name="f123" fmla="*/ f84 1 196421"/>
              <a:gd name="f124" fmla="*/ f85 1 195457"/>
              <a:gd name="f125" fmla="*/ f86 1 196421"/>
              <a:gd name="f126" fmla="*/ f87 1 195457"/>
              <a:gd name="f127" fmla="*/ f88 1 196421"/>
              <a:gd name="f128" fmla="*/ f89 1 195457"/>
              <a:gd name="f129" fmla="*/ f90 1 196421"/>
              <a:gd name="f130" fmla="*/ f91 1 195457"/>
              <a:gd name="f131" fmla="*/ f92 1 196421"/>
              <a:gd name="f132" fmla="*/ f93 1 195457"/>
              <a:gd name="f133" fmla="*/ f94 1 196421"/>
              <a:gd name="f134" fmla="*/ f95 1 195457"/>
              <a:gd name="f135" fmla="*/ f96 1 196421"/>
              <a:gd name="f136" fmla="*/ f97 1 195457"/>
              <a:gd name="f137" fmla="*/ f98 1 195457"/>
              <a:gd name="f138" fmla="*/ f99 1 196421"/>
              <a:gd name="f139" fmla="*/ f100 1 195457"/>
              <a:gd name="f140" fmla="*/ f101 1 196421"/>
              <a:gd name="f141" fmla="*/ f102 1 195457"/>
              <a:gd name="f142" fmla="*/ f103 1 196421"/>
              <a:gd name="f143" fmla="*/ f104 1 195457"/>
              <a:gd name="f144" fmla="*/ f105 1 196421"/>
              <a:gd name="f145" fmla="*/ f106 1 195457"/>
              <a:gd name="f146" fmla="*/ f60 1 f67"/>
              <a:gd name="f147" fmla="*/ f61 1 f67"/>
              <a:gd name="f148" fmla="*/ f60 1 f68"/>
              <a:gd name="f149" fmla="*/ f62 1 f68"/>
              <a:gd name="f150" fmla="*/ f108 1 f67"/>
              <a:gd name="f151" fmla="*/ f109 1 f68"/>
              <a:gd name="f152" fmla="*/ f110 1 f67"/>
              <a:gd name="f153" fmla="*/ f111 1 f67"/>
              <a:gd name="f154" fmla="*/ f112 1 f68"/>
              <a:gd name="f155" fmla="*/ f113 1 f67"/>
              <a:gd name="f156" fmla="*/ f114 1 f68"/>
              <a:gd name="f157" fmla="*/ f115 1 f67"/>
              <a:gd name="f158" fmla="*/ f116 1 f68"/>
              <a:gd name="f159" fmla="*/ f117 1 f67"/>
              <a:gd name="f160" fmla="*/ f118 1 f68"/>
              <a:gd name="f161" fmla="*/ f119 1 f67"/>
              <a:gd name="f162" fmla="*/ f120 1 f68"/>
              <a:gd name="f163" fmla="*/ f121 1 f67"/>
              <a:gd name="f164" fmla="*/ f122 1 f68"/>
              <a:gd name="f165" fmla="*/ f123 1 f67"/>
              <a:gd name="f166" fmla="*/ f124 1 f68"/>
              <a:gd name="f167" fmla="*/ f125 1 f67"/>
              <a:gd name="f168" fmla="*/ f126 1 f68"/>
              <a:gd name="f169" fmla="*/ f127 1 f67"/>
              <a:gd name="f170" fmla="*/ f128 1 f68"/>
              <a:gd name="f171" fmla="*/ f129 1 f67"/>
              <a:gd name="f172" fmla="*/ f130 1 f68"/>
              <a:gd name="f173" fmla="*/ f131 1 f67"/>
              <a:gd name="f174" fmla="*/ f132 1 f68"/>
              <a:gd name="f175" fmla="*/ f133 1 f67"/>
              <a:gd name="f176" fmla="*/ f134 1 f68"/>
              <a:gd name="f177" fmla="*/ f135 1 f67"/>
              <a:gd name="f178" fmla="*/ f136 1 f68"/>
              <a:gd name="f179" fmla="*/ f137 1 f68"/>
              <a:gd name="f180" fmla="*/ f138 1 f67"/>
              <a:gd name="f181" fmla="*/ f139 1 f68"/>
              <a:gd name="f182" fmla="*/ f140 1 f67"/>
              <a:gd name="f183" fmla="*/ f141 1 f68"/>
              <a:gd name="f184" fmla="*/ f142 1 f67"/>
              <a:gd name="f185" fmla="*/ f143 1 f68"/>
              <a:gd name="f186" fmla="*/ f144 1 f67"/>
              <a:gd name="f187" fmla="*/ f145 1 f68"/>
              <a:gd name="f188" fmla="*/ f146 f58 1"/>
              <a:gd name="f189" fmla="*/ f147 f58 1"/>
              <a:gd name="f190" fmla="*/ f149 f59 1"/>
              <a:gd name="f191" fmla="*/ f148 f59 1"/>
              <a:gd name="f192" fmla="*/ f150 f58 1"/>
              <a:gd name="f193" fmla="*/ f151 f59 1"/>
              <a:gd name="f194" fmla="*/ f152 f58 1"/>
              <a:gd name="f195" fmla="*/ f153 f58 1"/>
              <a:gd name="f196" fmla="*/ f154 f59 1"/>
              <a:gd name="f197" fmla="*/ f155 f58 1"/>
              <a:gd name="f198" fmla="*/ f156 f59 1"/>
              <a:gd name="f199" fmla="*/ f157 f58 1"/>
              <a:gd name="f200" fmla="*/ f158 f59 1"/>
              <a:gd name="f201" fmla="*/ f159 f58 1"/>
              <a:gd name="f202" fmla="*/ f160 f59 1"/>
              <a:gd name="f203" fmla="*/ f161 f58 1"/>
              <a:gd name="f204" fmla="*/ f162 f59 1"/>
              <a:gd name="f205" fmla="*/ f163 f58 1"/>
              <a:gd name="f206" fmla="*/ f164 f59 1"/>
              <a:gd name="f207" fmla="*/ f165 f58 1"/>
              <a:gd name="f208" fmla="*/ f166 f59 1"/>
              <a:gd name="f209" fmla="*/ f167 f58 1"/>
              <a:gd name="f210" fmla="*/ f168 f59 1"/>
              <a:gd name="f211" fmla="*/ f169 f58 1"/>
              <a:gd name="f212" fmla="*/ f170 f59 1"/>
              <a:gd name="f213" fmla="*/ f171 f58 1"/>
              <a:gd name="f214" fmla="*/ f172 f59 1"/>
              <a:gd name="f215" fmla="*/ f173 f58 1"/>
              <a:gd name="f216" fmla="*/ f174 f59 1"/>
              <a:gd name="f217" fmla="*/ f175 f58 1"/>
              <a:gd name="f218" fmla="*/ f176 f59 1"/>
              <a:gd name="f219" fmla="*/ f177 f58 1"/>
              <a:gd name="f220" fmla="*/ f178 f59 1"/>
              <a:gd name="f221" fmla="*/ f179 f59 1"/>
              <a:gd name="f222" fmla="*/ f180 f58 1"/>
              <a:gd name="f223" fmla="*/ f181 f59 1"/>
              <a:gd name="f224" fmla="*/ f182 f58 1"/>
              <a:gd name="f225" fmla="*/ f183 f59 1"/>
              <a:gd name="f226" fmla="*/ f184 f58 1"/>
              <a:gd name="f227" fmla="*/ f185 f59 1"/>
              <a:gd name="f228" fmla="*/ f186 f58 1"/>
              <a:gd name="f229" fmla="*/ f187 f5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07">
                <a:pos x="f192" y="f193"/>
              </a:cxn>
              <a:cxn ang="f107">
                <a:pos x="f194" y="f193"/>
              </a:cxn>
              <a:cxn ang="f107">
                <a:pos x="f195" y="f196"/>
              </a:cxn>
              <a:cxn ang="f107">
                <a:pos x="f197" y="f198"/>
              </a:cxn>
              <a:cxn ang="f107">
                <a:pos x="f199" y="f200"/>
              </a:cxn>
              <a:cxn ang="f107">
                <a:pos x="f201" y="f202"/>
              </a:cxn>
              <a:cxn ang="f107">
                <a:pos x="f203" y="f204"/>
              </a:cxn>
              <a:cxn ang="f107">
                <a:pos x="f205" y="f206"/>
              </a:cxn>
              <a:cxn ang="f107">
                <a:pos x="f207" y="f208"/>
              </a:cxn>
              <a:cxn ang="f107">
                <a:pos x="f209" y="f210"/>
              </a:cxn>
              <a:cxn ang="f107">
                <a:pos x="f211" y="f212"/>
              </a:cxn>
              <a:cxn ang="f107">
                <a:pos x="f213" y="f214"/>
              </a:cxn>
              <a:cxn ang="f107">
                <a:pos x="f215" y="f216"/>
              </a:cxn>
              <a:cxn ang="f107">
                <a:pos x="f217" y="f218"/>
              </a:cxn>
              <a:cxn ang="f107">
                <a:pos x="f192" y="f193"/>
              </a:cxn>
              <a:cxn ang="f107">
                <a:pos x="f219" y="f220"/>
              </a:cxn>
              <a:cxn ang="f107">
                <a:pos x="f194" y="f221"/>
              </a:cxn>
              <a:cxn ang="f107">
                <a:pos x="f217" y="f216"/>
              </a:cxn>
              <a:cxn ang="f107">
                <a:pos x="f222" y="f223"/>
              </a:cxn>
              <a:cxn ang="f107">
                <a:pos x="f224" y="f225"/>
              </a:cxn>
              <a:cxn ang="f107">
                <a:pos x="f226" y="f227"/>
              </a:cxn>
              <a:cxn ang="f107">
                <a:pos x="f228" y="f229"/>
              </a:cxn>
              <a:cxn ang="f107">
                <a:pos x="f219" y="f220"/>
              </a:cxn>
            </a:cxnLst>
            <a:rect l="f188" t="f191" r="f189" b="f190"/>
            <a:pathLst>
              <a:path w="196421" h="195457">
                <a:moveTo>
                  <a:pt x="f8" y="f9"/>
                </a:moveTo>
                <a:cubicBezTo>
                  <a:pt x="f10" y="f9"/>
                  <a:pt x="f10" y="f9"/>
                  <a:pt x="f11" y="f9"/>
                </a:cubicBezTo>
                <a:cubicBezTo>
                  <a:pt x="f12" y="f13"/>
                  <a:pt x="f14" y="f15"/>
                  <a:pt x="f14" y="f16"/>
                </a:cubicBezTo>
                <a:lnTo>
                  <a:pt x="f17" y="f18"/>
                </a:lnTo>
                <a:lnTo>
                  <a:pt x="f19" y="f20"/>
                </a:lnTo>
                <a:cubicBezTo>
                  <a:pt x="f21" y="f20"/>
                  <a:pt x="f22" y="f23"/>
                  <a:pt x="f24" y="f25"/>
                </a:cubicBezTo>
                <a:cubicBezTo>
                  <a:pt x="f26" y="f27"/>
                  <a:pt x="f24" y="f28"/>
                  <a:pt x="f22" y="f29"/>
                </a:cubicBezTo>
                <a:lnTo>
                  <a:pt x="f10" y="f30"/>
                </a:lnTo>
                <a:cubicBezTo>
                  <a:pt x="f8" y="f31"/>
                  <a:pt x="f32" y="f5"/>
                  <a:pt x="f33" y="f5"/>
                </a:cubicBezTo>
                <a:lnTo>
                  <a:pt x="f34" y="f31"/>
                </a:lnTo>
                <a:cubicBezTo>
                  <a:pt x="f35" y="f31"/>
                  <a:pt x="f36" y="f37"/>
                  <a:pt x="f36" y="f38"/>
                </a:cubicBezTo>
                <a:lnTo>
                  <a:pt x="f39" y="f28"/>
                </a:lnTo>
                <a:cubicBezTo>
                  <a:pt x="f39" y="f40"/>
                  <a:pt x="f36" y="f27"/>
                  <a:pt x="f41" y="f42"/>
                </a:cubicBezTo>
                <a:lnTo>
                  <a:pt x="f43" y="f13"/>
                </a:lnTo>
                <a:cubicBezTo>
                  <a:pt x="f33" y="f13"/>
                  <a:pt x="f32" y="f9"/>
                  <a:pt x="f8" y="f9"/>
                </a:cubicBezTo>
                <a:close/>
                <a:moveTo>
                  <a:pt x="f44" y="f45"/>
                </a:moveTo>
                <a:lnTo>
                  <a:pt x="f11" y="f46"/>
                </a:lnTo>
                <a:cubicBezTo>
                  <a:pt x="f47" y="f46"/>
                  <a:pt x="f33" y="f48"/>
                  <a:pt x="f43" y="f42"/>
                </a:cubicBezTo>
                <a:lnTo>
                  <a:pt x="f49" y="f50"/>
                </a:lnTo>
                <a:lnTo>
                  <a:pt x="f51" y="f52"/>
                </a:lnTo>
                <a:lnTo>
                  <a:pt x="f53" y="f54"/>
                </a:lnTo>
                <a:lnTo>
                  <a:pt x="f55" y="f56"/>
                </a:lnTo>
                <a:lnTo>
                  <a:pt x="f44" y="f45"/>
                </a:ln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object 34">
            <a:extLst>
              <a:ext uri="{FF2B5EF4-FFF2-40B4-BE49-F238E27FC236}">
                <a16:creationId xmlns:a16="http://schemas.microsoft.com/office/drawing/2014/main" id="{5ACB387F-AA35-F193-FEAB-050483C71F64}"/>
              </a:ext>
            </a:extLst>
          </p:cNvPr>
          <p:cNvSpPr>
            <a:spLocks/>
          </p:cNvSpPr>
          <p:nvPr/>
        </p:nvSpPr>
        <p:spPr>
          <a:xfrm>
            <a:off x="5848430" y="2421063"/>
            <a:ext cx="1767611" cy="636136"/>
          </a:xfrm>
          <a:custGeom>
            <a:avLst/>
            <a:gdLst/>
            <a:ahLst/>
            <a:cxnLst/>
            <a:rect l="l" t="t" r="r" b="b"/>
            <a:pathLst>
              <a:path w="4376420" h="1031239">
                <a:moveTo>
                  <a:pt x="4376420" y="0"/>
                </a:moveTo>
                <a:lnTo>
                  <a:pt x="0" y="0"/>
                </a:lnTo>
                <a:lnTo>
                  <a:pt x="0" y="1031087"/>
                </a:lnTo>
                <a:lnTo>
                  <a:pt x="4376420" y="1031087"/>
                </a:lnTo>
                <a:lnTo>
                  <a:pt x="4376420" y="0"/>
                </a:lnTo>
                <a:close/>
              </a:path>
            </a:pathLst>
          </a:custGeom>
          <a:solidFill>
            <a:srgbClr val="F4A15F"/>
          </a:solidFill>
        </p:spPr>
        <p:txBody>
          <a:bodyPr wrap="square" lIns="18000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Energy &amp; </a:t>
            </a:r>
          </a:p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Utilities 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06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535A31-9B3E-3FC2-463E-8AA73234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01" y="534338"/>
            <a:ext cx="12240000" cy="466539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200" b="1" dirty="0">
                <a:solidFill>
                  <a:srgbClr val="FFC000"/>
                </a:solidFill>
              </a:rPr>
              <a:t>4/4 CSS </a:t>
            </a:r>
            <a:r>
              <a:rPr lang="en-US" sz="2200" dirty="0"/>
              <a:t>for the past 6 years</a:t>
            </a:r>
            <a:endParaRPr lang="en-IN" sz="2200" dirty="0">
              <a:ea typeface="Tahoma"/>
              <a:cs typeface="Tahom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E0E390-DA08-1224-C3A9-66D838F78BF7}"/>
              </a:ext>
            </a:extLst>
          </p:cNvPr>
          <p:cNvSpPr/>
          <p:nvPr/>
        </p:nvSpPr>
        <p:spPr>
          <a:xfrm>
            <a:off x="0" y="657308"/>
            <a:ext cx="12166350" cy="5710814"/>
          </a:xfrm>
          <a:prstGeom prst="rect">
            <a:avLst/>
          </a:prstGeom>
          <a:noFill/>
          <a:ln w="55000" cap="flat" cmpd="thickThin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AA2BEE-86DC-7CFE-ED0D-3794F2D369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424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Executive Summary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1382960-C37D-2555-BAD9-4F824B4E39BA}"/>
              </a:ext>
            </a:extLst>
          </p:cNvPr>
          <p:cNvSpPr/>
          <p:nvPr/>
        </p:nvSpPr>
        <p:spPr>
          <a:xfrm>
            <a:off x="213093" y="1633396"/>
            <a:ext cx="540000" cy="1260000"/>
          </a:xfrm>
          <a:custGeom>
            <a:avLst/>
            <a:gdLst>
              <a:gd name="connsiteX0" fmla="*/ 194492 w 388032"/>
              <a:gd name="connsiteY0" fmla="*/ 1357534 h 1356795"/>
              <a:gd name="connsiteX1" fmla="*/ 194492 w 388032"/>
              <a:gd name="connsiteY1" fmla="*/ 205921 h 1356795"/>
              <a:gd name="connsiteX2" fmla="*/ 0 w 388032"/>
              <a:gd name="connsiteY2" fmla="*/ 348913 h 1356795"/>
              <a:gd name="connsiteX3" fmla="*/ 0 w 388032"/>
              <a:gd name="connsiteY3" fmla="*/ 142991 h 1356795"/>
              <a:gd name="connsiteX4" fmla="*/ 194492 w 388032"/>
              <a:gd name="connsiteY4" fmla="*/ 0 h 1356795"/>
              <a:gd name="connsiteX5" fmla="*/ 388983 w 388032"/>
              <a:gd name="connsiteY5" fmla="*/ 0 h 1356795"/>
              <a:gd name="connsiteX6" fmla="*/ 388983 w 388032"/>
              <a:gd name="connsiteY6" fmla="*/ 1357561 h 1356795"/>
              <a:gd name="connsiteX7" fmla="*/ 194492 w 388032"/>
              <a:gd name="connsiteY7" fmla="*/ 1357561 h 135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032" h="1356795">
                <a:moveTo>
                  <a:pt x="194492" y="1357534"/>
                </a:moveTo>
                <a:lnTo>
                  <a:pt x="194492" y="205921"/>
                </a:lnTo>
                <a:lnTo>
                  <a:pt x="0" y="348913"/>
                </a:lnTo>
                <a:lnTo>
                  <a:pt x="0" y="142991"/>
                </a:lnTo>
                <a:lnTo>
                  <a:pt x="194492" y="0"/>
                </a:lnTo>
                <a:lnTo>
                  <a:pt x="388983" y="0"/>
                </a:lnTo>
                <a:lnTo>
                  <a:pt x="388983" y="1357561"/>
                </a:lnTo>
                <a:lnTo>
                  <a:pt x="194492" y="1357561"/>
                </a:lnTo>
                <a:close/>
              </a:path>
            </a:pathLst>
          </a:custGeom>
          <a:solidFill>
            <a:srgbClr val="F2541F"/>
          </a:solidFill>
          <a:ln w="263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867611B-8AE5-1250-995E-5BC1BC63AB4A}"/>
              </a:ext>
            </a:extLst>
          </p:cNvPr>
          <p:cNvSpPr/>
          <p:nvPr/>
        </p:nvSpPr>
        <p:spPr>
          <a:xfrm>
            <a:off x="576995" y="1539506"/>
            <a:ext cx="2159999" cy="1680050"/>
          </a:xfrm>
          <a:custGeom>
            <a:avLst/>
            <a:gdLst>
              <a:gd name="connsiteX0" fmla="*/ 1675616 w 2122301"/>
              <a:gd name="connsiteY0" fmla="*/ 31227 h 1388471"/>
              <a:gd name="connsiteX1" fmla="*/ 1634489 w 2122301"/>
              <a:gd name="connsiteY1" fmla="*/ 0 h 1388471"/>
              <a:gd name="connsiteX2" fmla="*/ 1591753 w 2122301"/>
              <a:gd name="connsiteY2" fmla="*/ 42736 h 1388471"/>
              <a:gd name="connsiteX3" fmla="*/ 1634489 w 2122301"/>
              <a:gd name="connsiteY3" fmla="*/ 85473 h 1388471"/>
              <a:gd name="connsiteX4" fmla="*/ 1676671 w 2122301"/>
              <a:gd name="connsiteY4" fmla="*/ 49336 h 1388471"/>
              <a:gd name="connsiteX5" fmla="*/ 2105514 w 2122301"/>
              <a:gd name="connsiteY5" fmla="*/ 49336 h 1388471"/>
              <a:gd name="connsiteX6" fmla="*/ 2105514 w 2122301"/>
              <a:gd name="connsiteY6" fmla="*/ 1370680 h 1388471"/>
              <a:gd name="connsiteX7" fmla="*/ 0 w 2122301"/>
              <a:gd name="connsiteY7" fmla="*/ 1370680 h 1388471"/>
              <a:gd name="connsiteX8" fmla="*/ 0 w 2122301"/>
              <a:gd name="connsiteY8" fmla="*/ 1388788 h 1388471"/>
              <a:gd name="connsiteX9" fmla="*/ 2123596 w 2122301"/>
              <a:gd name="connsiteY9" fmla="*/ 1388788 h 1388471"/>
              <a:gd name="connsiteX10" fmla="*/ 2123596 w 2122301"/>
              <a:gd name="connsiteY10" fmla="*/ 31227 h 1388471"/>
              <a:gd name="connsiteX11" fmla="*/ 1675616 w 2122301"/>
              <a:gd name="connsiteY11" fmla="*/ 31227 h 1388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22301" h="1388471">
                <a:moveTo>
                  <a:pt x="1675616" y="31227"/>
                </a:moveTo>
                <a:cubicBezTo>
                  <a:pt x="1670574" y="13225"/>
                  <a:pt x="1654102" y="0"/>
                  <a:pt x="1634489" y="0"/>
                </a:cubicBezTo>
                <a:cubicBezTo>
                  <a:pt x="1610891" y="0"/>
                  <a:pt x="1591753" y="19138"/>
                  <a:pt x="1591753" y="42736"/>
                </a:cubicBezTo>
                <a:cubicBezTo>
                  <a:pt x="1591753" y="66335"/>
                  <a:pt x="1610891" y="85473"/>
                  <a:pt x="1634489" y="85473"/>
                </a:cubicBezTo>
                <a:cubicBezTo>
                  <a:pt x="1655844" y="85473"/>
                  <a:pt x="1673477" y="69793"/>
                  <a:pt x="1676671" y="49336"/>
                </a:cubicBezTo>
                <a:lnTo>
                  <a:pt x="2105514" y="49336"/>
                </a:lnTo>
                <a:lnTo>
                  <a:pt x="2105514" y="1370680"/>
                </a:lnTo>
                <a:lnTo>
                  <a:pt x="0" y="1370680"/>
                </a:lnTo>
                <a:lnTo>
                  <a:pt x="0" y="1388788"/>
                </a:lnTo>
                <a:lnTo>
                  <a:pt x="2123596" y="1388788"/>
                </a:lnTo>
                <a:lnTo>
                  <a:pt x="2123596" y="31227"/>
                </a:lnTo>
                <a:lnTo>
                  <a:pt x="1675616" y="31227"/>
                </a:lnTo>
                <a:close/>
              </a:path>
            </a:pathLst>
          </a:custGeom>
          <a:solidFill>
            <a:srgbClr val="F2541F"/>
          </a:solidFill>
          <a:ln w="263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8F19BD-0D56-5102-4CA8-2E6F521A7F14}"/>
              </a:ext>
            </a:extLst>
          </p:cNvPr>
          <p:cNvSpPr/>
          <p:nvPr/>
        </p:nvSpPr>
        <p:spPr>
          <a:xfrm>
            <a:off x="850175" y="1986372"/>
            <a:ext cx="1792435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chemeClr val="bg1"/>
                </a:solidFill>
              </a:rPr>
              <a:t>7+ years of successful partnership</a:t>
            </a:r>
          </a:p>
        </p:txBody>
      </p:sp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882AADCC-32DD-7A08-7C9B-A0201CDA3CE5}"/>
              </a:ext>
            </a:extLst>
          </p:cNvPr>
          <p:cNvSpPr txBox="1">
            <a:spLocks/>
          </p:cNvSpPr>
          <p:nvPr/>
        </p:nvSpPr>
        <p:spPr>
          <a:xfrm>
            <a:off x="223141" y="3317093"/>
            <a:ext cx="2518954" cy="28569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600" b="1">
                <a:latin typeface="+mn-lt"/>
                <a:ea typeface="Roboto" pitchFamily="2" charset="0"/>
              </a:rPr>
              <a:t>Successful Partnership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AD35C4-2FB3-5CCC-C717-C32D45AE2906}"/>
              </a:ext>
            </a:extLst>
          </p:cNvPr>
          <p:cNvSpPr/>
          <p:nvPr/>
        </p:nvSpPr>
        <p:spPr>
          <a:xfrm>
            <a:off x="3202884" y="1633371"/>
            <a:ext cx="540001" cy="1260000"/>
          </a:xfrm>
          <a:custGeom>
            <a:avLst/>
            <a:gdLst>
              <a:gd name="connsiteX0" fmla="*/ 0 w 572810"/>
              <a:gd name="connsiteY0" fmla="*/ 1357561 h 1356795"/>
              <a:gd name="connsiteX1" fmla="*/ 0 w 572810"/>
              <a:gd name="connsiteY1" fmla="*/ 1176056 h 1356795"/>
              <a:gd name="connsiteX2" fmla="*/ 347883 w 572810"/>
              <a:gd name="connsiteY2" fmla="*/ 519964 h 1356795"/>
              <a:gd name="connsiteX3" fmla="*/ 378134 w 572810"/>
              <a:gd name="connsiteY3" fmla="*/ 433937 h 1356795"/>
              <a:gd name="connsiteX4" fmla="*/ 381909 w 572810"/>
              <a:gd name="connsiteY4" fmla="*/ 342234 h 1356795"/>
              <a:gd name="connsiteX5" fmla="*/ 380959 w 572810"/>
              <a:gd name="connsiteY5" fmla="*/ 290233 h 1356795"/>
              <a:gd name="connsiteX6" fmla="*/ 370558 w 572810"/>
              <a:gd name="connsiteY6" fmla="*/ 242006 h 1356795"/>
              <a:gd name="connsiteX7" fmla="*/ 342208 w 572810"/>
              <a:gd name="connsiteY7" fmla="*/ 207030 h 1356795"/>
              <a:gd name="connsiteX8" fmla="*/ 287382 w 572810"/>
              <a:gd name="connsiteY8" fmla="*/ 192855 h 1356795"/>
              <a:gd name="connsiteX9" fmla="*/ 218381 w 572810"/>
              <a:gd name="connsiteY9" fmla="*/ 217430 h 1356795"/>
              <a:gd name="connsiteX10" fmla="*/ 192855 w 572810"/>
              <a:gd name="connsiteY10" fmla="*/ 289282 h 1356795"/>
              <a:gd name="connsiteX11" fmla="*/ 192855 w 572810"/>
              <a:gd name="connsiteY11" fmla="*/ 398935 h 1356795"/>
              <a:gd name="connsiteX12" fmla="*/ 0 w 572810"/>
              <a:gd name="connsiteY12" fmla="*/ 398935 h 1356795"/>
              <a:gd name="connsiteX13" fmla="*/ 0 w 572810"/>
              <a:gd name="connsiteY13" fmla="*/ 293057 h 1356795"/>
              <a:gd name="connsiteX14" fmla="*/ 22701 w 572810"/>
              <a:gd name="connsiteY14" fmla="*/ 179604 h 1356795"/>
              <a:gd name="connsiteX15" fmla="*/ 85103 w 572810"/>
              <a:gd name="connsiteY15" fmla="*/ 86951 h 1356795"/>
              <a:gd name="connsiteX16" fmla="*/ 175855 w 572810"/>
              <a:gd name="connsiteY16" fmla="*/ 23625 h 1356795"/>
              <a:gd name="connsiteX17" fmla="*/ 289309 w 572810"/>
              <a:gd name="connsiteY17" fmla="*/ 0 h 1356795"/>
              <a:gd name="connsiteX18" fmla="*/ 418812 w 572810"/>
              <a:gd name="connsiteY18" fmla="*/ 27426 h 1356795"/>
              <a:gd name="connsiteX19" fmla="*/ 508614 w 572810"/>
              <a:gd name="connsiteY19" fmla="*/ 102103 h 1356795"/>
              <a:gd name="connsiteX20" fmla="*/ 558715 w 572810"/>
              <a:gd name="connsiteY20" fmla="*/ 209881 h 1356795"/>
              <a:gd name="connsiteX21" fmla="*/ 574790 w 572810"/>
              <a:gd name="connsiteY21" fmla="*/ 338460 h 1356795"/>
              <a:gd name="connsiteX22" fmla="*/ 572890 w 572810"/>
              <a:gd name="connsiteY22" fmla="*/ 420712 h 1356795"/>
              <a:gd name="connsiteX23" fmla="*/ 565340 w 572810"/>
              <a:gd name="connsiteY23" fmla="*/ 484064 h 1356795"/>
              <a:gd name="connsiteX24" fmla="*/ 546440 w 572810"/>
              <a:gd name="connsiteY24" fmla="*/ 544566 h 1356795"/>
              <a:gd name="connsiteX25" fmla="*/ 510514 w 572810"/>
              <a:gd name="connsiteY25" fmla="*/ 618292 h 1356795"/>
              <a:gd name="connsiteX26" fmla="*/ 226907 w 572810"/>
              <a:gd name="connsiteY26" fmla="*/ 1164706 h 1356795"/>
              <a:gd name="connsiteX27" fmla="*/ 574790 w 572810"/>
              <a:gd name="connsiteY27" fmla="*/ 1164706 h 1356795"/>
              <a:gd name="connsiteX28" fmla="*/ 574790 w 572810"/>
              <a:gd name="connsiteY28" fmla="*/ 1357561 h 1356795"/>
              <a:gd name="connsiteX29" fmla="*/ 0 w 572810"/>
              <a:gd name="connsiteY29" fmla="*/ 1357561 h 135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72810" h="1356795">
                <a:moveTo>
                  <a:pt x="0" y="1357561"/>
                </a:moveTo>
                <a:lnTo>
                  <a:pt x="0" y="1176056"/>
                </a:lnTo>
                <a:lnTo>
                  <a:pt x="347883" y="519964"/>
                </a:lnTo>
                <a:cubicBezTo>
                  <a:pt x="365516" y="487206"/>
                  <a:pt x="375600" y="458512"/>
                  <a:pt x="378134" y="433937"/>
                </a:cubicBezTo>
                <a:cubicBezTo>
                  <a:pt x="380642" y="409361"/>
                  <a:pt x="381909" y="378820"/>
                  <a:pt x="381909" y="342234"/>
                </a:cubicBezTo>
                <a:cubicBezTo>
                  <a:pt x="381909" y="325868"/>
                  <a:pt x="381592" y="308526"/>
                  <a:pt x="380959" y="290233"/>
                </a:cubicBezTo>
                <a:cubicBezTo>
                  <a:pt x="380299" y="271966"/>
                  <a:pt x="376841" y="255891"/>
                  <a:pt x="370558" y="242006"/>
                </a:cubicBezTo>
                <a:cubicBezTo>
                  <a:pt x="364223" y="228147"/>
                  <a:pt x="354773" y="216480"/>
                  <a:pt x="342208" y="207030"/>
                </a:cubicBezTo>
                <a:cubicBezTo>
                  <a:pt x="329590" y="197580"/>
                  <a:pt x="311298" y="192855"/>
                  <a:pt x="287382" y="192855"/>
                </a:cubicBezTo>
                <a:cubicBezTo>
                  <a:pt x="258372" y="192855"/>
                  <a:pt x="235380" y="201064"/>
                  <a:pt x="218381" y="217430"/>
                </a:cubicBezTo>
                <a:cubicBezTo>
                  <a:pt x="201355" y="233823"/>
                  <a:pt x="192855" y="257791"/>
                  <a:pt x="192855" y="289282"/>
                </a:cubicBezTo>
                <a:lnTo>
                  <a:pt x="192855" y="398935"/>
                </a:lnTo>
                <a:lnTo>
                  <a:pt x="0" y="398935"/>
                </a:lnTo>
                <a:lnTo>
                  <a:pt x="0" y="293057"/>
                </a:lnTo>
                <a:cubicBezTo>
                  <a:pt x="0" y="252723"/>
                  <a:pt x="7576" y="214923"/>
                  <a:pt x="22701" y="179604"/>
                </a:cubicBezTo>
                <a:cubicBezTo>
                  <a:pt x="37826" y="144338"/>
                  <a:pt x="58627" y="113427"/>
                  <a:pt x="85103" y="86951"/>
                </a:cubicBezTo>
                <a:cubicBezTo>
                  <a:pt x="110312" y="60475"/>
                  <a:pt x="140563" y="39384"/>
                  <a:pt x="175855" y="23625"/>
                </a:cubicBezTo>
                <a:cubicBezTo>
                  <a:pt x="211121" y="7866"/>
                  <a:pt x="248948" y="0"/>
                  <a:pt x="289309" y="0"/>
                </a:cubicBezTo>
                <a:cubicBezTo>
                  <a:pt x="339700" y="0"/>
                  <a:pt x="382912" y="9160"/>
                  <a:pt x="418812" y="27426"/>
                </a:cubicBezTo>
                <a:cubicBezTo>
                  <a:pt x="454738" y="45719"/>
                  <a:pt x="484671" y="70611"/>
                  <a:pt x="508614" y="102103"/>
                </a:cubicBezTo>
                <a:cubicBezTo>
                  <a:pt x="531315" y="133621"/>
                  <a:pt x="547997" y="169547"/>
                  <a:pt x="558715" y="209881"/>
                </a:cubicBezTo>
                <a:cubicBezTo>
                  <a:pt x="569405" y="250242"/>
                  <a:pt x="574790" y="293084"/>
                  <a:pt x="574790" y="338460"/>
                </a:cubicBezTo>
                <a:cubicBezTo>
                  <a:pt x="574790" y="371245"/>
                  <a:pt x="574130" y="398671"/>
                  <a:pt x="572890" y="420712"/>
                </a:cubicBezTo>
                <a:cubicBezTo>
                  <a:pt x="571623" y="442780"/>
                  <a:pt x="569115" y="463897"/>
                  <a:pt x="565340" y="484064"/>
                </a:cubicBezTo>
                <a:cubicBezTo>
                  <a:pt x="561565" y="504232"/>
                  <a:pt x="555230" y="524425"/>
                  <a:pt x="546440" y="544566"/>
                </a:cubicBezTo>
                <a:cubicBezTo>
                  <a:pt x="537597" y="564733"/>
                  <a:pt x="525639" y="589335"/>
                  <a:pt x="510514" y="618292"/>
                </a:cubicBezTo>
                <a:lnTo>
                  <a:pt x="226907" y="1164706"/>
                </a:lnTo>
                <a:lnTo>
                  <a:pt x="574790" y="1164706"/>
                </a:lnTo>
                <a:lnTo>
                  <a:pt x="574790" y="1357561"/>
                </a:lnTo>
                <a:lnTo>
                  <a:pt x="0" y="1357561"/>
                </a:lnTo>
                <a:close/>
              </a:path>
            </a:pathLst>
          </a:custGeom>
          <a:solidFill>
            <a:srgbClr val="F28307"/>
          </a:solidFill>
          <a:ln w="263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CC2FDA9-EF7B-768D-9195-A623990D62B9}"/>
              </a:ext>
            </a:extLst>
          </p:cNvPr>
          <p:cNvGrpSpPr/>
          <p:nvPr/>
        </p:nvGrpSpPr>
        <p:grpSpPr>
          <a:xfrm>
            <a:off x="3515159" y="1539506"/>
            <a:ext cx="5326346" cy="1680050"/>
            <a:chOff x="3515159" y="1539506"/>
            <a:chExt cx="5326346" cy="168005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F9B06D-F210-5422-1255-4C4C6D1985EF}"/>
                </a:ext>
              </a:extLst>
            </p:cNvPr>
            <p:cNvSpPr/>
            <p:nvPr/>
          </p:nvSpPr>
          <p:spPr>
            <a:xfrm>
              <a:off x="3515159" y="1539506"/>
              <a:ext cx="2160003" cy="1680050"/>
            </a:xfrm>
            <a:custGeom>
              <a:avLst/>
              <a:gdLst>
                <a:gd name="connsiteX0" fmla="*/ 1829087 w 2275403"/>
                <a:gd name="connsiteY0" fmla="*/ 31227 h 1388471"/>
                <a:gd name="connsiteX1" fmla="*/ 1787960 w 2275403"/>
                <a:gd name="connsiteY1" fmla="*/ 0 h 1388471"/>
                <a:gd name="connsiteX2" fmla="*/ 1745224 w 2275403"/>
                <a:gd name="connsiteY2" fmla="*/ 42736 h 1388471"/>
                <a:gd name="connsiteX3" fmla="*/ 1787960 w 2275403"/>
                <a:gd name="connsiteY3" fmla="*/ 85473 h 1388471"/>
                <a:gd name="connsiteX4" fmla="*/ 1830142 w 2275403"/>
                <a:gd name="connsiteY4" fmla="*/ 49336 h 1388471"/>
                <a:gd name="connsiteX5" fmla="*/ 2258985 w 2275403"/>
                <a:gd name="connsiteY5" fmla="*/ 49336 h 1388471"/>
                <a:gd name="connsiteX6" fmla="*/ 2258985 w 2275403"/>
                <a:gd name="connsiteY6" fmla="*/ 1370680 h 1388471"/>
                <a:gd name="connsiteX7" fmla="*/ 0 w 2275403"/>
                <a:gd name="connsiteY7" fmla="*/ 1370680 h 1388471"/>
                <a:gd name="connsiteX8" fmla="*/ 0 w 2275403"/>
                <a:gd name="connsiteY8" fmla="*/ 1388788 h 1388471"/>
                <a:gd name="connsiteX9" fmla="*/ 2277066 w 2275403"/>
                <a:gd name="connsiteY9" fmla="*/ 1388788 h 1388471"/>
                <a:gd name="connsiteX10" fmla="*/ 2277066 w 2275403"/>
                <a:gd name="connsiteY10" fmla="*/ 31227 h 1388471"/>
                <a:gd name="connsiteX11" fmla="*/ 1829087 w 2275403"/>
                <a:gd name="connsiteY11" fmla="*/ 31227 h 138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75403" h="1388471">
                  <a:moveTo>
                    <a:pt x="1829087" y="31227"/>
                  </a:moveTo>
                  <a:cubicBezTo>
                    <a:pt x="1824045" y="13225"/>
                    <a:pt x="1807573" y="0"/>
                    <a:pt x="1787960" y="0"/>
                  </a:cubicBezTo>
                  <a:cubicBezTo>
                    <a:pt x="1764362" y="0"/>
                    <a:pt x="1745224" y="19138"/>
                    <a:pt x="1745224" y="42736"/>
                  </a:cubicBezTo>
                  <a:cubicBezTo>
                    <a:pt x="1745224" y="66335"/>
                    <a:pt x="1764362" y="85473"/>
                    <a:pt x="1787960" y="85473"/>
                  </a:cubicBezTo>
                  <a:cubicBezTo>
                    <a:pt x="1809315" y="85473"/>
                    <a:pt x="1826948" y="69793"/>
                    <a:pt x="1830142" y="49336"/>
                  </a:cubicBezTo>
                  <a:lnTo>
                    <a:pt x="2258985" y="49336"/>
                  </a:lnTo>
                  <a:lnTo>
                    <a:pt x="2258985" y="1370680"/>
                  </a:lnTo>
                  <a:lnTo>
                    <a:pt x="0" y="1370680"/>
                  </a:lnTo>
                  <a:lnTo>
                    <a:pt x="0" y="1388788"/>
                  </a:lnTo>
                  <a:lnTo>
                    <a:pt x="2277066" y="1388788"/>
                  </a:lnTo>
                  <a:lnTo>
                    <a:pt x="2277066" y="31227"/>
                  </a:lnTo>
                  <a:lnTo>
                    <a:pt x="1829087" y="31227"/>
                  </a:lnTo>
                  <a:close/>
                </a:path>
              </a:pathLst>
            </a:custGeom>
            <a:solidFill>
              <a:srgbClr val="F28307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3B8720B-234C-0569-7EAE-455687DDC480}"/>
                </a:ext>
              </a:extLst>
            </p:cNvPr>
            <p:cNvSpPr/>
            <p:nvPr/>
          </p:nvSpPr>
          <p:spPr>
            <a:xfrm>
              <a:off x="6749592" y="1557829"/>
              <a:ext cx="2091913" cy="1631216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POD V&amp;V. &amp; Automation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System DV Testing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PDM Functional &amp; Automation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SFDC QE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DevOps Strategy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SRE &amp; Data Engineering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Data Products Development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Data Cloud QE Strategy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AWS Cloud Engineering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Discover App Performance</a:t>
              </a:r>
            </a:p>
          </p:txBody>
        </p:sp>
      </p:grp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7AC9884A-000D-DCEF-5F02-2A3CAB5139AE}"/>
              </a:ext>
            </a:extLst>
          </p:cNvPr>
          <p:cNvSpPr txBox="1">
            <a:spLocks/>
          </p:cNvSpPr>
          <p:nvPr/>
        </p:nvSpPr>
        <p:spPr>
          <a:xfrm>
            <a:off x="6173313" y="3325931"/>
            <a:ext cx="2534400" cy="24622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600" b="1" dirty="0">
                <a:latin typeface="+mn-lt"/>
                <a:ea typeface="Roboto" pitchFamily="2" charset="0"/>
              </a:rPr>
              <a:t>Services Provided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815B4D-F282-995E-E707-0F1141758027}"/>
              </a:ext>
            </a:extLst>
          </p:cNvPr>
          <p:cNvGrpSpPr/>
          <p:nvPr/>
        </p:nvGrpSpPr>
        <p:grpSpPr>
          <a:xfrm>
            <a:off x="3409516" y="1517562"/>
            <a:ext cx="5298197" cy="2027132"/>
            <a:chOff x="3435621" y="1235741"/>
            <a:chExt cx="5428997" cy="202713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6DBC5EF-65B5-266D-4EAE-358AA4A8FED2}"/>
                </a:ext>
              </a:extLst>
            </p:cNvPr>
            <p:cNvGrpSpPr/>
            <p:nvPr/>
          </p:nvGrpSpPr>
          <p:grpSpPr>
            <a:xfrm>
              <a:off x="3941548" y="1235741"/>
              <a:ext cx="4923070" cy="1680050"/>
              <a:chOff x="3941548" y="1235741"/>
              <a:chExt cx="4923070" cy="1680050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2CE3A69-258C-08DD-2BC1-B06470474FEE}"/>
                  </a:ext>
                </a:extLst>
              </p:cNvPr>
              <p:cNvSpPr/>
              <p:nvPr/>
            </p:nvSpPr>
            <p:spPr>
              <a:xfrm>
                <a:off x="6196657" y="1329632"/>
                <a:ext cx="553332" cy="1260000"/>
              </a:xfrm>
              <a:custGeom>
                <a:avLst/>
                <a:gdLst>
                  <a:gd name="connsiteX0" fmla="*/ 226933 w 567530"/>
                  <a:gd name="connsiteY0" fmla="*/ 573761 h 1356795"/>
                  <a:gd name="connsiteX1" fmla="*/ 346009 w 567530"/>
                  <a:gd name="connsiteY1" fmla="*/ 553145 h 1356795"/>
                  <a:gd name="connsiteX2" fmla="*/ 378820 w 567530"/>
                  <a:gd name="connsiteY2" fmla="*/ 457509 h 1356795"/>
                  <a:gd name="connsiteX3" fmla="*/ 378820 w 567530"/>
                  <a:gd name="connsiteY3" fmla="*/ 285006 h 1356795"/>
                  <a:gd name="connsiteX4" fmla="*/ 353506 w 567530"/>
                  <a:gd name="connsiteY4" fmla="*/ 217510 h 1356795"/>
                  <a:gd name="connsiteX5" fmla="*/ 285059 w 567530"/>
                  <a:gd name="connsiteY5" fmla="*/ 191271 h 1356795"/>
                  <a:gd name="connsiteX6" fmla="*/ 212864 w 567530"/>
                  <a:gd name="connsiteY6" fmla="*/ 223158 h 1356795"/>
                  <a:gd name="connsiteX7" fmla="*/ 191297 w 567530"/>
                  <a:gd name="connsiteY7" fmla="*/ 285033 h 1356795"/>
                  <a:gd name="connsiteX8" fmla="*/ 191297 w 567530"/>
                  <a:gd name="connsiteY8" fmla="*/ 393761 h 1356795"/>
                  <a:gd name="connsiteX9" fmla="*/ 53 w 567530"/>
                  <a:gd name="connsiteY9" fmla="*/ 393761 h 1356795"/>
                  <a:gd name="connsiteX10" fmla="*/ 53 w 567530"/>
                  <a:gd name="connsiteY10" fmla="*/ 283132 h 1356795"/>
                  <a:gd name="connsiteX11" fmla="*/ 22543 w 567530"/>
                  <a:gd name="connsiteY11" fmla="*/ 172503 h 1356795"/>
                  <a:gd name="connsiteX12" fmla="*/ 84417 w 567530"/>
                  <a:gd name="connsiteY12" fmla="*/ 82490 h 1356795"/>
                  <a:gd name="connsiteX13" fmla="*/ 176304 w 567530"/>
                  <a:gd name="connsiteY13" fmla="*/ 22490 h 1356795"/>
                  <a:gd name="connsiteX14" fmla="*/ 288808 w 567530"/>
                  <a:gd name="connsiteY14" fmla="*/ 0 h 1356795"/>
                  <a:gd name="connsiteX15" fmla="*/ 419128 w 567530"/>
                  <a:gd name="connsiteY15" fmla="*/ 30937 h 1356795"/>
                  <a:gd name="connsiteX16" fmla="*/ 496946 w 567530"/>
                  <a:gd name="connsiteY16" fmla="*/ 93761 h 1356795"/>
                  <a:gd name="connsiteX17" fmla="*/ 529757 w 567530"/>
                  <a:gd name="connsiteY17" fmla="*/ 138768 h 1356795"/>
                  <a:gd name="connsiteX18" fmla="*/ 553198 w 567530"/>
                  <a:gd name="connsiteY18" fmla="*/ 193145 h 1356795"/>
                  <a:gd name="connsiteX19" fmla="*/ 570065 w 567530"/>
                  <a:gd name="connsiteY19" fmla="*/ 376893 h 1356795"/>
                  <a:gd name="connsiteX20" fmla="*/ 567241 w 567530"/>
                  <a:gd name="connsiteY20" fmla="*/ 489397 h 1356795"/>
                  <a:gd name="connsiteX21" fmla="*/ 553171 w 567530"/>
                  <a:gd name="connsiteY21" fmla="*/ 560641 h 1356795"/>
                  <a:gd name="connsiteX22" fmla="*/ 516612 w 567530"/>
                  <a:gd name="connsiteY22" fmla="*/ 611271 h 1356795"/>
                  <a:gd name="connsiteX23" fmla="*/ 451913 w 567530"/>
                  <a:gd name="connsiteY23" fmla="*/ 656277 h 1356795"/>
                  <a:gd name="connsiteX24" fmla="*/ 520360 w 567530"/>
                  <a:gd name="connsiteY24" fmla="*/ 708780 h 1356795"/>
                  <a:gd name="connsiteX25" fmla="*/ 555045 w 567530"/>
                  <a:gd name="connsiteY25" fmla="*/ 765032 h 1356795"/>
                  <a:gd name="connsiteX26" fmla="*/ 568165 w 567530"/>
                  <a:gd name="connsiteY26" fmla="*/ 844724 h 1356795"/>
                  <a:gd name="connsiteX27" fmla="*/ 570039 w 567530"/>
                  <a:gd name="connsiteY27" fmla="*/ 961926 h 1356795"/>
                  <a:gd name="connsiteX28" fmla="*/ 567215 w 567530"/>
                  <a:gd name="connsiteY28" fmla="*/ 1070680 h 1356795"/>
                  <a:gd name="connsiteX29" fmla="*/ 558767 w 567530"/>
                  <a:gd name="connsiteY29" fmla="*/ 1141925 h 1356795"/>
                  <a:gd name="connsiteX30" fmla="*/ 543774 w 567530"/>
                  <a:gd name="connsiteY30" fmla="*/ 1192554 h 1356795"/>
                  <a:gd name="connsiteX31" fmla="*/ 519410 w 567530"/>
                  <a:gd name="connsiteY31" fmla="*/ 1235687 h 1356795"/>
                  <a:gd name="connsiteX32" fmla="*/ 428473 w 567530"/>
                  <a:gd name="connsiteY32" fmla="*/ 1322875 h 1356795"/>
                  <a:gd name="connsiteX33" fmla="*/ 283158 w 567530"/>
                  <a:gd name="connsiteY33" fmla="*/ 1357561 h 1356795"/>
                  <a:gd name="connsiteX34" fmla="*/ 187523 w 567530"/>
                  <a:gd name="connsiteY34" fmla="*/ 1342567 h 1356795"/>
                  <a:gd name="connsiteX35" fmla="*/ 95636 w 567530"/>
                  <a:gd name="connsiteY35" fmla="*/ 1293812 h 1356795"/>
                  <a:gd name="connsiteX36" fmla="*/ 27189 w 567530"/>
                  <a:gd name="connsiteY36" fmla="*/ 1205673 h 1356795"/>
                  <a:gd name="connsiteX37" fmla="*/ 0 w 567530"/>
                  <a:gd name="connsiteY37" fmla="*/ 1072554 h 1356795"/>
                  <a:gd name="connsiteX38" fmla="*/ 0 w 567530"/>
                  <a:gd name="connsiteY38" fmla="*/ 963800 h 1356795"/>
                  <a:gd name="connsiteX39" fmla="*/ 191245 w 567530"/>
                  <a:gd name="connsiteY39" fmla="*/ 963800 h 1356795"/>
                  <a:gd name="connsiteX40" fmla="*/ 191245 w 567530"/>
                  <a:gd name="connsiteY40" fmla="*/ 1063184 h 1356795"/>
                  <a:gd name="connsiteX41" fmla="*/ 216559 w 567530"/>
                  <a:gd name="connsiteY41" fmla="*/ 1137253 h 1356795"/>
                  <a:gd name="connsiteX42" fmla="*/ 285006 w 567530"/>
                  <a:gd name="connsiteY42" fmla="*/ 1166316 h 1356795"/>
                  <a:gd name="connsiteX43" fmla="*/ 353453 w 567530"/>
                  <a:gd name="connsiteY43" fmla="*/ 1137253 h 1356795"/>
                  <a:gd name="connsiteX44" fmla="*/ 378768 w 567530"/>
                  <a:gd name="connsiteY44" fmla="*/ 1059435 h 1356795"/>
                  <a:gd name="connsiteX45" fmla="*/ 378768 w 567530"/>
                  <a:gd name="connsiteY45" fmla="*/ 868191 h 1356795"/>
                  <a:gd name="connsiteX46" fmla="*/ 348755 w 567530"/>
                  <a:gd name="connsiteY46" fmla="*/ 765058 h 1356795"/>
                  <a:gd name="connsiteX47" fmla="*/ 302824 w 567530"/>
                  <a:gd name="connsiteY47" fmla="*/ 746317 h 1356795"/>
                  <a:gd name="connsiteX48" fmla="*/ 226880 w 567530"/>
                  <a:gd name="connsiteY48" fmla="*/ 742568 h 1356795"/>
                  <a:gd name="connsiteX49" fmla="*/ 226880 w 567530"/>
                  <a:gd name="connsiteY49" fmla="*/ 573761 h 1356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567530" h="1356795">
                    <a:moveTo>
                      <a:pt x="226933" y="573761"/>
                    </a:moveTo>
                    <a:cubicBezTo>
                      <a:pt x="284425" y="573761"/>
                      <a:pt x="324126" y="566898"/>
                      <a:pt x="346009" y="553145"/>
                    </a:cubicBezTo>
                    <a:cubicBezTo>
                      <a:pt x="367866" y="539392"/>
                      <a:pt x="378820" y="507531"/>
                      <a:pt x="378820" y="457509"/>
                    </a:cubicBezTo>
                    <a:lnTo>
                      <a:pt x="378820" y="285006"/>
                    </a:lnTo>
                    <a:cubicBezTo>
                      <a:pt x="378820" y="257527"/>
                      <a:pt x="370374" y="235011"/>
                      <a:pt x="353506" y="217510"/>
                    </a:cubicBezTo>
                    <a:cubicBezTo>
                      <a:pt x="336638" y="200008"/>
                      <a:pt x="313805" y="191271"/>
                      <a:pt x="285059" y="191271"/>
                    </a:cubicBezTo>
                    <a:cubicBezTo>
                      <a:pt x="251297" y="191271"/>
                      <a:pt x="227224" y="201909"/>
                      <a:pt x="212864" y="223158"/>
                    </a:cubicBezTo>
                    <a:cubicBezTo>
                      <a:pt x="198477" y="244434"/>
                      <a:pt x="191297" y="265050"/>
                      <a:pt x="191297" y="285033"/>
                    </a:cubicBezTo>
                    <a:lnTo>
                      <a:pt x="191297" y="393761"/>
                    </a:lnTo>
                    <a:lnTo>
                      <a:pt x="53" y="393761"/>
                    </a:lnTo>
                    <a:lnTo>
                      <a:pt x="53" y="283132"/>
                    </a:lnTo>
                    <a:cubicBezTo>
                      <a:pt x="53" y="244408"/>
                      <a:pt x="7550" y="207505"/>
                      <a:pt x="22543" y="172503"/>
                    </a:cubicBezTo>
                    <a:cubicBezTo>
                      <a:pt x="37536" y="137527"/>
                      <a:pt x="58179" y="107514"/>
                      <a:pt x="84417" y="82490"/>
                    </a:cubicBezTo>
                    <a:cubicBezTo>
                      <a:pt x="110682" y="57492"/>
                      <a:pt x="141276" y="37483"/>
                      <a:pt x="176304" y="22490"/>
                    </a:cubicBezTo>
                    <a:cubicBezTo>
                      <a:pt x="211280" y="7497"/>
                      <a:pt x="248790" y="0"/>
                      <a:pt x="288808" y="0"/>
                    </a:cubicBezTo>
                    <a:cubicBezTo>
                      <a:pt x="341311" y="0"/>
                      <a:pt x="384733" y="10321"/>
                      <a:pt x="419128" y="30937"/>
                    </a:cubicBezTo>
                    <a:cubicBezTo>
                      <a:pt x="453497" y="51553"/>
                      <a:pt x="479419" y="72512"/>
                      <a:pt x="496946" y="93761"/>
                    </a:cubicBezTo>
                    <a:cubicBezTo>
                      <a:pt x="509432" y="108755"/>
                      <a:pt x="520387" y="123775"/>
                      <a:pt x="529757" y="138768"/>
                    </a:cubicBezTo>
                    <a:cubicBezTo>
                      <a:pt x="539128" y="153761"/>
                      <a:pt x="546915" y="171896"/>
                      <a:pt x="553198" y="193145"/>
                    </a:cubicBezTo>
                    <a:cubicBezTo>
                      <a:pt x="564443" y="234404"/>
                      <a:pt x="570065" y="295670"/>
                      <a:pt x="570065" y="376893"/>
                    </a:cubicBezTo>
                    <a:cubicBezTo>
                      <a:pt x="570065" y="423141"/>
                      <a:pt x="569115" y="460650"/>
                      <a:pt x="567241" y="489397"/>
                    </a:cubicBezTo>
                    <a:cubicBezTo>
                      <a:pt x="565366" y="518169"/>
                      <a:pt x="560668" y="541900"/>
                      <a:pt x="553171" y="560641"/>
                    </a:cubicBezTo>
                    <a:cubicBezTo>
                      <a:pt x="544407" y="580650"/>
                      <a:pt x="532212" y="597518"/>
                      <a:pt x="516612" y="611271"/>
                    </a:cubicBezTo>
                    <a:cubicBezTo>
                      <a:pt x="500958" y="625050"/>
                      <a:pt x="479392" y="640043"/>
                      <a:pt x="451913" y="656277"/>
                    </a:cubicBezTo>
                    <a:cubicBezTo>
                      <a:pt x="481926" y="675019"/>
                      <a:pt x="504707" y="692546"/>
                      <a:pt x="520360" y="708780"/>
                    </a:cubicBezTo>
                    <a:cubicBezTo>
                      <a:pt x="535987" y="725041"/>
                      <a:pt x="547548" y="743782"/>
                      <a:pt x="555045" y="765032"/>
                    </a:cubicBezTo>
                    <a:cubicBezTo>
                      <a:pt x="562542" y="787522"/>
                      <a:pt x="566898" y="814103"/>
                      <a:pt x="568165" y="844724"/>
                    </a:cubicBezTo>
                    <a:cubicBezTo>
                      <a:pt x="569405" y="875370"/>
                      <a:pt x="570039" y="914411"/>
                      <a:pt x="570039" y="961926"/>
                    </a:cubicBezTo>
                    <a:cubicBezTo>
                      <a:pt x="570039" y="1005691"/>
                      <a:pt x="569089" y="1041934"/>
                      <a:pt x="567215" y="1070680"/>
                    </a:cubicBezTo>
                    <a:cubicBezTo>
                      <a:pt x="565341" y="1099453"/>
                      <a:pt x="562516" y="1123184"/>
                      <a:pt x="558767" y="1141925"/>
                    </a:cubicBezTo>
                    <a:cubicBezTo>
                      <a:pt x="555019" y="1161934"/>
                      <a:pt x="550004" y="1178802"/>
                      <a:pt x="543774" y="1192554"/>
                    </a:cubicBezTo>
                    <a:cubicBezTo>
                      <a:pt x="537492" y="1206333"/>
                      <a:pt x="529388" y="1220693"/>
                      <a:pt x="519410" y="1235687"/>
                    </a:cubicBezTo>
                    <a:cubicBezTo>
                      <a:pt x="495653" y="1270689"/>
                      <a:pt x="465323" y="1299752"/>
                      <a:pt x="428473" y="1322875"/>
                    </a:cubicBezTo>
                    <a:cubicBezTo>
                      <a:pt x="391597" y="1346025"/>
                      <a:pt x="343158" y="1357561"/>
                      <a:pt x="283158" y="1357561"/>
                    </a:cubicBezTo>
                    <a:cubicBezTo>
                      <a:pt x="253146" y="1357561"/>
                      <a:pt x="221285" y="1352545"/>
                      <a:pt x="187523" y="1342567"/>
                    </a:cubicBezTo>
                    <a:cubicBezTo>
                      <a:pt x="153761" y="1332589"/>
                      <a:pt x="123115" y="1316329"/>
                      <a:pt x="95636" y="1293812"/>
                    </a:cubicBezTo>
                    <a:cubicBezTo>
                      <a:pt x="68130" y="1271322"/>
                      <a:pt x="45297" y="1241943"/>
                      <a:pt x="27189" y="1205673"/>
                    </a:cubicBezTo>
                    <a:cubicBezTo>
                      <a:pt x="9054" y="1169431"/>
                      <a:pt x="0" y="1125058"/>
                      <a:pt x="0" y="1072554"/>
                    </a:cubicBezTo>
                    <a:lnTo>
                      <a:pt x="0" y="963800"/>
                    </a:lnTo>
                    <a:lnTo>
                      <a:pt x="191245" y="963800"/>
                    </a:lnTo>
                    <a:lnTo>
                      <a:pt x="191245" y="1063184"/>
                    </a:lnTo>
                    <a:cubicBezTo>
                      <a:pt x="191245" y="1093197"/>
                      <a:pt x="199692" y="1117878"/>
                      <a:pt x="216559" y="1137253"/>
                    </a:cubicBezTo>
                    <a:cubicBezTo>
                      <a:pt x="233427" y="1156655"/>
                      <a:pt x="256234" y="1166316"/>
                      <a:pt x="285006" y="1166316"/>
                    </a:cubicBezTo>
                    <a:cubicBezTo>
                      <a:pt x="313753" y="1166316"/>
                      <a:pt x="336559" y="1156655"/>
                      <a:pt x="353453" y="1137253"/>
                    </a:cubicBezTo>
                    <a:cubicBezTo>
                      <a:pt x="370321" y="1117878"/>
                      <a:pt x="378768" y="1091956"/>
                      <a:pt x="378768" y="1059435"/>
                    </a:cubicBezTo>
                    <a:lnTo>
                      <a:pt x="378768" y="868191"/>
                    </a:lnTo>
                    <a:cubicBezTo>
                      <a:pt x="378768" y="815687"/>
                      <a:pt x="368737" y="781319"/>
                      <a:pt x="348755" y="765058"/>
                    </a:cubicBezTo>
                    <a:cubicBezTo>
                      <a:pt x="337510" y="755054"/>
                      <a:pt x="322173" y="748824"/>
                      <a:pt x="302824" y="746317"/>
                    </a:cubicBezTo>
                    <a:cubicBezTo>
                      <a:pt x="283423" y="743835"/>
                      <a:pt x="258108" y="742568"/>
                      <a:pt x="226880" y="742568"/>
                    </a:cubicBezTo>
                    <a:lnTo>
                      <a:pt x="226880" y="573761"/>
                    </a:lnTo>
                    <a:close/>
                  </a:path>
                </a:pathLst>
              </a:custGeom>
              <a:solidFill>
                <a:srgbClr val="F2D130"/>
              </a:solidFill>
              <a:ln w="2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1F06E148-103A-0321-6739-04A26592C469}"/>
                  </a:ext>
                </a:extLst>
              </p:cNvPr>
              <p:cNvSpPr/>
              <p:nvPr/>
            </p:nvSpPr>
            <p:spPr>
              <a:xfrm>
                <a:off x="6651291" y="1235741"/>
                <a:ext cx="2213327" cy="1680050"/>
              </a:xfrm>
              <a:custGeom>
                <a:avLst/>
                <a:gdLst>
                  <a:gd name="connsiteX0" fmla="*/ 1680420 w 2127581"/>
                  <a:gd name="connsiteY0" fmla="*/ 31227 h 1388471"/>
                  <a:gd name="connsiteX1" fmla="*/ 1639294 w 2127581"/>
                  <a:gd name="connsiteY1" fmla="*/ 0 h 1388471"/>
                  <a:gd name="connsiteX2" fmla="*/ 1596557 w 2127581"/>
                  <a:gd name="connsiteY2" fmla="*/ 42736 h 1388471"/>
                  <a:gd name="connsiteX3" fmla="*/ 1639294 w 2127581"/>
                  <a:gd name="connsiteY3" fmla="*/ 85473 h 1388471"/>
                  <a:gd name="connsiteX4" fmla="*/ 1681476 w 2127581"/>
                  <a:gd name="connsiteY4" fmla="*/ 49336 h 1388471"/>
                  <a:gd name="connsiteX5" fmla="*/ 2110318 w 2127581"/>
                  <a:gd name="connsiteY5" fmla="*/ 49336 h 1388471"/>
                  <a:gd name="connsiteX6" fmla="*/ 2110318 w 2127581"/>
                  <a:gd name="connsiteY6" fmla="*/ 1370680 h 1388471"/>
                  <a:gd name="connsiteX7" fmla="*/ 0 w 2127581"/>
                  <a:gd name="connsiteY7" fmla="*/ 1370680 h 1388471"/>
                  <a:gd name="connsiteX8" fmla="*/ 0 w 2127581"/>
                  <a:gd name="connsiteY8" fmla="*/ 1388788 h 1388471"/>
                  <a:gd name="connsiteX9" fmla="*/ 2128426 w 2127581"/>
                  <a:gd name="connsiteY9" fmla="*/ 1388788 h 1388471"/>
                  <a:gd name="connsiteX10" fmla="*/ 2128426 w 2127581"/>
                  <a:gd name="connsiteY10" fmla="*/ 31227 h 1388471"/>
                  <a:gd name="connsiteX11" fmla="*/ 1680420 w 2127581"/>
                  <a:gd name="connsiteY11" fmla="*/ 31227 h 1388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27581" h="1388471">
                    <a:moveTo>
                      <a:pt x="1680420" y="31227"/>
                    </a:moveTo>
                    <a:cubicBezTo>
                      <a:pt x="1675404" y="13225"/>
                      <a:pt x="1658906" y="0"/>
                      <a:pt x="1639294" y="0"/>
                    </a:cubicBezTo>
                    <a:cubicBezTo>
                      <a:pt x="1615695" y="0"/>
                      <a:pt x="1596557" y="19138"/>
                      <a:pt x="1596557" y="42736"/>
                    </a:cubicBezTo>
                    <a:cubicBezTo>
                      <a:pt x="1596557" y="66335"/>
                      <a:pt x="1615695" y="85473"/>
                      <a:pt x="1639294" y="85473"/>
                    </a:cubicBezTo>
                    <a:cubicBezTo>
                      <a:pt x="1660649" y="85473"/>
                      <a:pt x="1678282" y="69793"/>
                      <a:pt x="1681476" y="49336"/>
                    </a:cubicBezTo>
                    <a:lnTo>
                      <a:pt x="2110318" y="49336"/>
                    </a:lnTo>
                    <a:lnTo>
                      <a:pt x="2110318" y="1370680"/>
                    </a:lnTo>
                    <a:lnTo>
                      <a:pt x="0" y="1370680"/>
                    </a:lnTo>
                    <a:lnTo>
                      <a:pt x="0" y="1388788"/>
                    </a:lnTo>
                    <a:lnTo>
                      <a:pt x="2128426" y="1388788"/>
                    </a:lnTo>
                    <a:lnTo>
                      <a:pt x="2128426" y="31227"/>
                    </a:lnTo>
                    <a:lnTo>
                      <a:pt x="1680420" y="31227"/>
                    </a:lnTo>
                    <a:close/>
                  </a:path>
                </a:pathLst>
              </a:custGeom>
              <a:solidFill>
                <a:srgbClr val="F2D130"/>
              </a:solidFill>
              <a:ln w="26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6A937B4-274E-C219-483B-CA134EF302C3}"/>
                  </a:ext>
                </a:extLst>
              </p:cNvPr>
              <p:cNvSpPr/>
              <p:nvPr/>
            </p:nvSpPr>
            <p:spPr>
              <a:xfrm>
                <a:off x="3941548" y="1398110"/>
                <a:ext cx="1651324" cy="1169551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bg1"/>
                    </a:solidFill>
                  </a:rPr>
                  <a:t>Over </a:t>
                </a:r>
                <a:r>
                  <a:rPr lang="en-US" sz="1000" b="1" dirty="0">
                    <a:solidFill>
                      <a:schemeClr val="bg1"/>
                    </a:solidFill>
                  </a:rPr>
                  <a:t>550+ </a:t>
                </a:r>
                <a:r>
                  <a:rPr lang="en-US" sz="1000" dirty="0">
                    <a:solidFill>
                      <a:schemeClr val="bg1"/>
                    </a:solidFill>
                  </a:rPr>
                  <a:t>person years of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Insulet</a:t>
                </a:r>
                <a:r>
                  <a:rPr lang="en-US" sz="1000" dirty="0">
                    <a:solidFill>
                      <a:schemeClr val="bg1"/>
                    </a:solidFill>
                  </a:rPr>
                  <a:t> experience </a:t>
                </a:r>
                <a:endPara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 Light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bg1"/>
                    </a:solidFill>
                  </a:rPr>
                  <a:t>Testing expertise across all </a:t>
                </a:r>
                <a:r>
                  <a:rPr lang="en-US" sz="1000" dirty="0" err="1">
                    <a:solidFill>
                      <a:schemeClr val="bg1"/>
                    </a:solidFill>
                  </a:rPr>
                  <a:t>Insulet</a:t>
                </a:r>
                <a:r>
                  <a:rPr lang="en-US" sz="1000" dirty="0">
                    <a:solidFill>
                      <a:schemeClr val="bg1"/>
                    </a:solidFill>
                  </a:rPr>
                  <a:t> Quality Engineering &amp; R&amp;D teams</a:t>
                </a:r>
              </a:p>
            </p:txBody>
          </p:sp>
        </p:grpSp>
        <p:sp>
          <p:nvSpPr>
            <p:cNvPr id="22" name="Inhaltsplatzhalter 4">
              <a:extLst>
                <a:ext uri="{FF2B5EF4-FFF2-40B4-BE49-F238E27FC236}">
                  <a16:creationId xmlns:a16="http://schemas.microsoft.com/office/drawing/2014/main" id="{3F28297D-292D-E3C3-2ECD-1C9AC7ECC36F}"/>
                </a:ext>
              </a:extLst>
            </p:cNvPr>
            <p:cNvSpPr txBox="1">
              <a:spLocks/>
            </p:cNvSpPr>
            <p:nvPr/>
          </p:nvSpPr>
          <p:spPr>
            <a:xfrm>
              <a:off x="3435621" y="3016652"/>
              <a:ext cx="2235316" cy="246221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600" b="1" dirty="0" err="1">
                  <a:latin typeface="+mn-lt"/>
                  <a:ea typeface="Roboto" pitchFamily="2" charset="0"/>
                </a:rPr>
                <a:t>Insulet</a:t>
              </a:r>
              <a:r>
                <a:rPr lang="en-US" sz="1600" b="1" dirty="0">
                  <a:latin typeface="+mn-lt"/>
                  <a:ea typeface="Roboto" pitchFamily="2" charset="0"/>
                </a:rPr>
                <a:t> Experience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AEE46FB-E3D0-D766-0B8E-4CAAB32895F8}"/>
              </a:ext>
            </a:extLst>
          </p:cNvPr>
          <p:cNvGrpSpPr/>
          <p:nvPr/>
        </p:nvGrpSpPr>
        <p:grpSpPr>
          <a:xfrm>
            <a:off x="9153692" y="1543702"/>
            <a:ext cx="2583340" cy="2023962"/>
            <a:chOff x="9249143" y="1222780"/>
            <a:chExt cx="2846898" cy="202396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48B00D-8237-26C4-05C4-DB1D77BD863E}"/>
                </a:ext>
              </a:extLst>
            </p:cNvPr>
            <p:cNvSpPr/>
            <p:nvPr/>
          </p:nvSpPr>
          <p:spPr>
            <a:xfrm>
              <a:off x="9249143" y="1316671"/>
              <a:ext cx="595092" cy="1260000"/>
            </a:xfrm>
            <a:custGeom>
              <a:avLst/>
              <a:gdLst>
                <a:gd name="connsiteX0" fmla="*/ 387056 w 673118"/>
                <a:gd name="connsiteY0" fmla="*/ 1357560 h 1356795"/>
                <a:gd name="connsiteX1" fmla="*/ 387056 w 673118"/>
                <a:gd name="connsiteY1" fmla="*/ 1155440 h 1356795"/>
                <a:gd name="connsiteX2" fmla="*/ 0 w 673118"/>
                <a:gd name="connsiteY2" fmla="*/ 1155440 h 1356795"/>
                <a:gd name="connsiteX3" fmla="*/ 0 w 673118"/>
                <a:gd name="connsiteY3" fmla="*/ 972405 h 1356795"/>
                <a:gd name="connsiteX4" fmla="*/ 280281 w 673118"/>
                <a:gd name="connsiteY4" fmla="*/ 0 h 1356795"/>
                <a:gd name="connsiteX5" fmla="*/ 486203 w 673118"/>
                <a:gd name="connsiteY5" fmla="*/ 0 h 1356795"/>
                <a:gd name="connsiteX6" fmla="*/ 194492 w 673118"/>
                <a:gd name="connsiteY6" fmla="*/ 972405 h 1356795"/>
                <a:gd name="connsiteX7" fmla="*/ 387056 w 673118"/>
                <a:gd name="connsiteY7" fmla="*/ 972405 h 1356795"/>
                <a:gd name="connsiteX8" fmla="*/ 387056 w 673118"/>
                <a:gd name="connsiteY8" fmla="*/ 585349 h 1356795"/>
                <a:gd name="connsiteX9" fmla="*/ 581548 w 673118"/>
                <a:gd name="connsiteY9" fmla="*/ 585349 h 1356795"/>
                <a:gd name="connsiteX10" fmla="*/ 581548 w 673118"/>
                <a:gd name="connsiteY10" fmla="*/ 972405 h 1356795"/>
                <a:gd name="connsiteX11" fmla="*/ 674966 w 673118"/>
                <a:gd name="connsiteY11" fmla="*/ 972405 h 1356795"/>
                <a:gd name="connsiteX12" fmla="*/ 674966 w 673118"/>
                <a:gd name="connsiteY12" fmla="*/ 1155440 h 1356795"/>
                <a:gd name="connsiteX13" fmla="*/ 581521 w 673118"/>
                <a:gd name="connsiteY13" fmla="*/ 1155440 h 1356795"/>
                <a:gd name="connsiteX14" fmla="*/ 581521 w 673118"/>
                <a:gd name="connsiteY14" fmla="*/ 1357560 h 1356795"/>
                <a:gd name="connsiteX15" fmla="*/ 387056 w 673118"/>
                <a:gd name="connsiteY15" fmla="*/ 1357560 h 135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73118" h="1356795">
                  <a:moveTo>
                    <a:pt x="387056" y="1357560"/>
                  </a:moveTo>
                  <a:lnTo>
                    <a:pt x="387056" y="1155440"/>
                  </a:lnTo>
                  <a:lnTo>
                    <a:pt x="0" y="1155440"/>
                  </a:lnTo>
                  <a:lnTo>
                    <a:pt x="0" y="972405"/>
                  </a:lnTo>
                  <a:lnTo>
                    <a:pt x="280281" y="0"/>
                  </a:lnTo>
                  <a:lnTo>
                    <a:pt x="486203" y="0"/>
                  </a:lnTo>
                  <a:lnTo>
                    <a:pt x="194492" y="972405"/>
                  </a:lnTo>
                  <a:lnTo>
                    <a:pt x="387056" y="972405"/>
                  </a:lnTo>
                  <a:lnTo>
                    <a:pt x="387056" y="585349"/>
                  </a:lnTo>
                  <a:lnTo>
                    <a:pt x="581548" y="585349"/>
                  </a:lnTo>
                  <a:lnTo>
                    <a:pt x="581548" y="972405"/>
                  </a:lnTo>
                  <a:lnTo>
                    <a:pt x="674966" y="972405"/>
                  </a:lnTo>
                  <a:lnTo>
                    <a:pt x="674966" y="1155440"/>
                  </a:lnTo>
                  <a:lnTo>
                    <a:pt x="581521" y="1155440"/>
                  </a:lnTo>
                  <a:lnTo>
                    <a:pt x="581521" y="1357560"/>
                  </a:lnTo>
                  <a:lnTo>
                    <a:pt x="387056" y="1357560"/>
                  </a:lnTo>
                  <a:close/>
                </a:path>
              </a:pathLst>
            </a:custGeom>
            <a:solidFill>
              <a:srgbClr val="A4C92C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380E82A-2DD3-5503-0BF9-BA7A12D430DC}"/>
                </a:ext>
              </a:extLst>
            </p:cNvPr>
            <p:cNvSpPr/>
            <p:nvPr/>
          </p:nvSpPr>
          <p:spPr>
            <a:xfrm>
              <a:off x="9715671" y="1222780"/>
              <a:ext cx="2380370" cy="1680050"/>
            </a:xfrm>
            <a:custGeom>
              <a:avLst/>
              <a:gdLst>
                <a:gd name="connsiteX0" fmla="*/ 1487063 w 1934884"/>
                <a:gd name="connsiteY0" fmla="*/ 31227 h 1388471"/>
                <a:gd name="connsiteX1" fmla="*/ 1445937 w 1934884"/>
                <a:gd name="connsiteY1" fmla="*/ 0 h 1388471"/>
                <a:gd name="connsiteX2" fmla="*/ 1403201 w 1934884"/>
                <a:gd name="connsiteY2" fmla="*/ 42736 h 1388471"/>
                <a:gd name="connsiteX3" fmla="*/ 1445937 w 1934884"/>
                <a:gd name="connsiteY3" fmla="*/ 85473 h 1388471"/>
                <a:gd name="connsiteX4" fmla="*/ 1488119 w 1934884"/>
                <a:gd name="connsiteY4" fmla="*/ 49336 h 1388471"/>
                <a:gd name="connsiteX5" fmla="*/ 1916961 w 1934884"/>
                <a:gd name="connsiteY5" fmla="*/ 49336 h 1388471"/>
                <a:gd name="connsiteX6" fmla="*/ 1916961 w 1934884"/>
                <a:gd name="connsiteY6" fmla="*/ 1370680 h 1388471"/>
                <a:gd name="connsiteX7" fmla="*/ 0 w 1934884"/>
                <a:gd name="connsiteY7" fmla="*/ 1370680 h 1388471"/>
                <a:gd name="connsiteX8" fmla="*/ 0 w 1934884"/>
                <a:gd name="connsiteY8" fmla="*/ 1388788 h 1388471"/>
                <a:gd name="connsiteX9" fmla="*/ 1935043 w 1934884"/>
                <a:gd name="connsiteY9" fmla="*/ 1388788 h 1388471"/>
                <a:gd name="connsiteX10" fmla="*/ 1935043 w 1934884"/>
                <a:gd name="connsiteY10" fmla="*/ 31227 h 1388471"/>
                <a:gd name="connsiteX11" fmla="*/ 1487063 w 1934884"/>
                <a:gd name="connsiteY11" fmla="*/ 31227 h 138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34884" h="1388471">
                  <a:moveTo>
                    <a:pt x="1487063" y="31227"/>
                  </a:moveTo>
                  <a:cubicBezTo>
                    <a:pt x="1482021" y="13225"/>
                    <a:pt x="1465550" y="0"/>
                    <a:pt x="1445937" y="0"/>
                  </a:cubicBezTo>
                  <a:cubicBezTo>
                    <a:pt x="1422338" y="0"/>
                    <a:pt x="1403201" y="19138"/>
                    <a:pt x="1403201" y="42736"/>
                  </a:cubicBezTo>
                  <a:cubicBezTo>
                    <a:pt x="1403201" y="66335"/>
                    <a:pt x="1422338" y="85473"/>
                    <a:pt x="1445937" y="85473"/>
                  </a:cubicBezTo>
                  <a:cubicBezTo>
                    <a:pt x="1467292" y="85473"/>
                    <a:pt x="1484925" y="69793"/>
                    <a:pt x="1488119" y="49336"/>
                  </a:cubicBezTo>
                  <a:lnTo>
                    <a:pt x="1916961" y="49336"/>
                  </a:lnTo>
                  <a:lnTo>
                    <a:pt x="1916961" y="1370680"/>
                  </a:lnTo>
                  <a:lnTo>
                    <a:pt x="0" y="1370680"/>
                  </a:lnTo>
                  <a:lnTo>
                    <a:pt x="0" y="1388788"/>
                  </a:lnTo>
                  <a:lnTo>
                    <a:pt x="1935043" y="1388788"/>
                  </a:lnTo>
                  <a:lnTo>
                    <a:pt x="1935043" y="31227"/>
                  </a:lnTo>
                  <a:lnTo>
                    <a:pt x="1487063" y="31227"/>
                  </a:lnTo>
                  <a:close/>
                </a:path>
              </a:pathLst>
            </a:custGeom>
            <a:solidFill>
              <a:srgbClr val="A4C92C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686ADC-7A7B-F161-0A69-E20525B6A4E6}"/>
                </a:ext>
              </a:extLst>
            </p:cNvPr>
            <p:cNvSpPr/>
            <p:nvPr/>
          </p:nvSpPr>
          <p:spPr>
            <a:xfrm>
              <a:off x="10067216" y="1493934"/>
              <a:ext cx="2017663" cy="1169551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bg1"/>
                  </a:solidFill>
                </a:rPr>
                <a:t>Invested $500K+ into Partnership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bg1"/>
                  </a:solidFill>
                </a:rPr>
                <a:t>Healthy internal pool maintained to fulfill swift and critical ramp-ups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 err="1">
                  <a:solidFill>
                    <a:schemeClr val="bg1"/>
                  </a:solidFill>
                </a:rPr>
                <a:t>Insulet</a:t>
              </a:r>
              <a:r>
                <a:rPr lang="en-US" sz="1000" dirty="0">
                  <a:solidFill>
                    <a:schemeClr val="bg1"/>
                  </a:solidFill>
                </a:rPr>
                <a:t> Hub</a:t>
              </a:r>
              <a:endParaRPr lang="en-IN" sz="1000" dirty="0">
                <a:solidFill>
                  <a:schemeClr val="bg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N" sz="1000" dirty="0">
                <a:solidFill>
                  <a:schemeClr val="bg1"/>
                </a:solidFill>
                <a:cs typeface="Calibri Light"/>
              </a:endParaRPr>
            </a:p>
          </p:txBody>
        </p:sp>
        <p:sp>
          <p:nvSpPr>
            <p:cNvPr id="30" name="Inhaltsplatzhalter 4">
              <a:extLst>
                <a:ext uri="{FF2B5EF4-FFF2-40B4-BE49-F238E27FC236}">
                  <a16:creationId xmlns:a16="http://schemas.microsoft.com/office/drawing/2014/main" id="{8747F235-4732-5FBF-1583-9A23316E5B80}"/>
                </a:ext>
              </a:extLst>
            </p:cNvPr>
            <p:cNvSpPr txBox="1">
              <a:spLocks/>
            </p:cNvSpPr>
            <p:nvPr/>
          </p:nvSpPr>
          <p:spPr>
            <a:xfrm>
              <a:off x="9577428" y="3004338"/>
              <a:ext cx="2235317" cy="242404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600" b="1" dirty="0">
                  <a:latin typeface="+mn-lt"/>
                  <a:ea typeface="Roboto" pitchFamily="2" charset="0"/>
                </a:rPr>
                <a:t>Cigniti Investment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18B26D2-769A-8231-054D-D6566BF14BC7}"/>
              </a:ext>
            </a:extLst>
          </p:cNvPr>
          <p:cNvGrpSpPr/>
          <p:nvPr/>
        </p:nvGrpSpPr>
        <p:grpSpPr>
          <a:xfrm>
            <a:off x="3199957" y="4258669"/>
            <a:ext cx="2485920" cy="1992067"/>
            <a:chOff x="3199961" y="4192433"/>
            <a:chExt cx="2603219" cy="1992067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5A993A5-B3C2-A437-4F99-F6A010EABCC0}"/>
                </a:ext>
              </a:extLst>
            </p:cNvPr>
            <p:cNvSpPr/>
            <p:nvPr/>
          </p:nvSpPr>
          <p:spPr>
            <a:xfrm>
              <a:off x="3199961" y="4286299"/>
              <a:ext cx="572811" cy="1260000"/>
            </a:xfrm>
            <a:custGeom>
              <a:avLst/>
              <a:gdLst>
                <a:gd name="connsiteX0" fmla="*/ 504865 w 572810"/>
                <a:gd name="connsiteY0" fmla="*/ 26 h 1356795"/>
                <a:gd name="connsiteX1" fmla="*/ 285535 w 572810"/>
                <a:gd name="connsiteY1" fmla="*/ 565367 h 1356795"/>
                <a:gd name="connsiteX2" fmla="*/ 289309 w 572810"/>
                <a:gd name="connsiteY2" fmla="*/ 569141 h 1356795"/>
                <a:gd name="connsiteX3" fmla="*/ 318609 w 572810"/>
                <a:gd name="connsiteY3" fmla="*/ 556840 h 1356795"/>
                <a:gd name="connsiteX4" fmla="*/ 370611 w 572810"/>
                <a:gd name="connsiteY4" fmla="*/ 552115 h 1356795"/>
                <a:gd name="connsiteX5" fmla="*/ 465138 w 572810"/>
                <a:gd name="connsiteY5" fmla="*/ 576691 h 1356795"/>
                <a:gd name="connsiteX6" fmla="*/ 533215 w 572810"/>
                <a:gd name="connsiteY6" fmla="*/ 639093 h 1356795"/>
                <a:gd name="connsiteX7" fmla="*/ 554016 w 572810"/>
                <a:gd name="connsiteY7" fmla="*/ 680694 h 1356795"/>
                <a:gd name="connsiteX8" fmla="*/ 567241 w 572810"/>
                <a:gd name="connsiteY8" fmla="*/ 735520 h 1356795"/>
                <a:gd name="connsiteX9" fmla="*/ 572916 w 572810"/>
                <a:gd name="connsiteY9" fmla="*/ 821547 h 1356795"/>
                <a:gd name="connsiteX10" fmla="*/ 574817 w 572810"/>
                <a:gd name="connsiteY10" fmla="*/ 952951 h 1356795"/>
                <a:gd name="connsiteX11" fmla="*/ 572916 w 572810"/>
                <a:gd name="connsiteY11" fmla="*/ 1061679 h 1356795"/>
                <a:gd name="connsiteX12" fmla="*/ 567241 w 572810"/>
                <a:gd name="connsiteY12" fmla="*/ 1132581 h 1356795"/>
                <a:gd name="connsiteX13" fmla="*/ 553066 w 572810"/>
                <a:gd name="connsiteY13" fmla="*/ 1183632 h 1356795"/>
                <a:gd name="connsiteX14" fmla="*/ 531315 w 572810"/>
                <a:gd name="connsiteY14" fmla="*/ 1227108 h 1356795"/>
                <a:gd name="connsiteX15" fmla="*/ 430162 w 572810"/>
                <a:gd name="connsiteY15" fmla="*/ 1323535 h 1356795"/>
                <a:gd name="connsiteX16" fmla="*/ 287409 w 572810"/>
                <a:gd name="connsiteY16" fmla="*/ 1357561 h 1356795"/>
                <a:gd name="connsiteX17" fmla="*/ 145605 w 572810"/>
                <a:gd name="connsiteY17" fmla="*/ 1322585 h 1356795"/>
                <a:gd name="connsiteX18" fmla="*/ 45402 w 572810"/>
                <a:gd name="connsiteY18" fmla="*/ 1227108 h 1356795"/>
                <a:gd name="connsiteX19" fmla="*/ 21777 w 572810"/>
                <a:gd name="connsiteY19" fmla="*/ 1183632 h 1356795"/>
                <a:gd name="connsiteX20" fmla="*/ 9477 w 572810"/>
                <a:gd name="connsiteY20" fmla="*/ 1132581 h 1356795"/>
                <a:gd name="connsiteX21" fmla="*/ 1900 w 572810"/>
                <a:gd name="connsiteY21" fmla="*/ 1061679 h 1356795"/>
                <a:gd name="connsiteX22" fmla="*/ 0 w 572810"/>
                <a:gd name="connsiteY22" fmla="*/ 952951 h 1356795"/>
                <a:gd name="connsiteX23" fmla="*/ 1900 w 572810"/>
                <a:gd name="connsiteY23" fmla="*/ 849897 h 1356795"/>
                <a:gd name="connsiteX24" fmla="*/ 7576 w 572810"/>
                <a:gd name="connsiteY24" fmla="*/ 778996 h 1356795"/>
                <a:gd name="connsiteX25" fmla="*/ 18927 w 572810"/>
                <a:gd name="connsiteY25" fmla="*/ 726994 h 1356795"/>
                <a:gd name="connsiteX26" fmla="*/ 35953 w 572810"/>
                <a:gd name="connsiteY26" fmla="*/ 676893 h 1356795"/>
                <a:gd name="connsiteX27" fmla="*/ 289309 w 572810"/>
                <a:gd name="connsiteY27" fmla="*/ 0 h 1356795"/>
                <a:gd name="connsiteX28" fmla="*/ 504865 w 572810"/>
                <a:gd name="connsiteY28" fmla="*/ 0 h 1356795"/>
                <a:gd name="connsiteX29" fmla="*/ 381961 w 572810"/>
                <a:gd name="connsiteY29" fmla="*/ 818723 h 1356795"/>
                <a:gd name="connsiteX30" fmla="*/ 353611 w 572810"/>
                <a:gd name="connsiteY30" fmla="*/ 748771 h 1356795"/>
                <a:gd name="connsiteX31" fmla="*/ 287435 w 572810"/>
                <a:gd name="connsiteY31" fmla="*/ 722295 h 1356795"/>
                <a:gd name="connsiteX32" fmla="*/ 221258 w 572810"/>
                <a:gd name="connsiteY32" fmla="*/ 748771 h 1356795"/>
                <a:gd name="connsiteX33" fmla="*/ 192908 w 572810"/>
                <a:gd name="connsiteY33" fmla="*/ 818723 h 1356795"/>
                <a:gd name="connsiteX34" fmla="*/ 192908 w 572810"/>
                <a:gd name="connsiteY34" fmla="*/ 1068305 h 1356795"/>
                <a:gd name="connsiteX35" fmla="*/ 221258 w 572810"/>
                <a:gd name="connsiteY35" fmla="*/ 1138256 h 1356795"/>
                <a:gd name="connsiteX36" fmla="*/ 287435 w 572810"/>
                <a:gd name="connsiteY36" fmla="*/ 1164732 h 1356795"/>
                <a:gd name="connsiteX37" fmla="*/ 353611 w 572810"/>
                <a:gd name="connsiteY37" fmla="*/ 1138256 h 1356795"/>
                <a:gd name="connsiteX38" fmla="*/ 381961 w 572810"/>
                <a:gd name="connsiteY38" fmla="*/ 1068305 h 1356795"/>
                <a:gd name="connsiteX39" fmla="*/ 381961 w 572810"/>
                <a:gd name="connsiteY39" fmla="*/ 818723 h 135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72810" h="1356795">
                  <a:moveTo>
                    <a:pt x="504865" y="26"/>
                  </a:moveTo>
                  <a:lnTo>
                    <a:pt x="285535" y="565367"/>
                  </a:lnTo>
                  <a:lnTo>
                    <a:pt x="289309" y="569141"/>
                  </a:lnTo>
                  <a:cubicBezTo>
                    <a:pt x="295591" y="564126"/>
                    <a:pt x="305384" y="560008"/>
                    <a:pt x="318609" y="556840"/>
                  </a:cubicBezTo>
                  <a:cubicBezTo>
                    <a:pt x="331834" y="553699"/>
                    <a:pt x="349150" y="552115"/>
                    <a:pt x="370611" y="552115"/>
                  </a:cubicBezTo>
                  <a:cubicBezTo>
                    <a:pt x="404637" y="552115"/>
                    <a:pt x="436128" y="560325"/>
                    <a:pt x="465138" y="576691"/>
                  </a:cubicBezTo>
                  <a:cubicBezTo>
                    <a:pt x="494121" y="593083"/>
                    <a:pt x="516796" y="613884"/>
                    <a:pt x="533215" y="639093"/>
                  </a:cubicBezTo>
                  <a:cubicBezTo>
                    <a:pt x="542006" y="652977"/>
                    <a:pt x="548948" y="666836"/>
                    <a:pt x="554016" y="680694"/>
                  </a:cubicBezTo>
                  <a:cubicBezTo>
                    <a:pt x="559031" y="694579"/>
                    <a:pt x="563466" y="712845"/>
                    <a:pt x="567241" y="735520"/>
                  </a:cubicBezTo>
                  <a:cubicBezTo>
                    <a:pt x="569749" y="758221"/>
                    <a:pt x="571649" y="786888"/>
                    <a:pt x="572916" y="821547"/>
                  </a:cubicBezTo>
                  <a:cubicBezTo>
                    <a:pt x="574157" y="856233"/>
                    <a:pt x="574817" y="899999"/>
                    <a:pt x="574817" y="952951"/>
                  </a:cubicBezTo>
                  <a:cubicBezTo>
                    <a:pt x="574817" y="997086"/>
                    <a:pt x="574157" y="1033302"/>
                    <a:pt x="572916" y="1061679"/>
                  </a:cubicBezTo>
                  <a:cubicBezTo>
                    <a:pt x="571649" y="1090029"/>
                    <a:pt x="569749" y="1113681"/>
                    <a:pt x="567241" y="1132581"/>
                  </a:cubicBezTo>
                  <a:cubicBezTo>
                    <a:pt x="563466" y="1152748"/>
                    <a:pt x="558741" y="1169774"/>
                    <a:pt x="553066" y="1183632"/>
                  </a:cubicBezTo>
                  <a:cubicBezTo>
                    <a:pt x="547391" y="1197517"/>
                    <a:pt x="540131" y="1211982"/>
                    <a:pt x="531315" y="1227108"/>
                  </a:cubicBezTo>
                  <a:cubicBezTo>
                    <a:pt x="506079" y="1268709"/>
                    <a:pt x="472370" y="1300834"/>
                    <a:pt x="430162" y="1323535"/>
                  </a:cubicBezTo>
                  <a:cubicBezTo>
                    <a:pt x="387901" y="1346236"/>
                    <a:pt x="340360" y="1357561"/>
                    <a:pt x="287409" y="1357561"/>
                  </a:cubicBezTo>
                  <a:cubicBezTo>
                    <a:pt x="234456" y="1357561"/>
                    <a:pt x="187206" y="1345920"/>
                    <a:pt x="145605" y="1322585"/>
                  </a:cubicBezTo>
                  <a:cubicBezTo>
                    <a:pt x="104004" y="1299276"/>
                    <a:pt x="70585" y="1267469"/>
                    <a:pt x="45402" y="1227108"/>
                  </a:cubicBezTo>
                  <a:cubicBezTo>
                    <a:pt x="35293" y="1211982"/>
                    <a:pt x="27453" y="1197517"/>
                    <a:pt x="21777" y="1183632"/>
                  </a:cubicBezTo>
                  <a:cubicBezTo>
                    <a:pt x="16102" y="1169774"/>
                    <a:pt x="12011" y="1152774"/>
                    <a:pt x="9477" y="1132581"/>
                  </a:cubicBezTo>
                  <a:cubicBezTo>
                    <a:pt x="5702" y="1113681"/>
                    <a:pt x="3141" y="1090029"/>
                    <a:pt x="1900" y="1061679"/>
                  </a:cubicBezTo>
                  <a:cubicBezTo>
                    <a:pt x="633" y="1033329"/>
                    <a:pt x="0" y="997086"/>
                    <a:pt x="0" y="952951"/>
                  </a:cubicBezTo>
                  <a:cubicBezTo>
                    <a:pt x="0" y="911349"/>
                    <a:pt x="607" y="877033"/>
                    <a:pt x="1900" y="849897"/>
                  </a:cubicBezTo>
                  <a:cubicBezTo>
                    <a:pt x="3141" y="822814"/>
                    <a:pt x="5042" y="799163"/>
                    <a:pt x="7576" y="778996"/>
                  </a:cubicBezTo>
                  <a:cubicBezTo>
                    <a:pt x="10084" y="760096"/>
                    <a:pt x="13858" y="742779"/>
                    <a:pt x="18927" y="726994"/>
                  </a:cubicBezTo>
                  <a:cubicBezTo>
                    <a:pt x="23942" y="711235"/>
                    <a:pt x="29617" y="694552"/>
                    <a:pt x="35953" y="676893"/>
                  </a:cubicBezTo>
                  <a:lnTo>
                    <a:pt x="289309" y="0"/>
                  </a:lnTo>
                  <a:lnTo>
                    <a:pt x="504865" y="0"/>
                  </a:lnTo>
                  <a:close/>
                  <a:moveTo>
                    <a:pt x="381961" y="818723"/>
                  </a:moveTo>
                  <a:cubicBezTo>
                    <a:pt x="381961" y="789739"/>
                    <a:pt x="372512" y="766431"/>
                    <a:pt x="353611" y="748771"/>
                  </a:cubicBezTo>
                  <a:cubicBezTo>
                    <a:pt x="334711" y="731138"/>
                    <a:pt x="312643" y="722295"/>
                    <a:pt x="287435" y="722295"/>
                  </a:cubicBezTo>
                  <a:cubicBezTo>
                    <a:pt x="262200" y="722295"/>
                    <a:pt x="240158" y="731138"/>
                    <a:pt x="221258" y="748771"/>
                  </a:cubicBezTo>
                  <a:cubicBezTo>
                    <a:pt x="202358" y="766431"/>
                    <a:pt x="192908" y="789739"/>
                    <a:pt x="192908" y="818723"/>
                  </a:cubicBezTo>
                  <a:lnTo>
                    <a:pt x="192908" y="1068305"/>
                  </a:lnTo>
                  <a:cubicBezTo>
                    <a:pt x="192908" y="1097315"/>
                    <a:pt x="202358" y="1120623"/>
                    <a:pt x="221258" y="1138256"/>
                  </a:cubicBezTo>
                  <a:cubicBezTo>
                    <a:pt x="240158" y="1155916"/>
                    <a:pt x="262200" y="1164732"/>
                    <a:pt x="287435" y="1164732"/>
                  </a:cubicBezTo>
                  <a:cubicBezTo>
                    <a:pt x="312643" y="1164732"/>
                    <a:pt x="334711" y="1155942"/>
                    <a:pt x="353611" y="1138256"/>
                  </a:cubicBezTo>
                  <a:cubicBezTo>
                    <a:pt x="372512" y="1120623"/>
                    <a:pt x="381961" y="1097315"/>
                    <a:pt x="381961" y="1068305"/>
                  </a:cubicBezTo>
                  <a:lnTo>
                    <a:pt x="381961" y="818723"/>
                  </a:lnTo>
                  <a:close/>
                </a:path>
              </a:pathLst>
            </a:custGeom>
            <a:solidFill>
              <a:srgbClr val="4CB0BD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27F7C8A-DBDD-4C65-258D-5D6EE1C06190}"/>
                </a:ext>
              </a:extLst>
            </p:cNvPr>
            <p:cNvSpPr/>
            <p:nvPr/>
          </p:nvSpPr>
          <p:spPr>
            <a:xfrm>
              <a:off x="3541262" y="4192433"/>
              <a:ext cx="2261918" cy="1680050"/>
            </a:xfrm>
            <a:custGeom>
              <a:avLst/>
              <a:gdLst>
                <a:gd name="connsiteX0" fmla="*/ 1678017 w 2124941"/>
                <a:gd name="connsiteY0" fmla="*/ 31227 h 1388471"/>
                <a:gd name="connsiteX1" fmla="*/ 1636891 w 2124941"/>
                <a:gd name="connsiteY1" fmla="*/ 0 h 1388471"/>
                <a:gd name="connsiteX2" fmla="*/ 1594155 w 2124941"/>
                <a:gd name="connsiteY2" fmla="*/ 42736 h 1388471"/>
                <a:gd name="connsiteX3" fmla="*/ 1636891 w 2124941"/>
                <a:gd name="connsiteY3" fmla="*/ 85473 h 1388471"/>
                <a:gd name="connsiteX4" fmla="*/ 1679073 w 2124941"/>
                <a:gd name="connsiteY4" fmla="*/ 49336 h 1388471"/>
                <a:gd name="connsiteX5" fmla="*/ 2107915 w 2124941"/>
                <a:gd name="connsiteY5" fmla="*/ 49336 h 1388471"/>
                <a:gd name="connsiteX6" fmla="*/ 2107915 w 2124941"/>
                <a:gd name="connsiteY6" fmla="*/ 1370680 h 1388471"/>
                <a:gd name="connsiteX7" fmla="*/ 0 w 2124941"/>
                <a:gd name="connsiteY7" fmla="*/ 1370680 h 1388471"/>
                <a:gd name="connsiteX8" fmla="*/ 0 w 2124941"/>
                <a:gd name="connsiteY8" fmla="*/ 1388788 h 1388471"/>
                <a:gd name="connsiteX9" fmla="*/ 2126024 w 2124941"/>
                <a:gd name="connsiteY9" fmla="*/ 1388788 h 1388471"/>
                <a:gd name="connsiteX10" fmla="*/ 2126024 w 2124941"/>
                <a:gd name="connsiteY10" fmla="*/ 31227 h 1388471"/>
                <a:gd name="connsiteX11" fmla="*/ 1678017 w 2124941"/>
                <a:gd name="connsiteY11" fmla="*/ 31227 h 138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4941" h="1388471">
                  <a:moveTo>
                    <a:pt x="1678017" y="31227"/>
                  </a:moveTo>
                  <a:cubicBezTo>
                    <a:pt x="1672976" y="13225"/>
                    <a:pt x="1656504" y="0"/>
                    <a:pt x="1636891" y="0"/>
                  </a:cubicBezTo>
                  <a:cubicBezTo>
                    <a:pt x="1613293" y="0"/>
                    <a:pt x="1594155" y="19138"/>
                    <a:pt x="1594155" y="42736"/>
                  </a:cubicBezTo>
                  <a:cubicBezTo>
                    <a:pt x="1594155" y="66335"/>
                    <a:pt x="1613293" y="85473"/>
                    <a:pt x="1636891" y="85473"/>
                  </a:cubicBezTo>
                  <a:cubicBezTo>
                    <a:pt x="1658246" y="85473"/>
                    <a:pt x="1675879" y="69793"/>
                    <a:pt x="1679073" y="49336"/>
                  </a:cubicBezTo>
                  <a:lnTo>
                    <a:pt x="2107915" y="49336"/>
                  </a:lnTo>
                  <a:lnTo>
                    <a:pt x="2107915" y="1370680"/>
                  </a:lnTo>
                  <a:lnTo>
                    <a:pt x="0" y="1370680"/>
                  </a:lnTo>
                  <a:lnTo>
                    <a:pt x="0" y="1388788"/>
                  </a:lnTo>
                  <a:lnTo>
                    <a:pt x="2126024" y="1388788"/>
                  </a:lnTo>
                  <a:lnTo>
                    <a:pt x="2126024" y="31227"/>
                  </a:lnTo>
                  <a:lnTo>
                    <a:pt x="1678017" y="31227"/>
                  </a:lnTo>
                  <a:close/>
                </a:path>
              </a:pathLst>
            </a:custGeom>
            <a:solidFill>
              <a:srgbClr val="4CB0BD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B489632-78FD-6DA3-0041-B28510DF1144}"/>
                </a:ext>
              </a:extLst>
            </p:cNvPr>
            <p:cNvSpPr/>
            <p:nvPr/>
          </p:nvSpPr>
          <p:spPr>
            <a:xfrm>
              <a:off x="3804809" y="4456839"/>
              <a:ext cx="1849915" cy="246221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endParaRPr lang="en-IN" sz="1000" dirty="0">
                <a:solidFill>
                  <a:schemeClr val="bg1"/>
                </a:solidFill>
              </a:endParaRPr>
            </a:p>
          </p:txBody>
        </p:sp>
        <p:sp>
          <p:nvSpPr>
            <p:cNvPr id="35" name="Inhaltsplatzhalter 4">
              <a:extLst>
                <a:ext uri="{FF2B5EF4-FFF2-40B4-BE49-F238E27FC236}">
                  <a16:creationId xmlns:a16="http://schemas.microsoft.com/office/drawing/2014/main" id="{F29631D3-EA34-F026-DBB5-BA6FD2266137}"/>
                </a:ext>
              </a:extLst>
            </p:cNvPr>
            <p:cNvSpPr txBox="1">
              <a:spLocks/>
            </p:cNvSpPr>
            <p:nvPr/>
          </p:nvSpPr>
          <p:spPr>
            <a:xfrm>
              <a:off x="3419408" y="5938279"/>
              <a:ext cx="2235316" cy="246221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600" b="1">
                  <a:latin typeface="+mn-lt"/>
                  <a:ea typeface="Roboto" pitchFamily="2" charset="0"/>
                </a:rPr>
                <a:t>Cigniti Investment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84FDC4B-8D23-E9C2-52D4-8A3ACAFF881A}"/>
              </a:ext>
            </a:extLst>
          </p:cNvPr>
          <p:cNvGrpSpPr/>
          <p:nvPr/>
        </p:nvGrpSpPr>
        <p:grpSpPr>
          <a:xfrm>
            <a:off x="115555" y="4263778"/>
            <a:ext cx="8620503" cy="2020216"/>
            <a:chOff x="-3015944" y="4166766"/>
            <a:chExt cx="13220836" cy="1979253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9DD66B5-F716-207E-2BF5-99E7B1E0A582}"/>
                </a:ext>
              </a:extLst>
            </p:cNvPr>
            <p:cNvSpPr/>
            <p:nvPr/>
          </p:nvSpPr>
          <p:spPr>
            <a:xfrm>
              <a:off x="6213304" y="4260685"/>
              <a:ext cx="828172" cy="1234452"/>
            </a:xfrm>
            <a:custGeom>
              <a:avLst/>
              <a:gdLst>
                <a:gd name="connsiteX0" fmla="*/ 43845 w 578089"/>
                <a:gd name="connsiteY0" fmla="*/ 1357534 h 1356795"/>
                <a:gd name="connsiteX1" fmla="*/ 385129 w 578089"/>
                <a:gd name="connsiteY1" fmla="*/ 183035 h 1356795"/>
                <a:gd name="connsiteX2" fmla="*/ 171579 w 578089"/>
                <a:gd name="connsiteY2" fmla="*/ 183035 h 1356795"/>
                <a:gd name="connsiteX3" fmla="*/ 171579 w 578089"/>
                <a:gd name="connsiteY3" fmla="*/ 339384 h 1356795"/>
                <a:gd name="connsiteX4" fmla="*/ 0 w 578089"/>
                <a:gd name="connsiteY4" fmla="*/ 339384 h 1356795"/>
                <a:gd name="connsiteX5" fmla="*/ 0 w 578089"/>
                <a:gd name="connsiteY5" fmla="*/ 0 h 1356795"/>
                <a:gd name="connsiteX6" fmla="*/ 579621 w 578089"/>
                <a:gd name="connsiteY6" fmla="*/ 0 h 1356795"/>
                <a:gd name="connsiteX7" fmla="*/ 579621 w 578089"/>
                <a:gd name="connsiteY7" fmla="*/ 194492 h 1356795"/>
                <a:gd name="connsiteX8" fmla="*/ 249766 w 578089"/>
                <a:gd name="connsiteY8" fmla="*/ 1357534 h 1356795"/>
                <a:gd name="connsiteX9" fmla="*/ 43845 w 578089"/>
                <a:gd name="connsiteY9" fmla="*/ 1357534 h 135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8089" h="1356795">
                  <a:moveTo>
                    <a:pt x="43845" y="1357534"/>
                  </a:moveTo>
                  <a:lnTo>
                    <a:pt x="385129" y="183035"/>
                  </a:lnTo>
                  <a:lnTo>
                    <a:pt x="171579" y="183035"/>
                  </a:lnTo>
                  <a:lnTo>
                    <a:pt x="171579" y="339384"/>
                  </a:lnTo>
                  <a:lnTo>
                    <a:pt x="0" y="339384"/>
                  </a:lnTo>
                  <a:lnTo>
                    <a:pt x="0" y="0"/>
                  </a:lnTo>
                  <a:lnTo>
                    <a:pt x="579621" y="0"/>
                  </a:lnTo>
                  <a:lnTo>
                    <a:pt x="579621" y="194492"/>
                  </a:lnTo>
                  <a:lnTo>
                    <a:pt x="249766" y="1357534"/>
                  </a:lnTo>
                  <a:lnTo>
                    <a:pt x="43845" y="1357534"/>
                  </a:lnTo>
                  <a:close/>
                </a:path>
              </a:pathLst>
            </a:custGeom>
            <a:solidFill>
              <a:srgbClr val="54B8F2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17935BB-77C3-50E7-603B-BA874D037F2B}"/>
                </a:ext>
              </a:extLst>
            </p:cNvPr>
            <p:cNvSpPr/>
            <p:nvPr/>
          </p:nvSpPr>
          <p:spPr>
            <a:xfrm>
              <a:off x="6892205" y="4166766"/>
              <a:ext cx="3312687" cy="1647111"/>
            </a:xfrm>
            <a:custGeom>
              <a:avLst/>
              <a:gdLst>
                <a:gd name="connsiteX0" fmla="*/ 1793662 w 2241087"/>
                <a:gd name="connsiteY0" fmla="*/ 31227 h 1388471"/>
                <a:gd name="connsiteX1" fmla="*/ 1752536 w 2241087"/>
                <a:gd name="connsiteY1" fmla="*/ 0 h 1388471"/>
                <a:gd name="connsiteX2" fmla="*/ 1709799 w 2241087"/>
                <a:gd name="connsiteY2" fmla="*/ 42736 h 1388471"/>
                <a:gd name="connsiteX3" fmla="*/ 1752536 w 2241087"/>
                <a:gd name="connsiteY3" fmla="*/ 85473 h 1388471"/>
                <a:gd name="connsiteX4" fmla="*/ 1794718 w 2241087"/>
                <a:gd name="connsiteY4" fmla="*/ 49335 h 1388471"/>
                <a:gd name="connsiteX5" fmla="*/ 2223560 w 2241087"/>
                <a:gd name="connsiteY5" fmla="*/ 49335 h 1388471"/>
                <a:gd name="connsiteX6" fmla="*/ 2223560 w 2241087"/>
                <a:gd name="connsiteY6" fmla="*/ 1370680 h 1388471"/>
                <a:gd name="connsiteX7" fmla="*/ 0 w 2241087"/>
                <a:gd name="connsiteY7" fmla="*/ 1370680 h 1388471"/>
                <a:gd name="connsiteX8" fmla="*/ 0 w 2241087"/>
                <a:gd name="connsiteY8" fmla="*/ 1388788 h 1388471"/>
                <a:gd name="connsiteX9" fmla="*/ 2241668 w 2241087"/>
                <a:gd name="connsiteY9" fmla="*/ 1388788 h 1388471"/>
                <a:gd name="connsiteX10" fmla="*/ 2241668 w 2241087"/>
                <a:gd name="connsiteY10" fmla="*/ 31227 h 1388471"/>
                <a:gd name="connsiteX11" fmla="*/ 1793662 w 2241087"/>
                <a:gd name="connsiteY11" fmla="*/ 31227 h 138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41087" h="1388471">
                  <a:moveTo>
                    <a:pt x="1793662" y="31227"/>
                  </a:moveTo>
                  <a:cubicBezTo>
                    <a:pt x="1788620" y="13225"/>
                    <a:pt x="1772149" y="0"/>
                    <a:pt x="1752536" y="0"/>
                  </a:cubicBezTo>
                  <a:cubicBezTo>
                    <a:pt x="1728937" y="0"/>
                    <a:pt x="1709799" y="19138"/>
                    <a:pt x="1709799" y="42736"/>
                  </a:cubicBezTo>
                  <a:cubicBezTo>
                    <a:pt x="1709799" y="66335"/>
                    <a:pt x="1728937" y="85473"/>
                    <a:pt x="1752536" y="85473"/>
                  </a:cubicBezTo>
                  <a:cubicBezTo>
                    <a:pt x="1773891" y="85473"/>
                    <a:pt x="1791524" y="69793"/>
                    <a:pt x="1794718" y="49335"/>
                  </a:cubicBezTo>
                  <a:lnTo>
                    <a:pt x="2223560" y="49335"/>
                  </a:lnTo>
                  <a:lnTo>
                    <a:pt x="2223560" y="1370680"/>
                  </a:lnTo>
                  <a:lnTo>
                    <a:pt x="0" y="1370680"/>
                  </a:lnTo>
                  <a:lnTo>
                    <a:pt x="0" y="1388788"/>
                  </a:lnTo>
                  <a:lnTo>
                    <a:pt x="2241668" y="1388788"/>
                  </a:lnTo>
                  <a:lnTo>
                    <a:pt x="2241668" y="31227"/>
                  </a:lnTo>
                  <a:lnTo>
                    <a:pt x="1793662" y="31227"/>
                  </a:lnTo>
                  <a:close/>
                </a:path>
              </a:pathLst>
            </a:custGeom>
            <a:solidFill>
              <a:srgbClr val="54B8F2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DE915DE-1F3D-544A-DAE1-2C6F1ACC2163}"/>
                </a:ext>
              </a:extLst>
            </p:cNvPr>
            <p:cNvSpPr/>
            <p:nvPr/>
          </p:nvSpPr>
          <p:spPr>
            <a:xfrm>
              <a:off x="-2016774" y="4251137"/>
              <a:ext cx="3078126" cy="1447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Dedicated and Secured 150+ Seater Lab for </a:t>
              </a:r>
              <a:r>
                <a:rPr lang="en-IN" sz="1000" dirty="0" err="1">
                  <a:solidFill>
                    <a:schemeClr val="bg1"/>
                  </a:solidFill>
                </a:rPr>
                <a:t>Insulet</a:t>
              </a:r>
              <a:endParaRPr lang="en-IN" sz="1000" dirty="0">
                <a:solidFill>
                  <a:schemeClr val="bg1"/>
                </a:solidFill>
              </a:endParaRP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Specialised Automation Lab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Device Calibration Partnership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ISO 13485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ISO 17025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HIPPA Compliance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ISO </a:t>
              </a:r>
              <a:r>
                <a:rPr lang="en-US" sz="1000" dirty="0">
                  <a:solidFill>
                    <a:schemeClr val="bg1"/>
                  </a:solidFill>
                </a:rPr>
                <a:t>45001 </a:t>
              </a:r>
              <a:r>
                <a:rPr lang="en-IN" sz="1000" dirty="0">
                  <a:solidFill>
                    <a:schemeClr val="bg1"/>
                  </a:solidFill>
                </a:rPr>
                <a:t>Certified</a:t>
              </a:r>
            </a:p>
          </p:txBody>
        </p:sp>
        <p:sp>
          <p:nvSpPr>
            <p:cNvPr id="40" name="Inhaltsplatzhalter 4">
              <a:extLst>
                <a:ext uri="{FF2B5EF4-FFF2-40B4-BE49-F238E27FC236}">
                  <a16:creationId xmlns:a16="http://schemas.microsoft.com/office/drawing/2014/main" id="{00507B0D-F84B-EDC3-01D5-EF5E7B58DA4B}"/>
                </a:ext>
              </a:extLst>
            </p:cNvPr>
            <p:cNvSpPr txBox="1">
              <a:spLocks/>
            </p:cNvSpPr>
            <p:nvPr/>
          </p:nvSpPr>
          <p:spPr>
            <a:xfrm>
              <a:off x="-3015944" y="5904790"/>
              <a:ext cx="4193193" cy="241229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600" b="1" dirty="0">
                  <a:latin typeface="+mn-lt"/>
                  <a:ea typeface="Roboto" pitchFamily="2" charset="0"/>
                </a:rPr>
                <a:t>Device Lab @ Offshore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1ACF45A-6D53-62B2-0276-5F0B2527E251}"/>
              </a:ext>
            </a:extLst>
          </p:cNvPr>
          <p:cNvGrpSpPr/>
          <p:nvPr/>
        </p:nvGrpSpPr>
        <p:grpSpPr>
          <a:xfrm>
            <a:off x="9151312" y="4258525"/>
            <a:ext cx="2719336" cy="2050250"/>
            <a:chOff x="9301937" y="4161517"/>
            <a:chExt cx="2999185" cy="205025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C49707B-9EC0-EAE6-72BA-4E8BE6576A2F}"/>
                </a:ext>
              </a:extLst>
            </p:cNvPr>
            <p:cNvSpPr/>
            <p:nvPr/>
          </p:nvSpPr>
          <p:spPr>
            <a:xfrm>
              <a:off x="9301937" y="4255857"/>
              <a:ext cx="595572" cy="1260000"/>
            </a:xfrm>
            <a:custGeom>
              <a:avLst/>
              <a:gdLst>
                <a:gd name="connsiteX0" fmla="*/ 79 w 567530"/>
                <a:gd name="connsiteY0" fmla="*/ 360026 h 1356795"/>
                <a:gd name="connsiteX1" fmla="*/ 3828 w 567530"/>
                <a:gd name="connsiteY1" fmla="*/ 267215 h 1356795"/>
                <a:gd name="connsiteX2" fmla="*/ 16947 w 567530"/>
                <a:gd name="connsiteY2" fmla="*/ 200642 h 1356795"/>
                <a:gd name="connsiteX3" fmla="*/ 38513 w 567530"/>
                <a:gd name="connsiteY3" fmla="*/ 150013 h 1356795"/>
                <a:gd name="connsiteX4" fmla="*/ 69450 w 567530"/>
                <a:gd name="connsiteY4" fmla="*/ 103132 h 1356795"/>
                <a:gd name="connsiteX5" fmla="*/ 163212 w 567530"/>
                <a:gd name="connsiteY5" fmla="*/ 27189 h 1356795"/>
                <a:gd name="connsiteX6" fmla="*/ 285085 w 567530"/>
                <a:gd name="connsiteY6" fmla="*/ 0 h 1356795"/>
                <a:gd name="connsiteX7" fmla="*/ 406959 w 567530"/>
                <a:gd name="connsiteY7" fmla="*/ 27189 h 1356795"/>
                <a:gd name="connsiteX8" fmla="*/ 500721 w 567530"/>
                <a:gd name="connsiteY8" fmla="*/ 103132 h 1356795"/>
                <a:gd name="connsiteX9" fmla="*/ 532608 w 567530"/>
                <a:gd name="connsiteY9" fmla="*/ 150013 h 1356795"/>
                <a:gd name="connsiteX10" fmla="*/ 555098 w 567530"/>
                <a:gd name="connsiteY10" fmla="*/ 200642 h 1356795"/>
                <a:gd name="connsiteX11" fmla="*/ 567294 w 567530"/>
                <a:gd name="connsiteY11" fmla="*/ 267215 h 1356795"/>
                <a:gd name="connsiteX12" fmla="*/ 570118 w 567530"/>
                <a:gd name="connsiteY12" fmla="*/ 360026 h 1356795"/>
                <a:gd name="connsiteX13" fmla="*/ 568244 w 567530"/>
                <a:gd name="connsiteY13" fmla="*/ 461284 h 1356795"/>
                <a:gd name="connsiteX14" fmla="*/ 556999 w 567530"/>
                <a:gd name="connsiteY14" fmla="*/ 534403 h 1356795"/>
                <a:gd name="connsiteX15" fmla="*/ 527936 w 567530"/>
                <a:gd name="connsiteY15" fmla="*/ 591605 h 1356795"/>
                <a:gd name="connsiteX16" fmla="*/ 474509 w 567530"/>
                <a:gd name="connsiteY16" fmla="*/ 645058 h 1356795"/>
                <a:gd name="connsiteX17" fmla="*/ 527936 w 567530"/>
                <a:gd name="connsiteY17" fmla="*/ 697562 h 1356795"/>
                <a:gd name="connsiteX18" fmla="*/ 556999 w 567530"/>
                <a:gd name="connsiteY18" fmla="*/ 759436 h 1356795"/>
                <a:gd name="connsiteX19" fmla="*/ 568244 w 567530"/>
                <a:gd name="connsiteY19" fmla="*/ 846624 h 1356795"/>
                <a:gd name="connsiteX20" fmla="*/ 570118 w 567530"/>
                <a:gd name="connsiteY20" fmla="*/ 973197 h 1356795"/>
                <a:gd name="connsiteX21" fmla="*/ 567294 w 567530"/>
                <a:gd name="connsiteY21" fmla="*/ 1075379 h 1356795"/>
                <a:gd name="connsiteX22" fmla="*/ 558847 w 567530"/>
                <a:gd name="connsiteY22" fmla="*/ 1145700 h 1356795"/>
                <a:gd name="connsiteX23" fmla="*/ 542903 w 567530"/>
                <a:gd name="connsiteY23" fmla="*/ 1196329 h 1356795"/>
                <a:gd name="connsiteX24" fmla="*/ 517588 w 567530"/>
                <a:gd name="connsiteY24" fmla="*/ 1239462 h 1356795"/>
                <a:gd name="connsiteX25" fmla="*/ 427576 w 567530"/>
                <a:gd name="connsiteY25" fmla="*/ 1322902 h 1356795"/>
                <a:gd name="connsiteX26" fmla="*/ 285059 w 567530"/>
                <a:gd name="connsiteY26" fmla="*/ 1357587 h 1356795"/>
                <a:gd name="connsiteX27" fmla="*/ 142543 w 567530"/>
                <a:gd name="connsiteY27" fmla="*/ 1322902 h 1356795"/>
                <a:gd name="connsiteX28" fmla="*/ 52530 w 567530"/>
                <a:gd name="connsiteY28" fmla="*/ 1239462 h 1356795"/>
                <a:gd name="connsiteX29" fmla="*/ 27215 w 567530"/>
                <a:gd name="connsiteY29" fmla="*/ 1196329 h 1356795"/>
                <a:gd name="connsiteX30" fmla="*/ 11271 w 567530"/>
                <a:gd name="connsiteY30" fmla="*/ 1145700 h 1356795"/>
                <a:gd name="connsiteX31" fmla="*/ 2825 w 567530"/>
                <a:gd name="connsiteY31" fmla="*/ 1075379 h 1356795"/>
                <a:gd name="connsiteX32" fmla="*/ 0 w 567530"/>
                <a:gd name="connsiteY32" fmla="*/ 973197 h 1356795"/>
                <a:gd name="connsiteX33" fmla="*/ 1874 w 567530"/>
                <a:gd name="connsiteY33" fmla="*/ 846624 h 1356795"/>
                <a:gd name="connsiteX34" fmla="*/ 13119 w 567530"/>
                <a:gd name="connsiteY34" fmla="*/ 759436 h 1356795"/>
                <a:gd name="connsiteX35" fmla="*/ 42182 w 567530"/>
                <a:gd name="connsiteY35" fmla="*/ 697562 h 1356795"/>
                <a:gd name="connsiteX36" fmla="*/ 95609 w 567530"/>
                <a:gd name="connsiteY36" fmla="*/ 645058 h 1356795"/>
                <a:gd name="connsiteX37" fmla="*/ 42182 w 567530"/>
                <a:gd name="connsiteY37" fmla="*/ 591605 h 1356795"/>
                <a:gd name="connsiteX38" fmla="*/ 13119 w 567530"/>
                <a:gd name="connsiteY38" fmla="*/ 534403 h 1356795"/>
                <a:gd name="connsiteX39" fmla="*/ 1874 w 567530"/>
                <a:gd name="connsiteY39" fmla="*/ 461284 h 1356795"/>
                <a:gd name="connsiteX40" fmla="*/ 79 w 567530"/>
                <a:gd name="connsiteY40" fmla="*/ 360026 h 1356795"/>
                <a:gd name="connsiteX41" fmla="*/ 378847 w 567530"/>
                <a:gd name="connsiteY41" fmla="*/ 285006 h 1356795"/>
                <a:gd name="connsiteX42" fmla="*/ 350708 w 567530"/>
                <a:gd name="connsiteY42" fmla="*/ 218433 h 1356795"/>
                <a:gd name="connsiteX43" fmla="*/ 285085 w 567530"/>
                <a:gd name="connsiteY43" fmla="*/ 191245 h 1356795"/>
                <a:gd name="connsiteX44" fmla="*/ 219463 w 567530"/>
                <a:gd name="connsiteY44" fmla="*/ 218433 h 1356795"/>
                <a:gd name="connsiteX45" fmla="*/ 191324 w 567530"/>
                <a:gd name="connsiteY45" fmla="*/ 285006 h 1356795"/>
                <a:gd name="connsiteX46" fmla="*/ 191324 w 567530"/>
                <a:gd name="connsiteY46" fmla="*/ 480026 h 1356795"/>
                <a:gd name="connsiteX47" fmla="*/ 219463 w 567530"/>
                <a:gd name="connsiteY47" fmla="*/ 546599 h 1356795"/>
                <a:gd name="connsiteX48" fmla="*/ 285085 w 567530"/>
                <a:gd name="connsiteY48" fmla="*/ 573787 h 1356795"/>
                <a:gd name="connsiteX49" fmla="*/ 350708 w 567530"/>
                <a:gd name="connsiteY49" fmla="*/ 546599 h 1356795"/>
                <a:gd name="connsiteX50" fmla="*/ 378847 w 567530"/>
                <a:gd name="connsiteY50" fmla="*/ 480026 h 1356795"/>
                <a:gd name="connsiteX51" fmla="*/ 378847 w 567530"/>
                <a:gd name="connsiteY51" fmla="*/ 285006 h 1356795"/>
                <a:gd name="connsiteX52" fmla="*/ 378847 w 567530"/>
                <a:gd name="connsiteY52" fmla="*/ 810038 h 1356795"/>
                <a:gd name="connsiteX53" fmla="*/ 350708 w 567530"/>
                <a:gd name="connsiteY53" fmla="*/ 743466 h 1356795"/>
                <a:gd name="connsiteX54" fmla="*/ 285085 w 567530"/>
                <a:gd name="connsiteY54" fmla="*/ 716277 h 1356795"/>
                <a:gd name="connsiteX55" fmla="*/ 219463 w 567530"/>
                <a:gd name="connsiteY55" fmla="*/ 743466 h 1356795"/>
                <a:gd name="connsiteX56" fmla="*/ 191324 w 567530"/>
                <a:gd name="connsiteY56" fmla="*/ 810038 h 1356795"/>
                <a:gd name="connsiteX57" fmla="*/ 191324 w 567530"/>
                <a:gd name="connsiteY57" fmla="*/ 1072555 h 1356795"/>
                <a:gd name="connsiteX58" fmla="*/ 219463 w 567530"/>
                <a:gd name="connsiteY58" fmla="*/ 1139127 h 1356795"/>
                <a:gd name="connsiteX59" fmla="*/ 285085 w 567530"/>
                <a:gd name="connsiteY59" fmla="*/ 1166316 h 1356795"/>
                <a:gd name="connsiteX60" fmla="*/ 350708 w 567530"/>
                <a:gd name="connsiteY60" fmla="*/ 1139127 h 1356795"/>
                <a:gd name="connsiteX61" fmla="*/ 378847 w 567530"/>
                <a:gd name="connsiteY61" fmla="*/ 1072555 h 1356795"/>
                <a:gd name="connsiteX62" fmla="*/ 378847 w 567530"/>
                <a:gd name="connsiteY62" fmla="*/ 810038 h 135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67530" h="1356795">
                  <a:moveTo>
                    <a:pt x="79" y="360026"/>
                  </a:moveTo>
                  <a:cubicBezTo>
                    <a:pt x="79" y="323783"/>
                    <a:pt x="1320" y="292846"/>
                    <a:pt x="3828" y="267215"/>
                  </a:cubicBezTo>
                  <a:cubicBezTo>
                    <a:pt x="6309" y="241610"/>
                    <a:pt x="10691" y="219410"/>
                    <a:pt x="16947" y="200642"/>
                  </a:cubicBezTo>
                  <a:cubicBezTo>
                    <a:pt x="23176" y="181900"/>
                    <a:pt x="30356" y="165006"/>
                    <a:pt x="38513" y="150013"/>
                  </a:cubicBezTo>
                  <a:cubicBezTo>
                    <a:pt x="46617" y="135020"/>
                    <a:pt x="56938" y="119393"/>
                    <a:pt x="69450" y="103132"/>
                  </a:cubicBezTo>
                  <a:cubicBezTo>
                    <a:pt x="94448" y="70638"/>
                    <a:pt x="125702" y="45323"/>
                    <a:pt x="163212" y="27189"/>
                  </a:cubicBezTo>
                  <a:cubicBezTo>
                    <a:pt x="200721" y="9081"/>
                    <a:pt x="241320" y="0"/>
                    <a:pt x="285085" y="0"/>
                  </a:cubicBezTo>
                  <a:cubicBezTo>
                    <a:pt x="328825" y="0"/>
                    <a:pt x="369476" y="9081"/>
                    <a:pt x="406959" y="27189"/>
                  </a:cubicBezTo>
                  <a:cubicBezTo>
                    <a:pt x="444469" y="45323"/>
                    <a:pt x="475697" y="70638"/>
                    <a:pt x="500721" y="103132"/>
                  </a:cubicBezTo>
                  <a:cubicBezTo>
                    <a:pt x="513207" y="119393"/>
                    <a:pt x="523845" y="135020"/>
                    <a:pt x="532608" y="150013"/>
                  </a:cubicBezTo>
                  <a:cubicBezTo>
                    <a:pt x="541346" y="165006"/>
                    <a:pt x="548842" y="181900"/>
                    <a:pt x="555098" y="200642"/>
                  </a:cubicBezTo>
                  <a:cubicBezTo>
                    <a:pt x="561328" y="219384"/>
                    <a:pt x="565419" y="241610"/>
                    <a:pt x="567294" y="267215"/>
                  </a:cubicBezTo>
                  <a:cubicBezTo>
                    <a:pt x="569168" y="292846"/>
                    <a:pt x="570118" y="323783"/>
                    <a:pt x="570118" y="360026"/>
                  </a:cubicBezTo>
                  <a:cubicBezTo>
                    <a:pt x="570118" y="400044"/>
                    <a:pt x="569484" y="433805"/>
                    <a:pt x="568244" y="461284"/>
                  </a:cubicBezTo>
                  <a:cubicBezTo>
                    <a:pt x="566977" y="488790"/>
                    <a:pt x="563228" y="513180"/>
                    <a:pt x="556999" y="534403"/>
                  </a:cubicBezTo>
                  <a:cubicBezTo>
                    <a:pt x="550743" y="555679"/>
                    <a:pt x="541055" y="574711"/>
                    <a:pt x="527936" y="591605"/>
                  </a:cubicBezTo>
                  <a:cubicBezTo>
                    <a:pt x="514817" y="608473"/>
                    <a:pt x="496999" y="626290"/>
                    <a:pt x="474509" y="645058"/>
                  </a:cubicBezTo>
                  <a:cubicBezTo>
                    <a:pt x="496999" y="662586"/>
                    <a:pt x="514817" y="680061"/>
                    <a:pt x="527936" y="697562"/>
                  </a:cubicBezTo>
                  <a:cubicBezTo>
                    <a:pt x="541055" y="715089"/>
                    <a:pt x="550743" y="735705"/>
                    <a:pt x="556999" y="759436"/>
                  </a:cubicBezTo>
                  <a:cubicBezTo>
                    <a:pt x="563228" y="783193"/>
                    <a:pt x="566977" y="812256"/>
                    <a:pt x="568244" y="846624"/>
                  </a:cubicBezTo>
                  <a:cubicBezTo>
                    <a:pt x="569484" y="881019"/>
                    <a:pt x="570118" y="923201"/>
                    <a:pt x="570118" y="973197"/>
                  </a:cubicBezTo>
                  <a:cubicBezTo>
                    <a:pt x="570118" y="1014455"/>
                    <a:pt x="569168" y="1048533"/>
                    <a:pt x="567294" y="1075379"/>
                  </a:cubicBezTo>
                  <a:cubicBezTo>
                    <a:pt x="565419" y="1102278"/>
                    <a:pt x="562595" y="1125718"/>
                    <a:pt x="558847" y="1145700"/>
                  </a:cubicBezTo>
                  <a:cubicBezTo>
                    <a:pt x="555098" y="1165709"/>
                    <a:pt x="549766" y="1182576"/>
                    <a:pt x="542903" y="1196329"/>
                  </a:cubicBezTo>
                  <a:cubicBezTo>
                    <a:pt x="536013" y="1210108"/>
                    <a:pt x="527566" y="1224468"/>
                    <a:pt x="517588" y="1239462"/>
                  </a:cubicBezTo>
                  <a:cubicBezTo>
                    <a:pt x="496313" y="1271982"/>
                    <a:pt x="466326" y="1299778"/>
                    <a:pt x="427576" y="1322902"/>
                  </a:cubicBezTo>
                  <a:cubicBezTo>
                    <a:pt x="388825" y="1346052"/>
                    <a:pt x="341311" y="1357587"/>
                    <a:pt x="285059" y="1357587"/>
                  </a:cubicBezTo>
                  <a:cubicBezTo>
                    <a:pt x="228808" y="1357587"/>
                    <a:pt x="181293" y="1346052"/>
                    <a:pt x="142543" y="1322902"/>
                  </a:cubicBezTo>
                  <a:cubicBezTo>
                    <a:pt x="103792" y="1299778"/>
                    <a:pt x="73779" y="1271982"/>
                    <a:pt x="52530" y="1239462"/>
                  </a:cubicBezTo>
                  <a:cubicBezTo>
                    <a:pt x="42499" y="1224468"/>
                    <a:pt x="34078" y="1210108"/>
                    <a:pt x="27215" y="1196329"/>
                  </a:cubicBezTo>
                  <a:cubicBezTo>
                    <a:pt x="20326" y="1182576"/>
                    <a:pt x="15020" y="1165709"/>
                    <a:pt x="11271" y="1145700"/>
                  </a:cubicBezTo>
                  <a:cubicBezTo>
                    <a:pt x="7523" y="1125718"/>
                    <a:pt x="4699" y="1102278"/>
                    <a:pt x="2825" y="1075379"/>
                  </a:cubicBezTo>
                  <a:cubicBezTo>
                    <a:pt x="950" y="1048507"/>
                    <a:pt x="0" y="1014429"/>
                    <a:pt x="0" y="973197"/>
                  </a:cubicBezTo>
                  <a:cubicBezTo>
                    <a:pt x="0" y="923201"/>
                    <a:pt x="607" y="881019"/>
                    <a:pt x="1874" y="846624"/>
                  </a:cubicBezTo>
                  <a:cubicBezTo>
                    <a:pt x="3115" y="812256"/>
                    <a:pt x="6863" y="783193"/>
                    <a:pt x="13119" y="759436"/>
                  </a:cubicBezTo>
                  <a:cubicBezTo>
                    <a:pt x="19349" y="735705"/>
                    <a:pt x="29063" y="715089"/>
                    <a:pt x="42182" y="697562"/>
                  </a:cubicBezTo>
                  <a:cubicBezTo>
                    <a:pt x="55301" y="680061"/>
                    <a:pt x="73119" y="662586"/>
                    <a:pt x="95609" y="645058"/>
                  </a:cubicBezTo>
                  <a:cubicBezTo>
                    <a:pt x="73119" y="626317"/>
                    <a:pt x="55301" y="608499"/>
                    <a:pt x="42182" y="591605"/>
                  </a:cubicBezTo>
                  <a:cubicBezTo>
                    <a:pt x="29063" y="574737"/>
                    <a:pt x="19349" y="555679"/>
                    <a:pt x="13119" y="534403"/>
                  </a:cubicBezTo>
                  <a:cubicBezTo>
                    <a:pt x="6837" y="513154"/>
                    <a:pt x="3089" y="488790"/>
                    <a:pt x="1874" y="461284"/>
                  </a:cubicBezTo>
                  <a:cubicBezTo>
                    <a:pt x="686" y="433779"/>
                    <a:pt x="79" y="400044"/>
                    <a:pt x="79" y="360026"/>
                  </a:cubicBezTo>
                  <a:close/>
                  <a:moveTo>
                    <a:pt x="378847" y="285006"/>
                  </a:moveTo>
                  <a:cubicBezTo>
                    <a:pt x="378847" y="258741"/>
                    <a:pt x="369476" y="236568"/>
                    <a:pt x="350708" y="218433"/>
                  </a:cubicBezTo>
                  <a:cubicBezTo>
                    <a:pt x="331966" y="200325"/>
                    <a:pt x="310083" y="191245"/>
                    <a:pt x="285085" y="191245"/>
                  </a:cubicBezTo>
                  <a:cubicBezTo>
                    <a:pt x="260061" y="191245"/>
                    <a:pt x="238205" y="200325"/>
                    <a:pt x="219463" y="218433"/>
                  </a:cubicBezTo>
                  <a:cubicBezTo>
                    <a:pt x="200721" y="236568"/>
                    <a:pt x="191324" y="258741"/>
                    <a:pt x="191324" y="285006"/>
                  </a:cubicBezTo>
                  <a:lnTo>
                    <a:pt x="191324" y="480026"/>
                  </a:lnTo>
                  <a:cubicBezTo>
                    <a:pt x="191324" y="506264"/>
                    <a:pt x="200695" y="528490"/>
                    <a:pt x="219463" y="546599"/>
                  </a:cubicBezTo>
                  <a:cubicBezTo>
                    <a:pt x="238205" y="564733"/>
                    <a:pt x="260061" y="573787"/>
                    <a:pt x="285085" y="573787"/>
                  </a:cubicBezTo>
                  <a:cubicBezTo>
                    <a:pt x="310083" y="573787"/>
                    <a:pt x="331966" y="564733"/>
                    <a:pt x="350708" y="546599"/>
                  </a:cubicBezTo>
                  <a:cubicBezTo>
                    <a:pt x="369450" y="528490"/>
                    <a:pt x="378847" y="506291"/>
                    <a:pt x="378847" y="480026"/>
                  </a:cubicBezTo>
                  <a:lnTo>
                    <a:pt x="378847" y="285006"/>
                  </a:lnTo>
                  <a:close/>
                  <a:moveTo>
                    <a:pt x="378847" y="810038"/>
                  </a:moveTo>
                  <a:cubicBezTo>
                    <a:pt x="378847" y="783800"/>
                    <a:pt x="369476" y="761600"/>
                    <a:pt x="350708" y="743466"/>
                  </a:cubicBezTo>
                  <a:cubicBezTo>
                    <a:pt x="331966" y="725358"/>
                    <a:pt x="310083" y="716277"/>
                    <a:pt x="285085" y="716277"/>
                  </a:cubicBezTo>
                  <a:cubicBezTo>
                    <a:pt x="260061" y="716277"/>
                    <a:pt x="238205" y="725358"/>
                    <a:pt x="219463" y="743466"/>
                  </a:cubicBezTo>
                  <a:cubicBezTo>
                    <a:pt x="200721" y="761600"/>
                    <a:pt x="191324" y="783774"/>
                    <a:pt x="191324" y="810038"/>
                  </a:cubicBezTo>
                  <a:lnTo>
                    <a:pt x="191324" y="1072555"/>
                  </a:lnTo>
                  <a:cubicBezTo>
                    <a:pt x="191324" y="1098793"/>
                    <a:pt x="200695" y="1121019"/>
                    <a:pt x="219463" y="1139127"/>
                  </a:cubicBezTo>
                  <a:cubicBezTo>
                    <a:pt x="238205" y="1157262"/>
                    <a:pt x="260061" y="1166316"/>
                    <a:pt x="285085" y="1166316"/>
                  </a:cubicBezTo>
                  <a:cubicBezTo>
                    <a:pt x="310083" y="1166316"/>
                    <a:pt x="331966" y="1157262"/>
                    <a:pt x="350708" y="1139127"/>
                  </a:cubicBezTo>
                  <a:cubicBezTo>
                    <a:pt x="369450" y="1121019"/>
                    <a:pt x="378847" y="1098819"/>
                    <a:pt x="378847" y="1072555"/>
                  </a:cubicBezTo>
                  <a:lnTo>
                    <a:pt x="378847" y="810038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D5304AE-4FDD-8324-1063-0B84C4A4CD41}"/>
                </a:ext>
              </a:extLst>
            </p:cNvPr>
            <p:cNvSpPr/>
            <p:nvPr/>
          </p:nvSpPr>
          <p:spPr>
            <a:xfrm>
              <a:off x="9759829" y="4161517"/>
              <a:ext cx="2382288" cy="1680050"/>
            </a:xfrm>
            <a:custGeom>
              <a:avLst/>
              <a:gdLst>
                <a:gd name="connsiteX0" fmla="*/ 1678018 w 2124941"/>
                <a:gd name="connsiteY0" fmla="*/ 31227 h 1388471"/>
                <a:gd name="connsiteX1" fmla="*/ 1636891 w 2124941"/>
                <a:gd name="connsiteY1" fmla="*/ 0 h 1388471"/>
                <a:gd name="connsiteX2" fmla="*/ 1594155 w 2124941"/>
                <a:gd name="connsiteY2" fmla="*/ 42736 h 1388471"/>
                <a:gd name="connsiteX3" fmla="*/ 1636891 w 2124941"/>
                <a:gd name="connsiteY3" fmla="*/ 85473 h 1388471"/>
                <a:gd name="connsiteX4" fmla="*/ 1679073 w 2124941"/>
                <a:gd name="connsiteY4" fmla="*/ 49335 h 1388471"/>
                <a:gd name="connsiteX5" fmla="*/ 2107916 w 2124941"/>
                <a:gd name="connsiteY5" fmla="*/ 49335 h 1388471"/>
                <a:gd name="connsiteX6" fmla="*/ 2107916 w 2124941"/>
                <a:gd name="connsiteY6" fmla="*/ 1370680 h 1388471"/>
                <a:gd name="connsiteX7" fmla="*/ 0 w 2124941"/>
                <a:gd name="connsiteY7" fmla="*/ 1370680 h 1388471"/>
                <a:gd name="connsiteX8" fmla="*/ 0 w 2124941"/>
                <a:gd name="connsiteY8" fmla="*/ 1388788 h 1388471"/>
                <a:gd name="connsiteX9" fmla="*/ 2126024 w 2124941"/>
                <a:gd name="connsiteY9" fmla="*/ 1388788 h 1388471"/>
                <a:gd name="connsiteX10" fmla="*/ 2126024 w 2124941"/>
                <a:gd name="connsiteY10" fmla="*/ 31227 h 1388471"/>
                <a:gd name="connsiteX11" fmla="*/ 1678018 w 2124941"/>
                <a:gd name="connsiteY11" fmla="*/ 31227 h 138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4941" h="1388471">
                  <a:moveTo>
                    <a:pt x="1678018" y="31227"/>
                  </a:moveTo>
                  <a:cubicBezTo>
                    <a:pt x="1672976" y="13225"/>
                    <a:pt x="1656504" y="0"/>
                    <a:pt x="1636891" y="0"/>
                  </a:cubicBezTo>
                  <a:cubicBezTo>
                    <a:pt x="1613293" y="0"/>
                    <a:pt x="1594155" y="19138"/>
                    <a:pt x="1594155" y="42736"/>
                  </a:cubicBezTo>
                  <a:cubicBezTo>
                    <a:pt x="1594155" y="66335"/>
                    <a:pt x="1613293" y="85473"/>
                    <a:pt x="1636891" y="85473"/>
                  </a:cubicBezTo>
                  <a:cubicBezTo>
                    <a:pt x="1658246" y="85473"/>
                    <a:pt x="1675880" y="69793"/>
                    <a:pt x="1679073" y="49335"/>
                  </a:cubicBezTo>
                  <a:lnTo>
                    <a:pt x="2107916" y="49335"/>
                  </a:lnTo>
                  <a:lnTo>
                    <a:pt x="2107916" y="1370680"/>
                  </a:lnTo>
                  <a:lnTo>
                    <a:pt x="0" y="1370680"/>
                  </a:lnTo>
                  <a:lnTo>
                    <a:pt x="0" y="1388788"/>
                  </a:lnTo>
                  <a:lnTo>
                    <a:pt x="2126024" y="1388788"/>
                  </a:lnTo>
                  <a:lnTo>
                    <a:pt x="2126024" y="31227"/>
                  </a:lnTo>
                  <a:lnTo>
                    <a:pt x="1678018" y="31227"/>
                  </a:lnTo>
                  <a:close/>
                </a:path>
              </a:pathLst>
            </a:custGeom>
            <a:solidFill>
              <a:srgbClr val="FFD966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198D9C-A4FF-26D2-8448-D81BCD18A3E9}"/>
                </a:ext>
              </a:extLst>
            </p:cNvPr>
            <p:cNvSpPr/>
            <p:nvPr/>
          </p:nvSpPr>
          <p:spPr>
            <a:xfrm>
              <a:off x="9990528" y="4345689"/>
              <a:ext cx="21837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Best practices from other HCLS projects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Innovation team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Resource rotation for knowledge optimisation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Inter, Intra project rotation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Formal SME Program</a:t>
              </a:r>
            </a:p>
            <a:p>
              <a:pPr lvl="0">
                <a:defRPr/>
              </a:pPr>
              <a:endParaRPr lang="en-IN" sz="1000" dirty="0">
                <a:solidFill>
                  <a:schemeClr val="bg1"/>
                </a:solidFill>
                <a:latin typeface="Calibri Light" panose="020F0302020204030204" pitchFamily="34" charset="0"/>
              </a:endParaRPr>
            </a:p>
          </p:txBody>
        </p:sp>
        <p:sp>
          <p:nvSpPr>
            <p:cNvPr id="45" name="Inhaltsplatzhalter 4">
              <a:extLst>
                <a:ext uri="{FF2B5EF4-FFF2-40B4-BE49-F238E27FC236}">
                  <a16:creationId xmlns:a16="http://schemas.microsoft.com/office/drawing/2014/main" id="{4702E4B1-0892-1858-2BAD-D78EC2ECC498}"/>
                </a:ext>
              </a:extLst>
            </p:cNvPr>
            <p:cNvSpPr txBox="1">
              <a:spLocks/>
            </p:cNvSpPr>
            <p:nvPr/>
          </p:nvSpPr>
          <p:spPr>
            <a:xfrm>
              <a:off x="9348885" y="5846956"/>
              <a:ext cx="2952237" cy="364811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600" b="1" dirty="0">
                  <a:latin typeface="+mn-lt"/>
                  <a:ea typeface="Roboto" pitchFamily="2" charset="0"/>
                </a:rPr>
                <a:t>Continuous Improvement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5B25378-043A-96BC-4E55-F64E2787D5BA}"/>
              </a:ext>
            </a:extLst>
          </p:cNvPr>
          <p:cNvGrpSpPr/>
          <p:nvPr/>
        </p:nvGrpSpPr>
        <p:grpSpPr>
          <a:xfrm>
            <a:off x="196459" y="4262781"/>
            <a:ext cx="8566700" cy="2012504"/>
            <a:chOff x="196459" y="4165769"/>
            <a:chExt cx="9702586" cy="2012504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27783AE-BC07-1D0C-E89D-552DC4D08C69}"/>
                </a:ext>
              </a:extLst>
            </p:cNvPr>
            <p:cNvSpPr/>
            <p:nvPr/>
          </p:nvSpPr>
          <p:spPr>
            <a:xfrm>
              <a:off x="196459" y="4259661"/>
              <a:ext cx="611601" cy="1260000"/>
            </a:xfrm>
            <a:custGeom>
              <a:avLst/>
              <a:gdLst>
                <a:gd name="connsiteX0" fmla="*/ 574790 w 572810"/>
                <a:gd name="connsiteY0" fmla="*/ 0 h 1356795"/>
                <a:gd name="connsiteX1" fmla="*/ 574790 w 572810"/>
                <a:gd name="connsiteY1" fmla="*/ 181504 h 1356795"/>
                <a:gd name="connsiteX2" fmla="*/ 192855 w 572810"/>
                <a:gd name="connsiteY2" fmla="*/ 181504 h 1356795"/>
                <a:gd name="connsiteX3" fmla="*/ 192855 w 572810"/>
                <a:gd name="connsiteY3" fmla="*/ 544513 h 1356795"/>
                <a:gd name="connsiteX4" fmla="*/ 260932 w 572810"/>
                <a:gd name="connsiteY4" fmla="*/ 500087 h 1356795"/>
                <a:gd name="connsiteX5" fmla="*/ 353585 w 572810"/>
                <a:gd name="connsiteY5" fmla="*/ 482137 h 1356795"/>
                <a:gd name="connsiteX6" fmla="*/ 513365 w 572810"/>
                <a:gd name="connsiteY6" fmla="*/ 541688 h 1356795"/>
                <a:gd name="connsiteX7" fmla="*/ 574817 w 572810"/>
                <a:gd name="connsiteY7" fmla="*/ 720368 h 1356795"/>
                <a:gd name="connsiteX8" fmla="*/ 574817 w 572810"/>
                <a:gd name="connsiteY8" fmla="*/ 1068252 h 1356795"/>
                <a:gd name="connsiteX9" fmla="*/ 551192 w 572810"/>
                <a:gd name="connsiteY9" fmla="*/ 1189255 h 1356795"/>
                <a:gd name="connsiteX10" fmla="*/ 487839 w 572810"/>
                <a:gd name="connsiteY10" fmla="*/ 1280007 h 1356795"/>
                <a:gd name="connsiteX11" fmla="*/ 396137 w 572810"/>
                <a:gd name="connsiteY11" fmla="*/ 1337684 h 1356795"/>
                <a:gd name="connsiteX12" fmla="*/ 287408 w 572810"/>
                <a:gd name="connsiteY12" fmla="*/ 1357534 h 1356795"/>
                <a:gd name="connsiteX13" fmla="*/ 178680 w 572810"/>
                <a:gd name="connsiteY13" fmla="*/ 1337684 h 1356795"/>
                <a:gd name="connsiteX14" fmla="*/ 86978 w 572810"/>
                <a:gd name="connsiteY14" fmla="*/ 1280007 h 1356795"/>
                <a:gd name="connsiteX15" fmla="*/ 23625 w 572810"/>
                <a:gd name="connsiteY15" fmla="*/ 1189255 h 1356795"/>
                <a:gd name="connsiteX16" fmla="*/ 0 w 572810"/>
                <a:gd name="connsiteY16" fmla="*/ 1068252 h 1356795"/>
                <a:gd name="connsiteX17" fmla="*/ 0 w 572810"/>
                <a:gd name="connsiteY17" fmla="*/ 1011525 h 1356795"/>
                <a:gd name="connsiteX18" fmla="*/ 192855 w 572810"/>
                <a:gd name="connsiteY18" fmla="*/ 1011525 h 1356795"/>
                <a:gd name="connsiteX19" fmla="*/ 192855 w 572810"/>
                <a:gd name="connsiteY19" fmla="*/ 1060676 h 1356795"/>
                <a:gd name="connsiteX20" fmla="*/ 220281 w 572810"/>
                <a:gd name="connsiteY20" fmla="*/ 1137253 h 1356795"/>
                <a:gd name="connsiteX21" fmla="*/ 291183 w 572810"/>
                <a:gd name="connsiteY21" fmla="*/ 1164679 h 1356795"/>
                <a:gd name="connsiteX22" fmla="*/ 358310 w 572810"/>
                <a:gd name="connsiteY22" fmla="*/ 1138203 h 1356795"/>
                <a:gd name="connsiteX23" fmla="*/ 381935 w 572810"/>
                <a:gd name="connsiteY23" fmla="*/ 1064477 h 1356795"/>
                <a:gd name="connsiteX24" fmla="*/ 381935 w 572810"/>
                <a:gd name="connsiteY24" fmla="*/ 748745 h 1356795"/>
                <a:gd name="connsiteX25" fmla="*/ 356410 w 572810"/>
                <a:gd name="connsiteY25" fmla="*/ 680668 h 1356795"/>
                <a:gd name="connsiteX26" fmla="*/ 291183 w 572810"/>
                <a:gd name="connsiteY26" fmla="*/ 652318 h 1356795"/>
                <a:gd name="connsiteX27" fmla="*/ 249582 w 572810"/>
                <a:gd name="connsiteY27" fmla="*/ 660817 h 1356795"/>
                <a:gd name="connsiteX28" fmla="*/ 221232 w 572810"/>
                <a:gd name="connsiteY28" fmla="*/ 680668 h 1356795"/>
                <a:gd name="connsiteX29" fmla="*/ 204206 w 572810"/>
                <a:gd name="connsiteY29" fmla="*/ 705243 h 1356795"/>
                <a:gd name="connsiteX30" fmla="*/ 192855 w 572810"/>
                <a:gd name="connsiteY30" fmla="*/ 726044 h 1356795"/>
                <a:gd name="connsiteX31" fmla="*/ 22701 w 572810"/>
                <a:gd name="connsiteY31" fmla="*/ 726044 h 1356795"/>
                <a:gd name="connsiteX32" fmla="*/ 22701 w 572810"/>
                <a:gd name="connsiteY32" fmla="*/ 0 h 1356795"/>
                <a:gd name="connsiteX33" fmla="*/ 574790 w 572810"/>
                <a:gd name="connsiteY33" fmla="*/ 0 h 135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72810" h="1356795">
                  <a:moveTo>
                    <a:pt x="574790" y="0"/>
                  </a:moveTo>
                  <a:lnTo>
                    <a:pt x="574790" y="181504"/>
                  </a:lnTo>
                  <a:lnTo>
                    <a:pt x="192855" y="181504"/>
                  </a:lnTo>
                  <a:lnTo>
                    <a:pt x="192855" y="544513"/>
                  </a:lnTo>
                  <a:cubicBezTo>
                    <a:pt x="210488" y="526880"/>
                    <a:pt x="233189" y="512071"/>
                    <a:pt x="260932" y="500087"/>
                  </a:cubicBezTo>
                  <a:cubicBezTo>
                    <a:pt x="288649" y="488129"/>
                    <a:pt x="319533" y="482137"/>
                    <a:pt x="353585" y="482137"/>
                  </a:cubicBezTo>
                  <a:cubicBezTo>
                    <a:pt x="419102" y="482137"/>
                    <a:pt x="472371" y="501988"/>
                    <a:pt x="513365" y="541688"/>
                  </a:cubicBezTo>
                  <a:cubicBezTo>
                    <a:pt x="554306" y="581389"/>
                    <a:pt x="574817" y="640941"/>
                    <a:pt x="574817" y="720368"/>
                  </a:cubicBezTo>
                  <a:lnTo>
                    <a:pt x="574817" y="1068252"/>
                  </a:lnTo>
                  <a:cubicBezTo>
                    <a:pt x="574817" y="1113628"/>
                    <a:pt x="566924" y="1153988"/>
                    <a:pt x="551192" y="1189255"/>
                  </a:cubicBezTo>
                  <a:cubicBezTo>
                    <a:pt x="535406" y="1224547"/>
                    <a:pt x="514315" y="1254798"/>
                    <a:pt x="487839" y="1280007"/>
                  </a:cubicBezTo>
                  <a:cubicBezTo>
                    <a:pt x="461363" y="1305242"/>
                    <a:pt x="430796" y="1324433"/>
                    <a:pt x="396137" y="1337684"/>
                  </a:cubicBezTo>
                  <a:cubicBezTo>
                    <a:pt x="361451" y="1350909"/>
                    <a:pt x="325235" y="1357534"/>
                    <a:pt x="287408" y="1357534"/>
                  </a:cubicBezTo>
                  <a:cubicBezTo>
                    <a:pt x="249582" y="1357534"/>
                    <a:pt x="213339" y="1350909"/>
                    <a:pt x="178680" y="1337684"/>
                  </a:cubicBezTo>
                  <a:cubicBezTo>
                    <a:pt x="143995" y="1324459"/>
                    <a:pt x="113453" y="1305242"/>
                    <a:pt x="86978" y="1280007"/>
                  </a:cubicBezTo>
                  <a:cubicBezTo>
                    <a:pt x="60502" y="1254798"/>
                    <a:pt x="39384" y="1224547"/>
                    <a:pt x="23625" y="1189255"/>
                  </a:cubicBezTo>
                  <a:cubicBezTo>
                    <a:pt x="7840" y="1153988"/>
                    <a:pt x="0" y="1113628"/>
                    <a:pt x="0" y="1068252"/>
                  </a:cubicBezTo>
                  <a:lnTo>
                    <a:pt x="0" y="1011525"/>
                  </a:lnTo>
                  <a:lnTo>
                    <a:pt x="192855" y="1011525"/>
                  </a:lnTo>
                  <a:lnTo>
                    <a:pt x="192855" y="1060676"/>
                  </a:lnTo>
                  <a:cubicBezTo>
                    <a:pt x="192855" y="1093461"/>
                    <a:pt x="201988" y="1118987"/>
                    <a:pt x="220281" y="1137253"/>
                  </a:cubicBezTo>
                  <a:cubicBezTo>
                    <a:pt x="238548" y="1155546"/>
                    <a:pt x="262173" y="1164679"/>
                    <a:pt x="291183" y="1164679"/>
                  </a:cubicBezTo>
                  <a:cubicBezTo>
                    <a:pt x="320167" y="1164679"/>
                    <a:pt x="342525" y="1155889"/>
                    <a:pt x="358310" y="1138203"/>
                  </a:cubicBezTo>
                  <a:cubicBezTo>
                    <a:pt x="374069" y="1120570"/>
                    <a:pt x="381935" y="1095995"/>
                    <a:pt x="381935" y="1064477"/>
                  </a:cubicBezTo>
                  <a:lnTo>
                    <a:pt x="381935" y="748745"/>
                  </a:lnTo>
                  <a:cubicBezTo>
                    <a:pt x="381935" y="722269"/>
                    <a:pt x="373435" y="699594"/>
                    <a:pt x="356410" y="680668"/>
                  </a:cubicBezTo>
                  <a:cubicBezTo>
                    <a:pt x="339384" y="661767"/>
                    <a:pt x="317659" y="652318"/>
                    <a:pt x="291183" y="652318"/>
                  </a:cubicBezTo>
                  <a:cubicBezTo>
                    <a:pt x="274791" y="652318"/>
                    <a:pt x="260932" y="655142"/>
                    <a:pt x="249582" y="660817"/>
                  </a:cubicBezTo>
                  <a:cubicBezTo>
                    <a:pt x="238231" y="666493"/>
                    <a:pt x="228781" y="673118"/>
                    <a:pt x="221232" y="680668"/>
                  </a:cubicBezTo>
                  <a:cubicBezTo>
                    <a:pt x="213682" y="688217"/>
                    <a:pt x="208007" y="696453"/>
                    <a:pt x="204206" y="705243"/>
                  </a:cubicBezTo>
                  <a:cubicBezTo>
                    <a:pt x="197871" y="716594"/>
                    <a:pt x="194096" y="723536"/>
                    <a:pt x="192855" y="726044"/>
                  </a:cubicBezTo>
                  <a:lnTo>
                    <a:pt x="22701" y="726044"/>
                  </a:lnTo>
                  <a:lnTo>
                    <a:pt x="22701" y="0"/>
                  </a:lnTo>
                  <a:lnTo>
                    <a:pt x="574790" y="0"/>
                  </a:lnTo>
                  <a:close/>
                </a:path>
              </a:pathLst>
            </a:custGeom>
            <a:solidFill>
              <a:srgbClr val="2BB34B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2915788-DA64-086C-9C63-549DFACA4F20}"/>
                </a:ext>
              </a:extLst>
            </p:cNvPr>
            <p:cNvSpPr/>
            <p:nvPr/>
          </p:nvSpPr>
          <p:spPr>
            <a:xfrm>
              <a:off x="624600" y="4165769"/>
              <a:ext cx="2446406" cy="1680050"/>
            </a:xfrm>
            <a:custGeom>
              <a:avLst/>
              <a:gdLst>
                <a:gd name="connsiteX0" fmla="*/ 1678018 w 2124941"/>
                <a:gd name="connsiteY0" fmla="*/ 31227 h 1388471"/>
                <a:gd name="connsiteX1" fmla="*/ 1636891 w 2124941"/>
                <a:gd name="connsiteY1" fmla="*/ 0 h 1388471"/>
                <a:gd name="connsiteX2" fmla="*/ 1594155 w 2124941"/>
                <a:gd name="connsiteY2" fmla="*/ 42736 h 1388471"/>
                <a:gd name="connsiteX3" fmla="*/ 1636891 w 2124941"/>
                <a:gd name="connsiteY3" fmla="*/ 85473 h 1388471"/>
                <a:gd name="connsiteX4" fmla="*/ 1679073 w 2124941"/>
                <a:gd name="connsiteY4" fmla="*/ 49336 h 1388471"/>
                <a:gd name="connsiteX5" fmla="*/ 2107916 w 2124941"/>
                <a:gd name="connsiteY5" fmla="*/ 49336 h 1388471"/>
                <a:gd name="connsiteX6" fmla="*/ 2107916 w 2124941"/>
                <a:gd name="connsiteY6" fmla="*/ 1370680 h 1388471"/>
                <a:gd name="connsiteX7" fmla="*/ 0 w 2124941"/>
                <a:gd name="connsiteY7" fmla="*/ 1370680 h 1388471"/>
                <a:gd name="connsiteX8" fmla="*/ 0 w 2124941"/>
                <a:gd name="connsiteY8" fmla="*/ 1388788 h 1388471"/>
                <a:gd name="connsiteX9" fmla="*/ 2126024 w 2124941"/>
                <a:gd name="connsiteY9" fmla="*/ 1388788 h 1388471"/>
                <a:gd name="connsiteX10" fmla="*/ 2126024 w 2124941"/>
                <a:gd name="connsiteY10" fmla="*/ 31227 h 1388471"/>
                <a:gd name="connsiteX11" fmla="*/ 1678018 w 2124941"/>
                <a:gd name="connsiteY11" fmla="*/ 31227 h 1388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4941" h="1388471">
                  <a:moveTo>
                    <a:pt x="1678018" y="31227"/>
                  </a:moveTo>
                  <a:cubicBezTo>
                    <a:pt x="1672976" y="13225"/>
                    <a:pt x="1656504" y="0"/>
                    <a:pt x="1636891" y="0"/>
                  </a:cubicBezTo>
                  <a:cubicBezTo>
                    <a:pt x="1613293" y="0"/>
                    <a:pt x="1594155" y="19138"/>
                    <a:pt x="1594155" y="42736"/>
                  </a:cubicBezTo>
                  <a:cubicBezTo>
                    <a:pt x="1594155" y="66335"/>
                    <a:pt x="1613293" y="85473"/>
                    <a:pt x="1636891" y="85473"/>
                  </a:cubicBezTo>
                  <a:cubicBezTo>
                    <a:pt x="1658246" y="85473"/>
                    <a:pt x="1675880" y="69793"/>
                    <a:pt x="1679073" y="49336"/>
                  </a:cubicBezTo>
                  <a:lnTo>
                    <a:pt x="2107916" y="49336"/>
                  </a:lnTo>
                  <a:lnTo>
                    <a:pt x="2107916" y="1370680"/>
                  </a:lnTo>
                  <a:lnTo>
                    <a:pt x="0" y="1370680"/>
                  </a:lnTo>
                  <a:lnTo>
                    <a:pt x="0" y="1388788"/>
                  </a:lnTo>
                  <a:lnTo>
                    <a:pt x="2126024" y="1388788"/>
                  </a:lnTo>
                  <a:lnTo>
                    <a:pt x="2126024" y="31227"/>
                  </a:lnTo>
                  <a:lnTo>
                    <a:pt x="1678018" y="31227"/>
                  </a:lnTo>
                  <a:close/>
                </a:path>
              </a:pathLst>
            </a:custGeom>
            <a:solidFill>
              <a:srgbClr val="2BB34B"/>
            </a:solidFill>
            <a:ln w="263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</p:txBody>
        </p:sp>
        <p:sp>
          <p:nvSpPr>
            <p:cNvPr id="50" name="Inhaltsplatzhalter 4">
              <a:extLst>
                <a:ext uri="{FF2B5EF4-FFF2-40B4-BE49-F238E27FC236}">
                  <a16:creationId xmlns:a16="http://schemas.microsoft.com/office/drawing/2014/main" id="{B7A880F4-52DE-18D6-F62F-2026AA844AFD}"/>
                </a:ext>
              </a:extLst>
            </p:cNvPr>
            <p:cNvSpPr txBox="1">
              <a:spLocks/>
            </p:cNvSpPr>
            <p:nvPr/>
          </p:nvSpPr>
          <p:spPr>
            <a:xfrm>
              <a:off x="7087160" y="5919178"/>
              <a:ext cx="2749087" cy="259095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600" b="1" dirty="0">
                  <a:latin typeface="+mn-lt"/>
                  <a:ea typeface="Roboto" pitchFamily="2" charset="0"/>
                </a:rPr>
                <a:t>KM Framework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9BA19D5-41A9-1A2A-4244-B8F61F88BB48}"/>
                </a:ext>
              </a:extLst>
            </p:cNvPr>
            <p:cNvSpPr/>
            <p:nvPr/>
          </p:nvSpPr>
          <p:spPr>
            <a:xfrm>
              <a:off x="7769091" y="4459147"/>
              <a:ext cx="2129954" cy="1169551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Comprehensive KMF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Customised for </a:t>
              </a:r>
              <a:r>
                <a:rPr lang="en-IN" sz="1000" dirty="0" err="1">
                  <a:solidFill>
                    <a:schemeClr val="bg1"/>
                  </a:solidFill>
                </a:rPr>
                <a:t>Insulet</a:t>
              </a:r>
              <a:endParaRPr lang="en-IN" sz="1000" dirty="0">
                <a:solidFill>
                  <a:schemeClr val="bg1"/>
                </a:solidFill>
              </a:endParaRP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Management monitoring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>
                  <a:solidFill>
                    <a:schemeClr val="bg1"/>
                  </a:solidFill>
                </a:rPr>
                <a:t>Dedicated Medical device tester bench strength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  <a:defRPr/>
              </a:pPr>
              <a:r>
                <a:rPr lang="en-IN" sz="1000" dirty="0" err="1">
                  <a:solidFill>
                    <a:schemeClr val="bg1"/>
                  </a:solidFill>
                </a:rPr>
                <a:t>Insulet</a:t>
              </a:r>
              <a:r>
                <a:rPr lang="en-IN" sz="1000" dirty="0">
                  <a:solidFill>
                    <a:schemeClr val="bg1"/>
                  </a:solidFill>
                </a:rPr>
                <a:t> University</a:t>
              </a:r>
            </a:p>
            <a:p>
              <a:pPr marL="171450" lvl="0" indent="-171450" algn="r">
                <a:buFont typeface="Arial" panose="020B0604020202020204" pitchFamily="34" charset="0"/>
                <a:buChar char="•"/>
                <a:defRPr/>
              </a:pPr>
              <a:endParaRPr lang="en-IN" sz="1000" dirty="0">
                <a:latin typeface="Calibri Light" panose="020F03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5E6A387-2122-4757-4CA5-4646ECC88753}"/>
              </a:ext>
            </a:extLst>
          </p:cNvPr>
          <p:cNvSpPr txBox="1"/>
          <p:nvPr/>
        </p:nvSpPr>
        <p:spPr>
          <a:xfrm>
            <a:off x="3738580" y="4325219"/>
            <a:ext cx="197658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1000" dirty="0">
                <a:solidFill>
                  <a:schemeClr val="bg1"/>
                </a:solidFill>
              </a:rPr>
              <a:t>POD &amp; PDM Flashing Station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00" dirty="0" err="1">
                <a:solidFill>
                  <a:schemeClr val="bg1"/>
                </a:solidFill>
              </a:rPr>
              <a:t>VectorCast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</a:rPr>
              <a:t>BLE Sniffing tools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IN" sz="1000" dirty="0">
                <a:solidFill>
                  <a:schemeClr val="bg1"/>
                </a:solidFill>
              </a:rPr>
              <a:t>Datadog, AWS, Terraform, </a:t>
            </a:r>
            <a:r>
              <a:rPr lang="en-IN" sz="1000" dirty="0" err="1">
                <a:solidFill>
                  <a:schemeClr val="bg1"/>
                </a:solidFill>
              </a:rPr>
              <a:t>Pagerduty</a:t>
            </a:r>
            <a:r>
              <a:rPr lang="en-IN" sz="1000" dirty="0">
                <a:solidFill>
                  <a:schemeClr val="bg1"/>
                </a:solidFill>
              </a:rPr>
              <a:t>, </a:t>
            </a:r>
            <a:r>
              <a:rPr lang="en-IN" sz="1000" dirty="0" err="1">
                <a:solidFill>
                  <a:schemeClr val="bg1"/>
                </a:solidFill>
              </a:rPr>
              <a:t>Solarwinds</a:t>
            </a:r>
            <a:r>
              <a:rPr lang="en-IN" sz="1000" dirty="0">
                <a:solidFill>
                  <a:schemeClr val="bg1"/>
                </a:solidFill>
              </a:rPr>
              <a:t>, Sonar, </a:t>
            </a:r>
            <a:r>
              <a:rPr lang="en-IN" sz="1000" dirty="0" err="1">
                <a:solidFill>
                  <a:schemeClr val="bg1"/>
                </a:solidFill>
              </a:rPr>
              <a:t>Jmeter</a:t>
            </a:r>
            <a:endParaRPr lang="en-IN" sz="10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</a:rPr>
              <a:t>Nordic dongles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IN" sz="1000" dirty="0">
                <a:solidFill>
                  <a:schemeClr val="bg1"/>
                </a:solidFill>
              </a:rPr>
              <a:t>Helix, Atlassian Tools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1000" dirty="0">
                <a:solidFill>
                  <a:schemeClr val="bg1"/>
                </a:solidFill>
              </a:rPr>
              <a:t>Keil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1000" dirty="0">
                <a:solidFill>
                  <a:schemeClr val="bg1"/>
                </a:solidFill>
              </a:rPr>
              <a:t>RF Station</a:t>
            </a:r>
          </a:p>
        </p:txBody>
      </p:sp>
    </p:spTree>
    <p:extLst>
      <p:ext uri="{BB962C8B-B14F-4D97-AF65-F5344CB8AC3E}">
        <p14:creationId xmlns:p14="http://schemas.microsoft.com/office/powerpoint/2010/main" val="79766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B5986DE-BB71-773E-154B-B7E2BA5BD637}"/>
              </a:ext>
            </a:extLst>
          </p:cNvPr>
          <p:cNvCxnSpPr>
            <a:cxnSpLocks/>
          </p:cNvCxnSpPr>
          <p:nvPr/>
        </p:nvCxnSpPr>
        <p:spPr>
          <a:xfrm flipV="1">
            <a:off x="3030625" y="878310"/>
            <a:ext cx="0" cy="216000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F9268926-C25C-7FF4-D412-57AFC1ACB13A}"/>
              </a:ext>
            </a:extLst>
          </p:cNvPr>
          <p:cNvCxnSpPr>
            <a:cxnSpLocks/>
          </p:cNvCxnSpPr>
          <p:nvPr/>
        </p:nvCxnSpPr>
        <p:spPr>
          <a:xfrm flipV="1">
            <a:off x="3039418" y="3701953"/>
            <a:ext cx="0" cy="216000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06659D8-D4EF-DA26-0920-C1544D317D3E}"/>
              </a:ext>
            </a:extLst>
          </p:cNvPr>
          <p:cNvCxnSpPr>
            <a:cxnSpLocks/>
          </p:cNvCxnSpPr>
          <p:nvPr/>
        </p:nvCxnSpPr>
        <p:spPr>
          <a:xfrm flipV="1">
            <a:off x="6061692" y="882710"/>
            <a:ext cx="0" cy="216000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63E1E458-CB16-5469-0FE7-D19365A8E3E6}"/>
              </a:ext>
            </a:extLst>
          </p:cNvPr>
          <p:cNvCxnSpPr>
            <a:cxnSpLocks/>
          </p:cNvCxnSpPr>
          <p:nvPr/>
        </p:nvCxnSpPr>
        <p:spPr>
          <a:xfrm flipV="1">
            <a:off x="6075213" y="3709042"/>
            <a:ext cx="0" cy="216000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F0B8D613-EB80-02D5-4FED-06356EA632F7}"/>
              </a:ext>
            </a:extLst>
          </p:cNvPr>
          <p:cNvCxnSpPr>
            <a:cxnSpLocks/>
          </p:cNvCxnSpPr>
          <p:nvPr/>
        </p:nvCxnSpPr>
        <p:spPr>
          <a:xfrm flipV="1">
            <a:off x="9119127" y="864129"/>
            <a:ext cx="0" cy="216000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6EAC1556-D760-9D0C-8AD3-411E8769BF27}"/>
              </a:ext>
            </a:extLst>
          </p:cNvPr>
          <p:cNvCxnSpPr>
            <a:cxnSpLocks/>
          </p:cNvCxnSpPr>
          <p:nvPr/>
        </p:nvCxnSpPr>
        <p:spPr>
          <a:xfrm flipV="1">
            <a:off x="9115397" y="3709042"/>
            <a:ext cx="0" cy="216000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BF92165F-2120-9B71-2CF3-53837CEB2904}"/>
              </a:ext>
            </a:extLst>
          </p:cNvPr>
          <p:cNvCxnSpPr>
            <a:cxnSpLocks/>
          </p:cNvCxnSpPr>
          <p:nvPr/>
        </p:nvCxnSpPr>
        <p:spPr>
          <a:xfrm>
            <a:off x="-22484" y="3415939"/>
            <a:ext cx="12181467" cy="953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14246E-8B96-7503-21D7-026CC007275C}"/>
              </a:ext>
            </a:extLst>
          </p:cNvPr>
          <p:cNvGrpSpPr/>
          <p:nvPr/>
        </p:nvGrpSpPr>
        <p:grpSpPr>
          <a:xfrm>
            <a:off x="3280910" y="3773102"/>
            <a:ext cx="2700000" cy="2051288"/>
            <a:chOff x="6156734" y="1331630"/>
            <a:chExt cx="2880002" cy="20512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19D213D-3ED4-3D4D-8B2F-4EDD91226C4E}"/>
                </a:ext>
              </a:extLst>
            </p:cNvPr>
            <p:cNvSpPr/>
            <p:nvPr/>
          </p:nvSpPr>
          <p:spPr>
            <a:xfrm>
              <a:off x="6156734" y="2921253"/>
              <a:ext cx="2880002" cy="461665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Calibri"/>
                </a:rPr>
                <a:t>5+ Technical reference documents created in all product lines</a:t>
              </a:r>
              <a:endParaRPr lang="en-IN" sz="1200" dirty="0">
                <a:solidFill>
                  <a:schemeClr val="bg1"/>
                </a:solidFill>
                <a:cs typeface="Calibri"/>
              </a:endParaRPr>
            </a:p>
          </p:txBody>
        </p:sp>
        <p:pic>
          <p:nvPicPr>
            <p:cNvPr id="14" name="Picture 13" descr="A blue circle with a piece of paper and a gear">
              <a:extLst>
                <a:ext uri="{FF2B5EF4-FFF2-40B4-BE49-F238E27FC236}">
                  <a16:creationId xmlns:a16="http://schemas.microsoft.com/office/drawing/2014/main" id="{05F14F4F-3DDE-999B-4F27-12F4EEDEA265}"/>
                </a:ext>
              </a:extLst>
            </p:cNvPr>
            <p:cNvPicPr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14" r="22424"/>
            <a:stretch/>
          </p:blipFill>
          <p:spPr>
            <a:xfrm>
              <a:off x="6884444" y="1331630"/>
              <a:ext cx="1536001" cy="1440000"/>
            </a:xfrm>
            <a:prstGeom prst="flowChartConnector">
              <a:avLst/>
            </a:prstGeom>
          </p:spPr>
        </p:pic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C092CA6-DEB2-0741-C090-8236EB2ECFC0}"/>
              </a:ext>
            </a:extLst>
          </p:cNvPr>
          <p:cNvGrpSpPr/>
          <p:nvPr/>
        </p:nvGrpSpPr>
        <p:grpSpPr>
          <a:xfrm>
            <a:off x="173393" y="881822"/>
            <a:ext cx="2700000" cy="2068665"/>
            <a:chOff x="2984735" y="1078073"/>
            <a:chExt cx="3110360" cy="2068665"/>
          </a:xfrm>
        </p:grpSpPr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FFB34A61-F640-0F68-7A00-1E783B506475}"/>
                </a:ext>
              </a:extLst>
            </p:cNvPr>
            <p:cNvSpPr>
              <a:spLocks/>
            </p:cNvSpPr>
            <p:nvPr/>
          </p:nvSpPr>
          <p:spPr>
            <a:xfrm>
              <a:off x="2984735" y="2685073"/>
              <a:ext cx="3110360" cy="461665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bg1"/>
                  </a:solidFill>
                  <a:cs typeface="Calibri"/>
                </a:rPr>
                <a:t>Leading and Supporting Insulet product lines (</a:t>
              </a:r>
              <a:r>
                <a:rPr lang="en-IN" sz="1200" dirty="0">
                  <a:solidFill>
                    <a:schemeClr val="accent1">
                      <a:lumMod val="25000"/>
                      <a:lumOff val="75000"/>
                    </a:schemeClr>
                  </a:solidFill>
                  <a:cs typeface="Calibri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G7</a:t>
              </a:r>
              <a:r>
                <a:rPr lang="en-IN" sz="1200" dirty="0">
                  <a:solidFill>
                    <a:schemeClr val="bg1"/>
                  </a:solidFill>
                  <a:cs typeface="Calibri"/>
                </a:rPr>
                <a:t>, </a:t>
              </a:r>
              <a:r>
                <a:rPr lang="en-IN" sz="1200" dirty="0">
                  <a:solidFill>
                    <a:schemeClr val="bg1"/>
                  </a:solidFill>
                  <a:cs typeface="Calibri"/>
                  <a:hlinkClick r:id="rId4" action="ppaction://hlinksldjump"/>
                </a:rPr>
                <a:t>Orion</a:t>
              </a:r>
              <a:r>
                <a:rPr lang="en-IN" sz="1200" dirty="0">
                  <a:solidFill>
                    <a:schemeClr val="bg1"/>
                  </a:solidFill>
                  <a:cs typeface="Calibri"/>
                </a:rPr>
                <a:t>, </a:t>
              </a:r>
              <a:r>
                <a:rPr lang="en-IN" sz="1200" dirty="0">
                  <a:solidFill>
                    <a:schemeClr val="bg1"/>
                  </a:solidFill>
                  <a:cs typeface="Calibri"/>
                  <a:hlinkClick r:id="rId5" action="ppaction://hlinksldjump"/>
                </a:rPr>
                <a:t>Atlas</a:t>
              </a:r>
              <a:r>
                <a:rPr lang="en-IN" sz="1200" dirty="0">
                  <a:solidFill>
                    <a:schemeClr val="bg1"/>
                  </a:solidFill>
                  <a:cs typeface="Calibri"/>
                </a:rPr>
                <a:t>, </a:t>
              </a:r>
              <a:r>
                <a:rPr lang="en-IN" sz="1200" dirty="0">
                  <a:solidFill>
                    <a:schemeClr val="bg1"/>
                  </a:solidFill>
                  <a:cs typeface="Calibri"/>
                  <a:hlinkClick r:id="rId6" action="ppaction://hlinksldjump"/>
                </a:rPr>
                <a:t>FSL3</a:t>
              </a:r>
              <a:r>
                <a:rPr lang="en-IN" sz="1200" dirty="0">
                  <a:solidFill>
                    <a:schemeClr val="bg1"/>
                  </a:solidFill>
                  <a:cs typeface="Calibri"/>
                </a:rPr>
                <a:t>)</a:t>
              </a:r>
            </a:p>
          </p:txBody>
        </p:sp>
        <p:pic>
          <p:nvPicPr>
            <p:cNvPr id="29" name="Picture 28" descr="A blue and white rocket ship with a yellow circle and a red circle&#10;&#10;Description automatically generated">
              <a:extLst>
                <a:ext uri="{FF2B5EF4-FFF2-40B4-BE49-F238E27FC236}">
                  <a16:creationId xmlns:a16="http://schemas.microsoft.com/office/drawing/2014/main" id="{00283410-70D8-B16F-EC96-CB28AB857975}"/>
                </a:ext>
              </a:extLst>
            </p:cNvPr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7805" y="1078073"/>
              <a:ext cx="1658859" cy="1440000"/>
            </a:xfrm>
            <a:prstGeom prst="rect">
              <a:avLst/>
            </a:prstGeom>
          </p:spPr>
        </p:pic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51EABC44-4AB0-FC61-6296-55222F70E763}"/>
              </a:ext>
            </a:extLst>
          </p:cNvPr>
          <p:cNvGrpSpPr/>
          <p:nvPr/>
        </p:nvGrpSpPr>
        <p:grpSpPr>
          <a:xfrm>
            <a:off x="168750" y="3729295"/>
            <a:ext cx="2700000" cy="2430786"/>
            <a:chOff x="6184780" y="3828049"/>
            <a:chExt cx="2880000" cy="2430786"/>
          </a:xfrm>
        </p:grpSpPr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20439120-28AF-0388-040B-E4D2756F74F0}"/>
                </a:ext>
              </a:extLst>
            </p:cNvPr>
            <p:cNvSpPr txBox="1"/>
            <p:nvPr/>
          </p:nvSpPr>
          <p:spPr>
            <a:xfrm>
              <a:off x="6184780" y="5427838"/>
              <a:ext cx="2880000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Ongoing Support - Use case &amp; Gap analysis, Test Case authoring for new development and Moonshot &amp; SA2.0 Regression, Orion DV</a:t>
              </a:r>
              <a:endParaRPr lang="en-US" sz="1200" dirty="0">
                <a:solidFill>
                  <a:schemeClr val="bg1"/>
                </a:solidFill>
                <a:cs typeface="Calibri"/>
              </a:endParaRPr>
            </a:p>
          </p:txBody>
        </p:sp>
        <p:pic>
          <p:nvPicPr>
            <p:cNvPr id="224" name="Picture 223" descr="A clipboard with a pen and checklist&#10;&#10;Description automatically generated">
              <a:extLst>
                <a:ext uri="{FF2B5EF4-FFF2-40B4-BE49-F238E27FC236}">
                  <a16:creationId xmlns:a16="http://schemas.microsoft.com/office/drawing/2014/main" id="{FE828CB8-35E8-66F9-A40C-080954351420}"/>
                </a:ext>
              </a:extLst>
            </p:cNvPr>
            <p:cNvPicPr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6342" y="3828049"/>
              <a:ext cx="1536000" cy="1440000"/>
            </a:xfrm>
            <a:prstGeom prst="flowChartConnector">
              <a:avLst/>
            </a:prstGeom>
          </p:spPr>
        </p:pic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80F94042-B71F-CC91-7E12-33E6B20CED79}"/>
              </a:ext>
            </a:extLst>
          </p:cNvPr>
          <p:cNvGrpSpPr/>
          <p:nvPr/>
        </p:nvGrpSpPr>
        <p:grpSpPr>
          <a:xfrm>
            <a:off x="6226793" y="3748354"/>
            <a:ext cx="2700000" cy="2153840"/>
            <a:chOff x="2973467" y="3848669"/>
            <a:chExt cx="2880000" cy="227029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3F5E71-B3AC-83B1-6723-35AC02089A5F}"/>
                </a:ext>
              </a:extLst>
            </p:cNvPr>
            <p:cNvSpPr txBox="1"/>
            <p:nvPr/>
          </p:nvSpPr>
          <p:spPr>
            <a:xfrm>
              <a:off x="2973467" y="5437688"/>
              <a:ext cx="2880000" cy="6812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Tahoma"/>
                  <a:cs typeface="Tahoma"/>
                </a:rPr>
                <a:t>SQA Process optimizations - Involved in design assessments, Exploratory testing, Ad-hoc testing</a:t>
              </a:r>
              <a:endParaRPr lang="en-US" sz="1200" dirty="0">
                <a:solidFill>
                  <a:schemeClr val="bg1"/>
                </a:solidFill>
                <a:ea typeface="Tahoma"/>
                <a:cs typeface="Calibri"/>
              </a:endParaRPr>
            </a:p>
          </p:txBody>
        </p:sp>
        <p:pic>
          <p:nvPicPr>
            <p:cNvPr id="235" name="Picture 234">
              <a:extLst>
                <a:ext uri="{FF2B5EF4-FFF2-40B4-BE49-F238E27FC236}">
                  <a16:creationId xmlns:a16="http://schemas.microsoft.com/office/drawing/2014/main" id="{E4CCFA00-0B2B-3F88-7F7D-34A3D7B02C3E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5993" y="3848669"/>
              <a:ext cx="1536000" cy="1440000"/>
            </a:xfrm>
            <a:prstGeom prst="rect">
              <a:avLst/>
            </a:prstGeom>
          </p:spPr>
        </p:pic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7FD80814-7B37-6B1B-7F8F-8062373AF64A}"/>
              </a:ext>
            </a:extLst>
          </p:cNvPr>
          <p:cNvGrpSpPr/>
          <p:nvPr/>
        </p:nvGrpSpPr>
        <p:grpSpPr>
          <a:xfrm>
            <a:off x="6240410" y="883076"/>
            <a:ext cx="2700000" cy="2066350"/>
            <a:chOff x="9436748" y="1282784"/>
            <a:chExt cx="2880000" cy="206635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C9A88E1-EEFE-C245-22B7-1EEA9A4F0A5E}"/>
                </a:ext>
              </a:extLst>
            </p:cNvPr>
            <p:cNvSpPr/>
            <p:nvPr/>
          </p:nvSpPr>
          <p:spPr>
            <a:xfrm>
              <a:off x="9436748" y="2887469"/>
              <a:ext cx="2880000" cy="461665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Calibri"/>
                </a:rPr>
                <a:t>Participated in Dry Runs and DV (10+) across 4 product lines</a:t>
              </a:r>
              <a:endParaRPr lang="en-IN" sz="1200" dirty="0">
                <a:solidFill>
                  <a:schemeClr val="bg1"/>
                </a:solidFill>
                <a:cs typeface="Calibri"/>
              </a:endParaRPr>
            </a:p>
          </p:txBody>
        </p:sp>
        <p:pic>
          <p:nvPicPr>
            <p:cNvPr id="243" name="Picture 242" descr="A clipboard with check marks&#10;&#10;Description automatically generated">
              <a:extLst>
                <a:ext uri="{FF2B5EF4-FFF2-40B4-BE49-F238E27FC236}">
                  <a16:creationId xmlns:a16="http://schemas.microsoft.com/office/drawing/2014/main" id="{4890F725-CDC7-CAB8-3F37-689EA7663304}"/>
                </a:ext>
              </a:extLst>
            </p:cNvPr>
            <p:cNvPicPr>
              <a:picLocks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55384" y="1282784"/>
              <a:ext cx="1536000" cy="1440000"/>
            </a:xfrm>
            <a:prstGeom prst="flowChartConnector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A70FA53-DCAB-6CAD-6309-4157EC2BD6A7}"/>
              </a:ext>
            </a:extLst>
          </p:cNvPr>
          <p:cNvSpPr/>
          <p:nvPr/>
        </p:nvSpPr>
        <p:spPr>
          <a:xfrm>
            <a:off x="9355543" y="2341213"/>
            <a:ext cx="2700000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Multi-Dimensional Test coverage improvement - Build verification testing, Reliability testing, Stress testing, Power consumption testing</a:t>
            </a:r>
            <a:endParaRPr lang="en-IN" sz="1200" dirty="0">
              <a:solidFill>
                <a:schemeClr val="bg1"/>
              </a:solidFill>
              <a:cs typeface="Calibri"/>
            </a:endParaRP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F6765897-C9BD-E1A2-0B2C-E590F1BD796A}"/>
              </a:ext>
            </a:extLst>
          </p:cNvPr>
          <p:cNvGrpSpPr/>
          <p:nvPr/>
        </p:nvGrpSpPr>
        <p:grpSpPr>
          <a:xfrm>
            <a:off x="3212201" y="878921"/>
            <a:ext cx="2700000" cy="2262573"/>
            <a:chOff x="1" y="3791608"/>
            <a:chExt cx="2880000" cy="2262573"/>
          </a:xfrm>
        </p:grpSpPr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F19BBC51-CED3-CEFA-A846-B921DEAFA151}"/>
                </a:ext>
              </a:extLst>
            </p:cNvPr>
            <p:cNvSpPr/>
            <p:nvPr/>
          </p:nvSpPr>
          <p:spPr>
            <a:xfrm>
              <a:off x="1" y="5407850"/>
              <a:ext cx="2880000" cy="646331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defRPr/>
              </a:pPr>
              <a:r>
                <a:rPr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/>
                </a:rPr>
                <a:t>S</a:t>
              </a:r>
              <a:r>
                <a:rPr lang="en-IN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/>
                </a:rPr>
                <a:t>upported and driven Market </a:t>
              </a:r>
              <a:r>
                <a:rPr lang="en-IN" sz="1200" dirty="0">
                  <a:solidFill>
                    <a:schemeClr val="bg1"/>
                  </a:solidFill>
                  <a:cs typeface="Calibri"/>
                </a:rPr>
                <a:t>R</a:t>
              </a:r>
              <a:r>
                <a:rPr lang="en-IN" sz="120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/>
                </a:rPr>
                <a:t>eleases</a:t>
              </a:r>
              <a:r>
                <a:rPr lang="en-IN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/>
                </a:rPr>
                <a:t> – G7 FMR 9.0.3, 9.0.4, </a:t>
              </a:r>
              <a:r>
                <a:rPr lang="en-US" sz="1200" dirty="0">
                  <a:solidFill>
                    <a:schemeClr val="bg1"/>
                  </a:solidFill>
                  <a:cs typeface="Calibri"/>
                </a:rPr>
                <a:t>L2 Reliability Release,</a:t>
              </a:r>
              <a:r>
                <a:rPr lang="en-IN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/>
                </a:rPr>
                <a:t> Atlas,</a:t>
              </a:r>
              <a:r>
                <a:rPr lang="en-US" sz="1200" dirty="0">
                  <a:solidFill>
                    <a:schemeClr val="bg1"/>
                  </a:solidFill>
                  <a:cs typeface="Calibri"/>
                </a:rPr>
                <a:t> </a:t>
              </a:r>
              <a:r>
                <a:rPr lang="en-IN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Calibri"/>
                </a:rPr>
                <a:t>Orion LMR</a:t>
              </a:r>
            </a:p>
          </p:txBody>
        </p:sp>
        <p:pic>
          <p:nvPicPr>
            <p:cNvPr id="250" name="Picture 249" descr="A person in a circle with different colored circles around it&#10;&#10;Description automatically generated">
              <a:extLst>
                <a:ext uri="{FF2B5EF4-FFF2-40B4-BE49-F238E27FC236}">
                  <a16:creationId xmlns:a16="http://schemas.microsoft.com/office/drawing/2014/main" id="{CA29F380-B94B-676D-C53B-58AFF496BA3A}"/>
                </a:ext>
              </a:extLst>
            </p:cNvPr>
            <p:cNvPicPr>
              <a:picLocks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064" y="3791608"/>
              <a:ext cx="1536000" cy="1440000"/>
            </a:xfrm>
            <a:prstGeom prst="rect">
              <a:avLst/>
            </a:prstGeom>
          </p:spPr>
        </p:pic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A1569BF0-1F70-A9FA-3FD7-7EDCAE642C30}"/>
              </a:ext>
            </a:extLst>
          </p:cNvPr>
          <p:cNvGrpSpPr/>
          <p:nvPr/>
        </p:nvGrpSpPr>
        <p:grpSpPr>
          <a:xfrm>
            <a:off x="9304002" y="3722385"/>
            <a:ext cx="2700000" cy="2065190"/>
            <a:chOff x="0" y="1283366"/>
            <a:chExt cx="2880000" cy="2065190"/>
          </a:xfrm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8045C40F-C7BE-BD03-9C70-988F9DDBB3A3}"/>
                </a:ext>
              </a:extLst>
            </p:cNvPr>
            <p:cNvSpPr/>
            <p:nvPr/>
          </p:nvSpPr>
          <p:spPr>
            <a:xfrm>
              <a:off x="0" y="2886891"/>
              <a:ext cx="28800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Calibri" panose="020F0502020204030204" pitchFamily="34" charset="0"/>
                </a:rPr>
                <a:t>Reduction in Test Cycle times through additional long run setups </a:t>
              </a:r>
            </a:p>
          </p:txBody>
        </p:sp>
        <p:pic>
          <p:nvPicPr>
            <p:cNvPr id="254" name="Picture 253" descr="A long shadow of a graph&#10;&#10;Description automatically generated">
              <a:extLst>
                <a:ext uri="{FF2B5EF4-FFF2-40B4-BE49-F238E27FC236}">
                  <a16:creationId xmlns:a16="http://schemas.microsoft.com/office/drawing/2014/main" id="{9533A556-4712-E1C3-8223-953B0FAD9B22}"/>
                </a:ext>
              </a:extLst>
            </p:cNvPr>
            <p:cNvPicPr>
              <a:picLocks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977" y="1283366"/>
              <a:ext cx="1536000" cy="1440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F61DCB-981B-220F-12E2-010CD90E81DC}"/>
              </a:ext>
            </a:extLst>
          </p:cNvPr>
          <p:cNvSpPr txBox="1">
            <a:spLocks/>
          </p:cNvSpPr>
          <p:nvPr/>
        </p:nvSpPr>
        <p:spPr>
          <a:xfrm>
            <a:off x="276318" y="222423"/>
            <a:ext cx="12057246" cy="5197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endParaRPr lang="en-US" sz="2400">
              <a:solidFill>
                <a:schemeClr val="accent2"/>
              </a:solidFill>
              <a:latin typeface="+mj-lt"/>
              <a:ea typeface="Microsoft YaHei"/>
              <a:cs typeface="Mangal"/>
            </a:endParaRPr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1C20EF43-B681-1296-AC21-3D0B59C8EB2C}"/>
              </a:ext>
            </a:extLst>
          </p:cNvPr>
          <p:cNvSpPr txBox="1">
            <a:spLocks/>
          </p:cNvSpPr>
          <p:nvPr/>
        </p:nvSpPr>
        <p:spPr>
          <a:xfrm>
            <a:off x="59373" y="3111174"/>
            <a:ext cx="2749087" cy="259095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endParaRPr lang="en-US" sz="1600" b="1">
              <a:latin typeface="+mn-lt"/>
              <a:ea typeface="Roboto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CC1166D-9BBC-7E44-3B87-77BFE9BB75D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424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Executive Summary - Pod Functional Team</a:t>
            </a:r>
          </a:p>
        </p:txBody>
      </p:sp>
      <p:pic>
        <p:nvPicPr>
          <p:cNvPr id="5" name="Picture 4" descr="A clock with a shield and check mark&#10;&#10;Description automatically generated">
            <a:extLst>
              <a:ext uri="{FF2B5EF4-FFF2-40B4-BE49-F238E27FC236}">
                <a16:creationId xmlns:a16="http://schemas.microsoft.com/office/drawing/2014/main" id="{5ED16020-9897-6579-CC29-F1D19F1AEB4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404" y="414419"/>
            <a:ext cx="2046207" cy="201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15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5A09B171-B7CE-7AAC-066B-8B1A527FAEE3}"/>
              </a:ext>
            </a:extLst>
          </p:cNvPr>
          <p:cNvSpPr txBox="1">
            <a:spLocks/>
          </p:cNvSpPr>
          <p:nvPr/>
        </p:nvSpPr>
        <p:spPr>
          <a:xfrm>
            <a:off x="284425" y="257779"/>
            <a:ext cx="11268075" cy="79057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>
              <a:solidFill>
                <a:schemeClr val="bg1"/>
              </a:solidFill>
              <a:latin typeface="Anek Devanagari" pitchFamily="2" charset="0"/>
              <a:cs typeface="Anek Devanagari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FB0B69-667F-1457-4DEE-218698E066A5}"/>
              </a:ext>
            </a:extLst>
          </p:cNvPr>
          <p:cNvSpPr/>
          <p:nvPr/>
        </p:nvSpPr>
        <p:spPr>
          <a:xfrm>
            <a:off x="0" y="657308"/>
            <a:ext cx="12166350" cy="5710814"/>
          </a:xfrm>
          <a:prstGeom prst="rect">
            <a:avLst/>
          </a:prstGeom>
          <a:noFill/>
          <a:ln w="55000" cap="flat" cmpd="thickThin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4CB5BC-26F9-22C7-D581-61DCD30797E7}"/>
              </a:ext>
            </a:extLst>
          </p:cNvPr>
          <p:cNvSpPr txBox="1">
            <a:spLocks/>
          </p:cNvSpPr>
          <p:nvPr/>
        </p:nvSpPr>
        <p:spPr>
          <a:xfrm>
            <a:off x="11721" y="110181"/>
            <a:ext cx="12057246" cy="5197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Executive Summary - Pod Automation Team</a:t>
            </a:r>
          </a:p>
          <a:p>
            <a:endParaRPr lang="en-US" sz="2400" dirty="0">
              <a:solidFill>
                <a:schemeClr val="accent2"/>
              </a:solidFill>
              <a:latin typeface="+mj-lt"/>
              <a:ea typeface="Microsoft YaHei"/>
              <a:cs typeface="Mangal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41C73E6-B832-E3FD-309F-29E50F9D86C5}"/>
              </a:ext>
            </a:extLst>
          </p:cNvPr>
          <p:cNvGrpSpPr/>
          <p:nvPr/>
        </p:nvGrpSpPr>
        <p:grpSpPr>
          <a:xfrm>
            <a:off x="7053728" y="1239011"/>
            <a:ext cx="1328976" cy="1118024"/>
            <a:chOff x="4027675" y="2339708"/>
            <a:chExt cx="2357437" cy="2148155"/>
          </a:xfrm>
          <a:solidFill>
            <a:schemeClr val="accent1"/>
          </a:solidFill>
        </p:grpSpPr>
        <p:sp>
          <p:nvSpPr>
            <p:cNvPr id="25" name="Oval 216">
              <a:extLst>
                <a:ext uri="{FF2B5EF4-FFF2-40B4-BE49-F238E27FC236}">
                  <a16:creationId xmlns:a16="http://schemas.microsoft.com/office/drawing/2014/main" id="{00409036-2777-0E2F-6E4D-51719FEE7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794" y="2408238"/>
              <a:ext cx="2079625" cy="20796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62560" tIns="81280" rIns="162560" bIns="8128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+mj-lt"/>
                <a:cs typeface="Calibri" panose="020F0502020204030204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8F42C4D-0DDC-1EB1-28EE-E55F11A666F3}"/>
                </a:ext>
              </a:extLst>
            </p:cNvPr>
            <p:cNvGrpSpPr/>
            <p:nvPr/>
          </p:nvGrpSpPr>
          <p:grpSpPr>
            <a:xfrm>
              <a:off x="4027675" y="2339708"/>
              <a:ext cx="2357437" cy="2075132"/>
              <a:chOff x="4081463" y="2617788"/>
              <a:chExt cx="2041525" cy="1797051"/>
            </a:xfrm>
            <a:grpFill/>
          </p:grpSpPr>
          <p:sp>
            <p:nvSpPr>
              <p:cNvPr id="27" name="Freeform 155">
                <a:extLst>
                  <a:ext uri="{FF2B5EF4-FFF2-40B4-BE49-F238E27FC236}">
                    <a16:creationId xmlns:a16="http://schemas.microsoft.com/office/drawing/2014/main" id="{1351105E-5D8F-9A08-244D-3732E94B9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463" y="2881313"/>
                <a:ext cx="941387" cy="1077913"/>
              </a:xfrm>
              <a:custGeom>
                <a:avLst/>
                <a:gdLst>
                  <a:gd name="T0" fmla="*/ 402 w 593"/>
                  <a:gd name="T1" fmla="*/ 0 h 679"/>
                  <a:gd name="T2" fmla="*/ 402 w 593"/>
                  <a:gd name="T3" fmla="*/ 0 h 679"/>
                  <a:gd name="T4" fmla="*/ 593 w 593"/>
                  <a:gd name="T5" fmla="*/ 535 h 679"/>
                  <a:gd name="T6" fmla="*/ 190 w 593"/>
                  <a:gd name="T7" fmla="*/ 679 h 679"/>
                  <a:gd name="T8" fmla="*/ 0 w 593"/>
                  <a:gd name="T9" fmla="*/ 144 h 679"/>
                  <a:gd name="T10" fmla="*/ 402 w 593"/>
                  <a:gd name="T11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93" h="679">
                    <a:moveTo>
                      <a:pt x="402" y="0"/>
                    </a:moveTo>
                    <a:lnTo>
                      <a:pt x="402" y="0"/>
                    </a:lnTo>
                    <a:lnTo>
                      <a:pt x="593" y="535"/>
                    </a:lnTo>
                    <a:lnTo>
                      <a:pt x="190" y="679"/>
                    </a:lnTo>
                    <a:lnTo>
                      <a:pt x="0" y="144"/>
                    </a:lnTo>
                    <a:lnTo>
                      <a:pt x="40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28" name="Freeform 156">
                <a:extLst>
                  <a:ext uri="{FF2B5EF4-FFF2-40B4-BE49-F238E27FC236}">
                    <a16:creationId xmlns:a16="http://schemas.microsoft.com/office/drawing/2014/main" id="{09696F19-403B-497D-C158-F8BDA6789E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0050" y="3076576"/>
                <a:ext cx="712787" cy="781050"/>
              </a:xfrm>
              <a:custGeom>
                <a:avLst/>
                <a:gdLst>
                  <a:gd name="T0" fmla="*/ 52 w 449"/>
                  <a:gd name="T1" fmla="*/ 258 h 492"/>
                  <a:gd name="T2" fmla="*/ 366 w 449"/>
                  <a:gd name="T3" fmla="*/ 146 h 492"/>
                  <a:gd name="T4" fmla="*/ 371 w 449"/>
                  <a:gd name="T5" fmla="*/ 162 h 492"/>
                  <a:gd name="T6" fmla="*/ 57 w 449"/>
                  <a:gd name="T7" fmla="*/ 274 h 492"/>
                  <a:gd name="T8" fmla="*/ 52 w 449"/>
                  <a:gd name="T9" fmla="*/ 258 h 492"/>
                  <a:gd name="T10" fmla="*/ 0 w 449"/>
                  <a:gd name="T11" fmla="*/ 113 h 492"/>
                  <a:gd name="T12" fmla="*/ 314 w 449"/>
                  <a:gd name="T13" fmla="*/ 0 h 492"/>
                  <a:gd name="T14" fmla="*/ 319 w 449"/>
                  <a:gd name="T15" fmla="*/ 16 h 492"/>
                  <a:gd name="T16" fmla="*/ 5 w 449"/>
                  <a:gd name="T17" fmla="*/ 128 h 492"/>
                  <a:gd name="T18" fmla="*/ 0 w 449"/>
                  <a:gd name="T19" fmla="*/ 113 h 492"/>
                  <a:gd name="T20" fmla="*/ 26 w 449"/>
                  <a:gd name="T21" fmla="*/ 185 h 492"/>
                  <a:gd name="T22" fmla="*/ 340 w 449"/>
                  <a:gd name="T23" fmla="*/ 73 h 492"/>
                  <a:gd name="T24" fmla="*/ 345 w 449"/>
                  <a:gd name="T25" fmla="*/ 89 h 492"/>
                  <a:gd name="T26" fmla="*/ 31 w 449"/>
                  <a:gd name="T27" fmla="*/ 201 h 492"/>
                  <a:gd name="T28" fmla="*/ 26 w 449"/>
                  <a:gd name="T29" fmla="*/ 185 h 492"/>
                  <a:gd name="T30" fmla="*/ 130 w 449"/>
                  <a:gd name="T31" fmla="*/ 476 h 492"/>
                  <a:gd name="T32" fmla="*/ 443 w 449"/>
                  <a:gd name="T33" fmla="*/ 364 h 492"/>
                  <a:gd name="T34" fmla="*/ 449 w 449"/>
                  <a:gd name="T35" fmla="*/ 380 h 492"/>
                  <a:gd name="T36" fmla="*/ 135 w 449"/>
                  <a:gd name="T37" fmla="*/ 492 h 492"/>
                  <a:gd name="T38" fmla="*/ 130 w 449"/>
                  <a:gd name="T39" fmla="*/ 476 h 492"/>
                  <a:gd name="T40" fmla="*/ 104 w 449"/>
                  <a:gd name="T41" fmla="*/ 403 h 492"/>
                  <a:gd name="T42" fmla="*/ 418 w 449"/>
                  <a:gd name="T43" fmla="*/ 292 h 492"/>
                  <a:gd name="T44" fmla="*/ 423 w 449"/>
                  <a:gd name="T45" fmla="*/ 307 h 492"/>
                  <a:gd name="T46" fmla="*/ 109 w 449"/>
                  <a:gd name="T47" fmla="*/ 419 h 492"/>
                  <a:gd name="T48" fmla="*/ 104 w 449"/>
                  <a:gd name="T49" fmla="*/ 403 h 492"/>
                  <a:gd name="T50" fmla="*/ 78 w 449"/>
                  <a:gd name="T51" fmla="*/ 331 h 492"/>
                  <a:gd name="T52" fmla="*/ 392 w 449"/>
                  <a:gd name="T53" fmla="*/ 219 h 492"/>
                  <a:gd name="T54" fmla="*/ 397 w 449"/>
                  <a:gd name="T55" fmla="*/ 234 h 492"/>
                  <a:gd name="T56" fmla="*/ 83 w 449"/>
                  <a:gd name="T57" fmla="*/ 347 h 492"/>
                  <a:gd name="T58" fmla="*/ 78 w 449"/>
                  <a:gd name="T59" fmla="*/ 331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49" h="492">
                    <a:moveTo>
                      <a:pt x="52" y="258"/>
                    </a:moveTo>
                    <a:lnTo>
                      <a:pt x="366" y="146"/>
                    </a:lnTo>
                    <a:lnTo>
                      <a:pt x="371" y="162"/>
                    </a:lnTo>
                    <a:lnTo>
                      <a:pt x="57" y="274"/>
                    </a:lnTo>
                    <a:lnTo>
                      <a:pt x="52" y="258"/>
                    </a:lnTo>
                    <a:close/>
                    <a:moveTo>
                      <a:pt x="0" y="113"/>
                    </a:moveTo>
                    <a:lnTo>
                      <a:pt x="314" y="0"/>
                    </a:lnTo>
                    <a:lnTo>
                      <a:pt x="319" y="16"/>
                    </a:lnTo>
                    <a:lnTo>
                      <a:pt x="5" y="128"/>
                    </a:lnTo>
                    <a:lnTo>
                      <a:pt x="0" y="113"/>
                    </a:lnTo>
                    <a:close/>
                    <a:moveTo>
                      <a:pt x="26" y="185"/>
                    </a:moveTo>
                    <a:lnTo>
                      <a:pt x="340" y="73"/>
                    </a:lnTo>
                    <a:lnTo>
                      <a:pt x="345" y="89"/>
                    </a:lnTo>
                    <a:lnTo>
                      <a:pt x="31" y="201"/>
                    </a:lnTo>
                    <a:lnTo>
                      <a:pt x="26" y="185"/>
                    </a:lnTo>
                    <a:close/>
                    <a:moveTo>
                      <a:pt x="130" y="476"/>
                    </a:moveTo>
                    <a:lnTo>
                      <a:pt x="443" y="364"/>
                    </a:lnTo>
                    <a:lnTo>
                      <a:pt x="449" y="380"/>
                    </a:lnTo>
                    <a:lnTo>
                      <a:pt x="135" y="492"/>
                    </a:lnTo>
                    <a:lnTo>
                      <a:pt x="130" y="476"/>
                    </a:lnTo>
                    <a:close/>
                    <a:moveTo>
                      <a:pt x="104" y="403"/>
                    </a:moveTo>
                    <a:lnTo>
                      <a:pt x="418" y="292"/>
                    </a:lnTo>
                    <a:lnTo>
                      <a:pt x="423" y="307"/>
                    </a:lnTo>
                    <a:lnTo>
                      <a:pt x="109" y="419"/>
                    </a:lnTo>
                    <a:lnTo>
                      <a:pt x="104" y="403"/>
                    </a:lnTo>
                    <a:close/>
                    <a:moveTo>
                      <a:pt x="78" y="331"/>
                    </a:moveTo>
                    <a:lnTo>
                      <a:pt x="392" y="219"/>
                    </a:lnTo>
                    <a:lnTo>
                      <a:pt x="397" y="234"/>
                    </a:lnTo>
                    <a:lnTo>
                      <a:pt x="83" y="347"/>
                    </a:lnTo>
                    <a:lnTo>
                      <a:pt x="78" y="3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Freeform 157">
                <a:extLst>
                  <a:ext uri="{FF2B5EF4-FFF2-40B4-BE49-F238E27FC236}">
                    <a16:creationId xmlns:a16="http://schemas.microsoft.com/office/drawing/2014/main" id="{D3CE0804-41E8-6689-082F-346CD923D3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538" y="2747963"/>
                <a:ext cx="995362" cy="1322388"/>
              </a:xfrm>
              <a:custGeom>
                <a:avLst/>
                <a:gdLst>
                  <a:gd name="T0" fmla="*/ 627 w 627"/>
                  <a:gd name="T1" fmla="*/ 0 h 833"/>
                  <a:gd name="T2" fmla="*/ 627 w 627"/>
                  <a:gd name="T3" fmla="*/ 0 h 833"/>
                  <a:gd name="T4" fmla="*/ 627 w 627"/>
                  <a:gd name="T5" fmla="*/ 833 h 833"/>
                  <a:gd name="T6" fmla="*/ 0 w 627"/>
                  <a:gd name="T7" fmla="*/ 833 h 833"/>
                  <a:gd name="T8" fmla="*/ 0 w 627"/>
                  <a:gd name="T9" fmla="*/ 0 h 833"/>
                  <a:gd name="T10" fmla="*/ 627 w 627"/>
                  <a:gd name="T11" fmla="*/ 0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7" h="833">
                    <a:moveTo>
                      <a:pt x="627" y="0"/>
                    </a:moveTo>
                    <a:lnTo>
                      <a:pt x="627" y="0"/>
                    </a:lnTo>
                    <a:lnTo>
                      <a:pt x="627" y="833"/>
                    </a:lnTo>
                    <a:lnTo>
                      <a:pt x="0" y="833"/>
                    </a:lnTo>
                    <a:lnTo>
                      <a:pt x="0" y="0"/>
                    </a:lnTo>
                    <a:lnTo>
                      <a:pt x="62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Freeform 158">
                <a:extLst>
                  <a:ext uri="{FF2B5EF4-FFF2-40B4-BE49-F238E27FC236}">
                    <a16:creationId xmlns:a16="http://schemas.microsoft.com/office/drawing/2014/main" id="{83333B7D-1158-5774-277C-A90761247A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21250" y="2940051"/>
                <a:ext cx="776287" cy="938213"/>
              </a:xfrm>
              <a:custGeom>
                <a:avLst/>
                <a:gdLst>
                  <a:gd name="T0" fmla="*/ 0 w 489"/>
                  <a:gd name="T1" fmla="*/ 226 h 591"/>
                  <a:gd name="T2" fmla="*/ 489 w 489"/>
                  <a:gd name="T3" fmla="*/ 226 h 591"/>
                  <a:gd name="T4" fmla="*/ 489 w 489"/>
                  <a:gd name="T5" fmla="*/ 251 h 591"/>
                  <a:gd name="T6" fmla="*/ 0 w 489"/>
                  <a:gd name="T7" fmla="*/ 251 h 591"/>
                  <a:gd name="T8" fmla="*/ 0 w 489"/>
                  <a:gd name="T9" fmla="*/ 226 h 591"/>
                  <a:gd name="T10" fmla="*/ 0 w 489"/>
                  <a:gd name="T11" fmla="*/ 0 h 591"/>
                  <a:gd name="T12" fmla="*/ 489 w 489"/>
                  <a:gd name="T13" fmla="*/ 0 h 591"/>
                  <a:gd name="T14" fmla="*/ 489 w 489"/>
                  <a:gd name="T15" fmla="*/ 24 h 591"/>
                  <a:gd name="T16" fmla="*/ 0 w 489"/>
                  <a:gd name="T17" fmla="*/ 24 h 591"/>
                  <a:gd name="T18" fmla="*/ 0 w 489"/>
                  <a:gd name="T19" fmla="*/ 0 h 591"/>
                  <a:gd name="T20" fmla="*/ 0 w 489"/>
                  <a:gd name="T21" fmla="*/ 113 h 591"/>
                  <a:gd name="T22" fmla="*/ 489 w 489"/>
                  <a:gd name="T23" fmla="*/ 113 h 591"/>
                  <a:gd name="T24" fmla="*/ 489 w 489"/>
                  <a:gd name="T25" fmla="*/ 137 h 591"/>
                  <a:gd name="T26" fmla="*/ 0 w 489"/>
                  <a:gd name="T27" fmla="*/ 137 h 591"/>
                  <a:gd name="T28" fmla="*/ 0 w 489"/>
                  <a:gd name="T29" fmla="*/ 113 h 591"/>
                  <a:gd name="T30" fmla="*/ 0 w 489"/>
                  <a:gd name="T31" fmla="*/ 566 h 591"/>
                  <a:gd name="T32" fmla="*/ 489 w 489"/>
                  <a:gd name="T33" fmla="*/ 566 h 591"/>
                  <a:gd name="T34" fmla="*/ 489 w 489"/>
                  <a:gd name="T35" fmla="*/ 591 h 591"/>
                  <a:gd name="T36" fmla="*/ 0 w 489"/>
                  <a:gd name="T37" fmla="*/ 591 h 591"/>
                  <a:gd name="T38" fmla="*/ 0 w 489"/>
                  <a:gd name="T39" fmla="*/ 566 h 591"/>
                  <a:gd name="T40" fmla="*/ 0 w 489"/>
                  <a:gd name="T41" fmla="*/ 453 h 591"/>
                  <a:gd name="T42" fmla="*/ 489 w 489"/>
                  <a:gd name="T43" fmla="*/ 453 h 591"/>
                  <a:gd name="T44" fmla="*/ 489 w 489"/>
                  <a:gd name="T45" fmla="*/ 477 h 591"/>
                  <a:gd name="T46" fmla="*/ 0 w 489"/>
                  <a:gd name="T47" fmla="*/ 478 h 591"/>
                  <a:gd name="T48" fmla="*/ 0 w 489"/>
                  <a:gd name="T49" fmla="*/ 453 h 591"/>
                  <a:gd name="T50" fmla="*/ 0 w 489"/>
                  <a:gd name="T51" fmla="*/ 340 h 591"/>
                  <a:gd name="T52" fmla="*/ 489 w 489"/>
                  <a:gd name="T53" fmla="*/ 340 h 591"/>
                  <a:gd name="T54" fmla="*/ 489 w 489"/>
                  <a:gd name="T55" fmla="*/ 364 h 591"/>
                  <a:gd name="T56" fmla="*/ 0 w 489"/>
                  <a:gd name="T57" fmla="*/ 364 h 591"/>
                  <a:gd name="T58" fmla="*/ 0 w 489"/>
                  <a:gd name="T59" fmla="*/ 340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89" h="591">
                    <a:moveTo>
                      <a:pt x="0" y="226"/>
                    </a:moveTo>
                    <a:lnTo>
                      <a:pt x="489" y="226"/>
                    </a:lnTo>
                    <a:lnTo>
                      <a:pt x="489" y="251"/>
                    </a:lnTo>
                    <a:lnTo>
                      <a:pt x="0" y="251"/>
                    </a:lnTo>
                    <a:lnTo>
                      <a:pt x="0" y="226"/>
                    </a:lnTo>
                    <a:close/>
                    <a:moveTo>
                      <a:pt x="0" y="0"/>
                    </a:moveTo>
                    <a:lnTo>
                      <a:pt x="489" y="0"/>
                    </a:lnTo>
                    <a:lnTo>
                      <a:pt x="489" y="24"/>
                    </a:lnTo>
                    <a:lnTo>
                      <a:pt x="0" y="24"/>
                    </a:lnTo>
                    <a:lnTo>
                      <a:pt x="0" y="0"/>
                    </a:lnTo>
                    <a:close/>
                    <a:moveTo>
                      <a:pt x="0" y="113"/>
                    </a:moveTo>
                    <a:lnTo>
                      <a:pt x="489" y="113"/>
                    </a:lnTo>
                    <a:lnTo>
                      <a:pt x="489" y="137"/>
                    </a:lnTo>
                    <a:lnTo>
                      <a:pt x="0" y="137"/>
                    </a:lnTo>
                    <a:lnTo>
                      <a:pt x="0" y="113"/>
                    </a:lnTo>
                    <a:close/>
                    <a:moveTo>
                      <a:pt x="0" y="566"/>
                    </a:moveTo>
                    <a:lnTo>
                      <a:pt x="489" y="566"/>
                    </a:lnTo>
                    <a:lnTo>
                      <a:pt x="489" y="591"/>
                    </a:lnTo>
                    <a:lnTo>
                      <a:pt x="0" y="591"/>
                    </a:lnTo>
                    <a:lnTo>
                      <a:pt x="0" y="566"/>
                    </a:lnTo>
                    <a:close/>
                    <a:moveTo>
                      <a:pt x="0" y="453"/>
                    </a:moveTo>
                    <a:lnTo>
                      <a:pt x="489" y="453"/>
                    </a:lnTo>
                    <a:lnTo>
                      <a:pt x="489" y="477"/>
                    </a:lnTo>
                    <a:lnTo>
                      <a:pt x="0" y="478"/>
                    </a:lnTo>
                    <a:lnTo>
                      <a:pt x="0" y="453"/>
                    </a:lnTo>
                    <a:close/>
                    <a:moveTo>
                      <a:pt x="0" y="340"/>
                    </a:moveTo>
                    <a:lnTo>
                      <a:pt x="489" y="340"/>
                    </a:lnTo>
                    <a:lnTo>
                      <a:pt x="489" y="364"/>
                    </a:lnTo>
                    <a:lnTo>
                      <a:pt x="0" y="364"/>
                    </a:lnTo>
                    <a:lnTo>
                      <a:pt x="0" y="3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Rectangle 159">
                <a:extLst>
                  <a:ext uri="{FF2B5EF4-FFF2-40B4-BE49-F238E27FC236}">
                    <a16:creationId xmlns:a16="http://schemas.microsoft.com/office/drawing/2014/main" id="{D8AB1B77-57D6-0061-F913-5FC1F4490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5600" y="3643313"/>
                <a:ext cx="527050" cy="5810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Freeform 160">
                <a:extLst>
                  <a:ext uri="{FF2B5EF4-FFF2-40B4-BE49-F238E27FC236}">
                    <a16:creationId xmlns:a16="http://schemas.microsoft.com/office/drawing/2014/main" id="{6AD3EEEC-9E0A-43CB-F00E-9D79517A8C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43375" y="3494088"/>
                <a:ext cx="571500" cy="149225"/>
              </a:xfrm>
              <a:custGeom>
                <a:avLst/>
                <a:gdLst>
                  <a:gd name="T0" fmla="*/ 991 w 1025"/>
                  <a:gd name="T1" fmla="*/ 267 h 267"/>
                  <a:gd name="T2" fmla="*/ 513 w 1025"/>
                  <a:gd name="T3" fmla="*/ 267 h 267"/>
                  <a:gd name="T4" fmla="*/ 34 w 1025"/>
                  <a:gd name="T5" fmla="*/ 267 h 267"/>
                  <a:gd name="T6" fmla="*/ 0 w 1025"/>
                  <a:gd name="T7" fmla="*/ 233 h 267"/>
                  <a:gd name="T8" fmla="*/ 0 w 1025"/>
                  <a:gd name="T9" fmla="*/ 182 h 267"/>
                  <a:gd name="T10" fmla="*/ 34 w 1025"/>
                  <a:gd name="T11" fmla="*/ 148 h 267"/>
                  <a:gd name="T12" fmla="*/ 379 w 1025"/>
                  <a:gd name="T13" fmla="*/ 148 h 267"/>
                  <a:gd name="T14" fmla="*/ 379 w 1025"/>
                  <a:gd name="T15" fmla="*/ 133 h 267"/>
                  <a:gd name="T16" fmla="*/ 513 w 1025"/>
                  <a:gd name="T17" fmla="*/ 0 h 267"/>
                  <a:gd name="T18" fmla="*/ 647 w 1025"/>
                  <a:gd name="T19" fmla="*/ 133 h 267"/>
                  <a:gd name="T20" fmla="*/ 646 w 1025"/>
                  <a:gd name="T21" fmla="*/ 148 h 267"/>
                  <a:gd name="T22" fmla="*/ 991 w 1025"/>
                  <a:gd name="T23" fmla="*/ 148 h 267"/>
                  <a:gd name="T24" fmla="*/ 1025 w 1025"/>
                  <a:gd name="T25" fmla="*/ 182 h 267"/>
                  <a:gd name="T26" fmla="*/ 1025 w 1025"/>
                  <a:gd name="T27" fmla="*/ 233 h 267"/>
                  <a:gd name="T28" fmla="*/ 991 w 1025"/>
                  <a:gd name="T29" fmla="*/ 267 h 267"/>
                  <a:gd name="T30" fmla="*/ 513 w 1025"/>
                  <a:gd name="T31" fmla="*/ 82 h 267"/>
                  <a:gd name="T32" fmla="*/ 461 w 1025"/>
                  <a:gd name="T33" fmla="*/ 133 h 267"/>
                  <a:gd name="T34" fmla="*/ 513 w 1025"/>
                  <a:gd name="T35" fmla="*/ 185 h 267"/>
                  <a:gd name="T36" fmla="*/ 564 w 1025"/>
                  <a:gd name="T37" fmla="*/ 133 h 267"/>
                  <a:gd name="T38" fmla="*/ 513 w 1025"/>
                  <a:gd name="T39" fmla="*/ 82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25" h="267">
                    <a:moveTo>
                      <a:pt x="991" y="267"/>
                    </a:moveTo>
                    <a:cubicBezTo>
                      <a:pt x="513" y="267"/>
                      <a:pt x="513" y="267"/>
                      <a:pt x="513" y="267"/>
                    </a:cubicBezTo>
                    <a:cubicBezTo>
                      <a:pt x="34" y="267"/>
                      <a:pt x="34" y="267"/>
                      <a:pt x="34" y="267"/>
                    </a:cubicBezTo>
                    <a:cubicBezTo>
                      <a:pt x="15" y="267"/>
                      <a:pt x="0" y="252"/>
                      <a:pt x="0" y="23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63"/>
                      <a:pt x="15" y="148"/>
                      <a:pt x="34" y="148"/>
                    </a:cubicBezTo>
                    <a:cubicBezTo>
                      <a:pt x="379" y="148"/>
                      <a:pt x="379" y="148"/>
                      <a:pt x="379" y="148"/>
                    </a:cubicBezTo>
                    <a:cubicBezTo>
                      <a:pt x="379" y="143"/>
                      <a:pt x="379" y="138"/>
                      <a:pt x="379" y="133"/>
                    </a:cubicBezTo>
                    <a:cubicBezTo>
                      <a:pt x="379" y="60"/>
                      <a:pt x="439" y="0"/>
                      <a:pt x="513" y="0"/>
                    </a:cubicBezTo>
                    <a:cubicBezTo>
                      <a:pt x="586" y="0"/>
                      <a:pt x="647" y="60"/>
                      <a:pt x="647" y="133"/>
                    </a:cubicBezTo>
                    <a:cubicBezTo>
                      <a:pt x="647" y="138"/>
                      <a:pt x="646" y="143"/>
                      <a:pt x="646" y="148"/>
                    </a:cubicBezTo>
                    <a:cubicBezTo>
                      <a:pt x="991" y="148"/>
                      <a:pt x="991" y="148"/>
                      <a:pt x="991" y="148"/>
                    </a:cubicBezTo>
                    <a:cubicBezTo>
                      <a:pt x="1010" y="148"/>
                      <a:pt x="1025" y="163"/>
                      <a:pt x="1025" y="182"/>
                    </a:cubicBezTo>
                    <a:cubicBezTo>
                      <a:pt x="1025" y="233"/>
                      <a:pt x="1025" y="233"/>
                      <a:pt x="1025" y="233"/>
                    </a:cubicBezTo>
                    <a:cubicBezTo>
                      <a:pt x="1025" y="252"/>
                      <a:pt x="1010" y="267"/>
                      <a:pt x="991" y="267"/>
                    </a:cubicBezTo>
                    <a:close/>
                    <a:moveTo>
                      <a:pt x="513" y="82"/>
                    </a:moveTo>
                    <a:cubicBezTo>
                      <a:pt x="484" y="82"/>
                      <a:pt x="461" y="105"/>
                      <a:pt x="461" y="133"/>
                    </a:cubicBezTo>
                    <a:cubicBezTo>
                      <a:pt x="461" y="162"/>
                      <a:pt x="484" y="185"/>
                      <a:pt x="513" y="185"/>
                    </a:cubicBezTo>
                    <a:cubicBezTo>
                      <a:pt x="541" y="185"/>
                      <a:pt x="564" y="162"/>
                      <a:pt x="564" y="133"/>
                    </a:cubicBezTo>
                    <a:cubicBezTo>
                      <a:pt x="564" y="105"/>
                      <a:pt x="541" y="82"/>
                      <a:pt x="513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Freeform 161">
                <a:extLst>
                  <a:ext uri="{FF2B5EF4-FFF2-40B4-BE49-F238E27FC236}">
                    <a16:creationId xmlns:a16="http://schemas.microsoft.com/office/drawing/2014/main" id="{EE8CA54F-0B27-219B-30E4-EDE345C13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3375" y="3624263"/>
                <a:ext cx="571500" cy="19050"/>
              </a:xfrm>
              <a:custGeom>
                <a:avLst/>
                <a:gdLst>
                  <a:gd name="T0" fmla="*/ 991 w 1025"/>
                  <a:gd name="T1" fmla="*/ 34 h 34"/>
                  <a:gd name="T2" fmla="*/ 513 w 1025"/>
                  <a:gd name="T3" fmla="*/ 34 h 34"/>
                  <a:gd name="T4" fmla="*/ 34 w 1025"/>
                  <a:gd name="T5" fmla="*/ 34 h 34"/>
                  <a:gd name="T6" fmla="*/ 0 w 1025"/>
                  <a:gd name="T7" fmla="*/ 0 h 34"/>
                  <a:gd name="T8" fmla="*/ 0 w 1025"/>
                  <a:gd name="T9" fmla="*/ 0 h 34"/>
                  <a:gd name="T10" fmla="*/ 1025 w 1025"/>
                  <a:gd name="T11" fmla="*/ 0 h 34"/>
                  <a:gd name="T12" fmla="*/ 1025 w 1025"/>
                  <a:gd name="T13" fmla="*/ 0 h 34"/>
                  <a:gd name="T14" fmla="*/ 991 w 1025"/>
                  <a:gd name="T1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25" h="34">
                    <a:moveTo>
                      <a:pt x="991" y="34"/>
                    </a:moveTo>
                    <a:cubicBezTo>
                      <a:pt x="513" y="34"/>
                      <a:pt x="513" y="34"/>
                      <a:pt x="513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15" y="34"/>
                      <a:pt x="0" y="19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25" y="0"/>
                      <a:pt x="1025" y="0"/>
                      <a:pt x="1025" y="0"/>
                    </a:cubicBezTo>
                    <a:cubicBezTo>
                      <a:pt x="1025" y="0"/>
                      <a:pt x="1025" y="0"/>
                      <a:pt x="1025" y="0"/>
                    </a:cubicBezTo>
                    <a:cubicBezTo>
                      <a:pt x="1025" y="19"/>
                      <a:pt x="1010" y="34"/>
                      <a:pt x="991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Freeform 162">
                <a:extLst>
                  <a:ext uri="{FF2B5EF4-FFF2-40B4-BE49-F238E27FC236}">
                    <a16:creationId xmlns:a16="http://schemas.microsoft.com/office/drawing/2014/main" id="{5E02422D-8E55-128E-D3BE-7AF1BF0768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925" y="4138613"/>
                <a:ext cx="85725" cy="85725"/>
              </a:xfrm>
              <a:custGeom>
                <a:avLst/>
                <a:gdLst>
                  <a:gd name="T0" fmla="*/ 0 w 54"/>
                  <a:gd name="T1" fmla="*/ 54 h 54"/>
                  <a:gd name="T2" fmla="*/ 54 w 54"/>
                  <a:gd name="T3" fmla="*/ 0 h 54"/>
                  <a:gd name="T4" fmla="*/ 0 w 54"/>
                  <a:gd name="T5" fmla="*/ 0 h 54"/>
                  <a:gd name="T6" fmla="*/ 0 w 54"/>
                  <a:gd name="T7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54">
                    <a:moveTo>
                      <a:pt x="0" y="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Freeform 163">
                <a:extLst>
                  <a:ext uri="{FF2B5EF4-FFF2-40B4-BE49-F238E27FC236}">
                    <a16:creationId xmlns:a16="http://schemas.microsoft.com/office/drawing/2014/main" id="{2B412A14-ED50-595F-9D20-A4623E9B2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3743326"/>
                <a:ext cx="279400" cy="26988"/>
              </a:xfrm>
              <a:custGeom>
                <a:avLst/>
                <a:gdLst>
                  <a:gd name="T0" fmla="*/ 478 w 501"/>
                  <a:gd name="T1" fmla="*/ 0 h 47"/>
                  <a:gd name="T2" fmla="*/ 24 w 501"/>
                  <a:gd name="T3" fmla="*/ 0 h 47"/>
                  <a:gd name="T4" fmla="*/ 0 w 501"/>
                  <a:gd name="T5" fmla="*/ 23 h 47"/>
                  <a:gd name="T6" fmla="*/ 0 w 501"/>
                  <a:gd name="T7" fmla="*/ 23 h 47"/>
                  <a:gd name="T8" fmla="*/ 24 w 501"/>
                  <a:gd name="T9" fmla="*/ 47 h 47"/>
                  <a:gd name="T10" fmla="*/ 478 w 501"/>
                  <a:gd name="T11" fmla="*/ 47 h 47"/>
                  <a:gd name="T12" fmla="*/ 501 w 501"/>
                  <a:gd name="T13" fmla="*/ 23 h 47"/>
                  <a:gd name="T14" fmla="*/ 501 w 501"/>
                  <a:gd name="T15" fmla="*/ 23 h 47"/>
                  <a:gd name="T16" fmla="*/ 478 w 501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1" h="47">
                    <a:moveTo>
                      <a:pt x="47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36"/>
                      <a:pt x="11" y="47"/>
                      <a:pt x="24" y="47"/>
                    </a:cubicBezTo>
                    <a:cubicBezTo>
                      <a:pt x="478" y="47"/>
                      <a:pt x="478" y="47"/>
                      <a:pt x="478" y="47"/>
                    </a:cubicBezTo>
                    <a:cubicBezTo>
                      <a:pt x="490" y="47"/>
                      <a:pt x="501" y="36"/>
                      <a:pt x="501" y="23"/>
                    </a:cubicBezTo>
                    <a:cubicBezTo>
                      <a:pt x="501" y="23"/>
                      <a:pt x="501" y="23"/>
                      <a:pt x="501" y="23"/>
                    </a:cubicBezTo>
                    <a:cubicBezTo>
                      <a:pt x="501" y="11"/>
                      <a:pt x="490" y="0"/>
                      <a:pt x="47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Freeform 164">
                <a:extLst>
                  <a:ext uri="{FF2B5EF4-FFF2-40B4-BE49-F238E27FC236}">
                    <a16:creationId xmlns:a16="http://schemas.microsoft.com/office/drawing/2014/main" id="{290A6F83-95A8-D8E1-CBDE-B97E9B495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963" y="3889376"/>
                <a:ext cx="242887" cy="25400"/>
              </a:xfrm>
              <a:custGeom>
                <a:avLst/>
                <a:gdLst>
                  <a:gd name="T0" fmla="*/ 412 w 435"/>
                  <a:gd name="T1" fmla="*/ 0 h 46"/>
                  <a:gd name="T2" fmla="*/ 23 w 435"/>
                  <a:gd name="T3" fmla="*/ 0 h 46"/>
                  <a:gd name="T4" fmla="*/ 0 w 435"/>
                  <a:gd name="T5" fmla="*/ 23 h 46"/>
                  <a:gd name="T6" fmla="*/ 0 w 435"/>
                  <a:gd name="T7" fmla="*/ 23 h 46"/>
                  <a:gd name="T8" fmla="*/ 23 w 435"/>
                  <a:gd name="T9" fmla="*/ 46 h 46"/>
                  <a:gd name="T10" fmla="*/ 412 w 435"/>
                  <a:gd name="T11" fmla="*/ 46 h 46"/>
                  <a:gd name="T12" fmla="*/ 435 w 435"/>
                  <a:gd name="T13" fmla="*/ 23 h 46"/>
                  <a:gd name="T14" fmla="*/ 435 w 435"/>
                  <a:gd name="T15" fmla="*/ 23 h 46"/>
                  <a:gd name="T16" fmla="*/ 412 w 435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5" h="46">
                    <a:moveTo>
                      <a:pt x="412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36"/>
                      <a:pt x="10" y="46"/>
                      <a:pt x="23" y="46"/>
                    </a:cubicBezTo>
                    <a:cubicBezTo>
                      <a:pt x="412" y="46"/>
                      <a:pt x="412" y="46"/>
                      <a:pt x="412" y="46"/>
                    </a:cubicBezTo>
                    <a:cubicBezTo>
                      <a:pt x="425" y="46"/>
                      <a:pt x="435" y="36"/>
                      <a:pt x="435" y="23"/>
                    </a:cubicBezTo>
                    <a:cubicBezTo>
                      <a:pt x="435" y="23"/>
                      <a:pt x="435" y="23"/>
                      <a:pt x="435" y="23"/>
                    </a:cubicBezTo>
                    <a:cubicBezTo>
                      <a:pt x="435" y="10"/>
                      <a:pt x="425" y="0"/>
                      <a:pt x="4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Freeform 165">
                <a:extLst>
                  <a:ext uri="{FF2B5EF4-FFF2-40B4-BE49-F238E27FC236}">
                    <a16:creationId xmlns:a16="http://schemas.microsoft.com/office/drawing/2014/main" id="{F32D3240-F03C-004F-F9DF-8AA98B0326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6400" y="3697288"/>
                <a:ext cx="119062" cy="119063"/>
              </a:xfrm>
              <a:custGeom>
                <a:avLst/>
                <a:gdLst>
                  <a:gd name="T0" fmla="*/ 107 w 214"/>
                  <a:gd name="T1" fmla="*/ 0 h 214"/>
                  <a:gd name="T2" fmla="*/ 214 w 214"/>
                  <a:gd name="T3" fmla="*/ 107 h 214"/>
                  <a:gd name="T4" fmla="*/ 107 w 214"/>
                  <a:gd name="T5" fmla="*/ 214 h 214"/>
                  <a:gd name="T6" fmla="*/ 0 w 214"/>
                  <a:gd name="T7" fmla="*/ 107 h 214"/>
                  <a:gd name="T8" fmla="*/ 107 w 214"/>
                  <a:gd name="T9" fmla="*/ 0 h 214"/>
                  <a:gd name="T10" fmla="*/ 101 w 214"/>
                  <a:gd name="T11" fmla="*/ 63 h 214"/>
                  <a:gd name="T12" fmla="*/ 101 w 214"/>
                  <a:gd name="T13" fmla="*/ 163 h 214"/>
                  <a:gd name="T14" fmla="*/ 107 w 214"/>
                  <a:gd name="T15" fmla="*/ 169 h 214"/>
                  <a:gd name="T16" fmla="*/ 113 w 214"/>
                  <a:gd name="T17" fmla="*/ 163 h 214"/>
                  <a:gd name="T18" fmla="*/ 113 w 214"/>
                  <a:gd name="T19" fmla="*/ 52 h 214"/>
                  <a:gd name="T20" fmla="*/ 107 w 214"/>
                  <a:gd name="T21" fmla="*/ 46 h 214"/>
                  <a:gd name="T22" fmla="*/ 103 w 214"/>
                  <a:gd name="T23" fmla="*/ 47 h 214"/>
                  <a:gd name="T24" fmla="*/ 75 w 214"/>
                  <a:gd name="T25" fmla="*/ 67 h 214"/>
                  <a:gd name="T26" fmla="*/ 73 w 214"/>
                  <a:gd name="T27" fmla="*/ 72 h 214"/>
                  <a:gd name="T28" fmla="*/ 79 w 214"/>
                  <a:gd name="T29" fmla="*/ 77 h 214"/>
                  <a:gd name="T30" fmla="*/ 82 w 214"/>
                  <a:gd name="T31" fmla="*/ 76 h 214"/>
                  <a:gd name="T32" fmla="*/ 101 w 214"/>
                  <a:gd name="T33" fmla="*/ 63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4" h="214">
                    <a:moveTo>
                      <a:pt x="107" y="0"/>
                    </a:moveTo>
                    <a:cubicBezTo>
                      <a:pt x="166" y="0"/>
                      <a:pt x="214" y="48"/>
                      <a:pt x="214" y="107"/>
                    </a:cubicBezTo>
                    <a:cubicBezTo>
                      <a:pt x="214" y="166"/>
                      <a:pt x="166" y="214"/>
                      <a:pt x="107" y="214"/>
                    </a:cubicBezTo>
                    <a:cubicBezTo>
                      <a:pt x="48" y="214"/>
                      <a:pt x="0" y="166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lose/>
                    <a:moveTo>
                      <a:pt x="101" y="63"/>
                    </a:moveTo>
                    <a:cubicBezTo>
                      <a:pt x="101" y="163"/>
                      <a:pt x="101" y="163"/>
                      <a:pt x="101" y="163"/>
                    </a:cubicBezTo>
                    <a:cubicBezTo>
                      <a:pt x="101" y="166"/>
                      <a:pt x="104" y="169"/>
                      <a:pt x="107" y="169"/>
                    </a:cubicBezTo>
                    <a:cubicBezTo>
                      <a:pt x="110" y="169"/>
                      <a:pt x="113" y="166"/>
                      <a:pt x="113" y="163"/>
                    </a:cubicBezTo>
                    <a:cubicBezTo>
                      <a:pt x="113" y="52"/>
                      <a:pt x="113" y="52"/>
                      <a:pt x="113" y="52"/>
                    </a:cubicBezTo>
                    <a:cubicBezTo>
                      <a:pt x="113" y="49"/>
                      <a:pt x="110" y="46"/>
                      <a:pt x="107" y="46"/>
                    </a:cubicBezTo>
                    <a:cubicBezTo>
                      <a:pt x="106" y="46"/>
                      <a:pt x="105" y="47"/>
                      <a:pt x="103" y="47"/>
                    </a:cubicBezTo>
                    <a:cubicBezTo>
                      <a:pt x="75" y="67"/>
                      <a:pt x="75" y="67"/>
                      <a:pt x="75" y="67"/>
                    </a:cubicBezTo>
                    <a:cubicBezTo>
                      <a:pt x="74" y="68"/>
                      <a:pt x="73" y="70"/>
                      <a:pt x="73" y="72"/>
                    </a:cubicBezTo>
                    <a:cubicBezTo>
                      <a:pt x="73" y="75"/>
                      <a:pt x="76" y="77"/>
                      <a:pt x="79" y="77"/>
                    </a:cubicBezTo>
                    <a:cubicBezTo>
                      <a:pt x="80" y="77"/>
                      <a:pt x="81" y="77"/>
                      <a:pt x="82" y="76"/>
                    </a:cubicBezTo>
                    <a:lnTo>
                      <a:pt x="101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 166">
                <a:extLst>
                  <a:ext uri="{FF2B5EF4-FFF2-40B4-BE49-F238E27FC236}">
                    <a16:creationId xmlns:a16="http://schemas.microsoft.com/office/drawing/2014/main" id="{0CB6FDFA-E93C-4BC7-0507-133BA3793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4035426"/>
                <a:ext cx="279400" cy="25400"/>
              </a:xfrm>
              <a:custGeom>
                <a:avLst/>
                <a:gdLst>
                  <a:gd name="T0" fmla="*/ 478 w 501"/>
                  <a:gd name="T1" fmla="*/ 0 h 46"/>
                  <a:gd name="T2" fmla="*/ 24 w 501"/>
                  <a:gd name="T3" fmla="*/ 0 h 46"/>
                  <a:gd name="T4" fmla="*/ 0 w 501"/>
                  <a:gd name="T5" fmla="*/ 23 h 46"/>
                  <a:gd name="T6" fmla="*/ 0 w 501"/>
                  <a:gd name="T7" fmla="*/ 23 h 46"/>
                  <a:gd name="T8" fmla="*/ 24 w 501"/>
                  <a:gd name="T9" fmla="*/ 46 h 46"/>
                  <a:gd name="T10" fmla="*/ 478 w 501"/>
                  <a:gd name="T11" fmla="*/ 46 h 46"/>
                  <a:gd name="T12" fmla="*/ 501 w 501"/>
                  <a:gd name="T13" fmla="*/ 23 h 46"/>
                  <a:gd name="T14" fmla="*/ 501 w 501"/>
                  <a:gd name="T15" fmla="*/ 23 h 46"/>
                  <a:gd name="T16" fmla="*/ 478 w 501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1" h="46">
                    <a:moveTo>
                      <a:pt x="47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0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36"/>
                      <a:pt x="11" y="46"/>
                      <a:pt x="24" y="46"/>
                    </a:cubicBezTo>
                    <a:cubicBezTo>
                      <a:pt x="478" y="46"/>
                      <a:pt x="478" y="46"/>
                      <a:pt x="478" y="46"/>
                    </a:cubicBezTo>
                    <a:cubicBezTo>
                      <a:pt x="490" y="46"/>
                      <a:pt x="501" y="36"/>
                      <a:pt x="501" y="23"/>
                    </a:cubicBezTo>
                    <a:cubicBezTo>
                      <a:pt x="501" y="23"/>
                      <a:pt x="501" y="23"/>
                      <a:pt x="501" y="23"/>
                    </a:cubicBezTo>
                    <a:cubicBezTo>
                      <a:pt x="501" y="10"/>
                      <a:pt x="490" y="0"/>
                      <a:pt x="47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Freeform 167">
                <a:extLst>
                  <a:ext uri="{FF2B5EF4-FFF2-40B4-BE49-F238E27FC236}">
                    <a16:creationId xmlns:a16="http://schemas.microsoft.com/office/drawing/2014/main" id="{B40B7D1C-B007-D77F-3FD6-A553AF17B5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8950" y="3843338"/>
                <a:ext cx="119062" cy="119063"/>
              </a:xfrm>
              <a:custGeom>
                <a:avLst/>
                <a:gdLst>
                  <a:gd name="T0" fmla="*/ 107 w 214"/>
                  <a:gd name="T1" fmla="*/ 0 h 214"/>
                  <a:gd name="T2" fmla="*/ 214 w 214"/>
                  <a:gd name="T3" fmla="*/ 107 h 214"/>
                  <a:gd name="T4" fmla="*/ 107 w 214"/>
                  <a:gd name="T5" fmla="*/ 214 h 214"/>
                  <a:gd name="T6" fmla="*/ 0 w 214"/>
                  <a:gd name="T7" fmla="*/ 107 h 214"/>
                  <a:gd name="T8" fmla="*/ 107 w 214"/>
                  <a:gd name="T9" fmla="*/ 0 h 214"/>
                  <a:gd name="T10" fmla="*/ 72 w 214"/>
                  <a:gd name="T11" fmla="*/ 68 h 214"/>
                  <a:gd name="T12" fmla="*/ 71 w 214"/>
                  <a:gd name="T13" fmla="*/ 69 h 214"/>
                  <a:gd name="T14" fmla="*/ 77 w 214"/>
                  <a:gd name="T15" fmla="*/ 75 h 214"/>
                  <a:gd name="T16" fmla="*/ 82 w 214"/>
                  <a:gd name="T17" fmla="*/ 72 h 214"/>
                  <a:gd name="T18" fmla="*/ 107 w 214"/>
                  <a:gd name="T19" fmla="*/ 55 h 214"/>
                  <a:gd name="T20" fmla="*/ 134 w 214"/>
                  <a:gd name="T21" fmla="*/ 79 h 214"/>
                  <a:gd name="T22" fmla="*/ 67 w 214"/>
                  <a:gd name="T23" fmla="*/ 161 h 214"/>
                  <a:gd name="T24" fmla="*/ 73 w 214"/>
                  <a:gd name="T25" fmla="*/ 167 h 214"/>
                  <a:gd name="T26" fmla="*/ 142 w 214"/>
                  <a:gd name="T27" fmla="*/ 167 h 214"/>
                  <a:gd name="T28" fmla="*/ 147 w 214"/>
                  <a:gd name="T29" fmla="*/ 161 h 214"/>
                  <a:gd name="T30" fmla="*/ 142 w 214"/>
                  <a:gd name="T31" fmla="*/ 155 h 214"/>
                  <a:gd name="T32" fmla="*/ 79 w 214"/>
                  <a:gd name="T33" fmla="*/ 155 h 214"/>
                  <a:gd name="T34" fmla="*/ 145 w 214"/>
                  <a:gd name="T35" fmla="*/ 79 h 214"/>
                  <a:gd name="T36" fmla="*/ 107 w 214"/>
                  <a:gd name="T37" fmla="*/ 45 h 214"/>
                  <a:gd name="T38" fmla="*/ 72 w 214"/>
                  <a:gd name="T39" fmla="*/ 68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4" h="214">
                    <a:moveTo>
                      <a:pt x="107" y="0"/>
                    </a:moveTo>
                    <a:cubicBezTo>
                      <a:pt x="166" y="0"/>
                      <a:pt x="214" y="48"/>
                      <a:pt x="214" y="107"/>
                    </a:cubicBezTo>
                    <a:cubicBezTo>
                      <a:pt x="214" y="166"/>
                      <a:pt x="166" y="214"/>
                      <a:pt x="107" y="214"/>
                    </a:cubicBezTo>
                    <a:cubicBezTo>
                      <a:pt x="48" y="214"/>
                      <a:pt x="0" y="166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lose/>
                    <a:moveTo>
                      <a:pt x="72" y="68"/>
                    </a:moveTo>
                    <a:cubicBezTo>
                      <a:pt x="71" y="69"/>
                      <a:pt x="71" y="69"/>
                      <a:pt x="71" y="69"/>
                    </a:cubicBezTo>
                    <a:cubicBezTo>
                      <a:pt x="71" y="73"/>
                      <a:pt x="74" y="75"/>
                      <a:pt x="77" y="75"/>
                    </a:cubicBezTo>
                    <a:cubicBezTo>
                      <a:pt x="79" y="75"/>
                      <a:pt x="81" y="74"/>
                      <a:pt x="82" y="72"/>
                    </a:cubicBezTo>
                    <a:cubicBezTo>
                      <a:pt x="86" y="63"/>
                      <a:pt x="93" y="55"/>
                      <a:pt x="107" y="55"/>
                    </a:cubicBezTo>
                    <a:cubicBezTo>
                      <a:pt x="124" y="55"/>
                      <a:pt x="134" y="65"/>
                      <a:pt x="134" y="79"/>
                    </a:cubicBezTo>
                    <a:cubicBezTo>
                      <a:pt x="134" y="118"/>
                      <a:pt x="67" y="122"/>
                      <a:pt x="67" y="161"/>
                    </a:cubicBezTo>
                    <a:cubicBezTo>
                      <a:pt x="67" y="164"/>
                      <a:pt x="70" y="167"/>
                      <a:pt x="73" y="167"/>
                    </a:cubicBezTo>
                    <a:cubicBezTo>
                      <a:pt x="142" y="167"/>
                      <a:pt x="142" y="167"/>
                      <a:pt x="142" y="167"/>
                    </a:cubicBezTo>
                    <a:cubicBezTo>
                      <a:pt x="144" y="167"/>
                      <a:pt x="147" y="164"/>
                      <a:pt x="147" y="161"/>
                    </a:cubicBezTo>
                    <a:cubicBezTo>
                      <a:pt x="147" y="158"/>
                      <a:pt x="144" y="155"/>
                      <a:pt x="142" y="155"/>
                    </a:cubicBezTo>
                    <a:cubicBezTo>
                      <a:pt x="79" y="155"/>
                      <a:pt x="79" y="155"/>
                      <a:pt x="79" y="155"/>
                    </a:cubicBezTo>
                    <a:cubicBezTo>
                      <a:pt x="79" y="134"/>
                      <a:pt x="145" y="122"/>
                      <a:pt x="145" y="79"/>
                    </a:cubicBezTo>
                    <a:cubicBezTo>
                      <a:pt x="145" y="58"/>
                      <a:pt x="131" y="45"/>
                      <a:pt x="107" y="45"/>
                    </a:cubicBezTo>
                    <a:cubicBezTo>
                      <a:pt x="89" y="45"/>
                      <a:pt x="77" y="53"/>
                      <a:pt x="7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Freeform 168">
                <a:extLst>
                  <a:ext uri="{FF2B5EF4-FFF2-40B4-BE49-F238E27FC236}">
                    <a16:creationId xmlns:a16="http://schemas.microsoft.com/office/drawing/2014/main" id="{77053DD1-481F-986F-3D75-324768E6F5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6400" y="3987801"/>
                <a:ext cx="119062" cy="119063"/>
              </a:xfrm>
              <a:custGeom>
                <a:avLst/>
                <a:gdLst>
                  <a:gd name="T0" fmla="*/ 107 w 214"/>
                  <a:gd name="T1" fmla="*/ 0 h 214"/>
                  <a:gd name="T2" fmla="*/ 214 w 214"/>
                  <a:gd name="T3" fmla="*/ 107 h 214"/>
                  <a:gd name="T4" fmla="*/ 107 w 214"/>
                  <a:gd name="T5" fmla="*/ 214 h 214"/>
                  <a:gd name="T6" fmla="*/ 0 w 214"/>
                  <a:gd name="T7" fmla="*/ 107 h 214"/>
                  <a:gd name="T8" fmla="*/ 107 w 214"/>
                  <a:gd name="T9" fmla="*/ 0 h 214"/>
                  <a:gd name="T10" fmla="*/ 108 w 214"/>
                  <a:gd name="T11" fmla="*/ 93 h 214"/>
                  <a:gd name="T12" fmla="*/ 141 w 214"/>
                  <a:gd name="T13" fmla="*/ 55 h 214"/>
                  <a:gd name="T14" fmla="*/ 143 w 214"/>
                  <a:gd name="T15" fmla="*/ 51 h 214"/>
                  <a:gd name="T16" fmla="*/ 137 w 214"/>
                  <a:gd name="T17" fmla="*/ 46 h 214"/>
                  <a:gd name="T18" fmla="*/ 79 w 214"/>
                  <a:gd name="T19" fmla="*/ 46 h 214"/>
                  <a:gd name="T20" fmla="*/ 74 w 214"/>
                  <a:gd name="T21" fmla="*/ 51 h 214"/>
                  <a:gd name="T22" fmla="*/ 79 w 214"/>
                  <a:gd name="T23" fmla="*/ 57 h 214"/>
                  <a:gd name="T24" fmla="*/ 125 w 214"/>
                  <a:gd name="T25" fmla="*/ 57 h 214"/>
                  <a:gd name="T26" fmla="*/ 92 w 214"/>
                  <a:gd name="T27" fmla="*/ 95 h 214"/>
                  <a:gd name="T28" fmla="*/ 91 w 214"/>
                  <a:gd name="T29" fmla="*/ 98 h 214"/>
                  <a:gd name="T30" fmla="*/ 96 w 214"/>
                  <a:gd name="T31" fmla="*/ 104 h 214"/>
                  <a:gd name="T32" fmla="*/ 109 w 214"/>
                  <a:gd name="T33" fmla="*/ 104 h 214"/>
                  <a:gd name="T34" fmla="*/ 136 w 214"/>
                  <a:gd name="T35" fmla="*/ 131 h 214"/>
                  <a:gd name="T36" fmla="*/ 106 w 214"/>
                  <a:gd name="T37" fmla="*/ 157 h 214"/>
                  <a:gd name="T38" fmla="*/ 77 w 214"/>
                  <a:gd name="T39" fmla="*/ 142 h 214"/>
                  <a:gd name="T40" fmla="*/ 73 w 214"/>
                  <a:gd name="T41" fmla="*/ 140 h 214"/>
                  <a:gd name="T42" fmla="*/ 67 w 214"/>
                  <a:gd name="T43" fmla="*/ 145 h 214"/>
                  <a:gd name="T44" fmla="*/ 68 w 214"/>
                  <a:gd name="T45" fmla="*/ 148 h 214"/>
                  <a:gd name="T46" fmla="*/ 106 w 214"/>
                  <a:gd name="T47" fmla="*/ 168 h 214"/>
                  <a:gd name="T48" fmla="*/ 147 w 214"/>
                  <a:gd name="T49" fmla="*/ 131 h 214"/>
                  <a:gd name="T50" fmla="*/ 110 w 214"/>
                  <a:gd name="T51" fmla="*/ 93 h 214"/>
                  <a:gd name="T52" fmla="*/ 108 w 214"/>
                  <a:gd name="T53" fmla="*/ 93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4" h="214">
                    <a:moveTo>
                      <a:pt x="107" y="0"/>
                    </a:moveTo>
                    <a:cubicBezTo>
                      <a:pt x="166" y="0"/>
                      <a:pt x="214" y="48"/>
                      <a:pt x="214" y="107"/>
                    </a:cubicBezTo>
                    <a:cubicBezTo>
                      <a:pt x="214" y="166"/>
                      <a:pt x="166" y="214"/>
                      <a:pt x="107" y="214"/>
                    </a:cubicBezTo>
                    <a:cubicBezTo>
                      <a:pt x="48" y="214"/>
                      <a:pt x="0" y="166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lose/>
                    <a:moveTo>
                      <a:pt x="108" y="93"/>
                    </a:moveTo>
                    <a:cubicBezTo>
                      <a:pt x="141" y="55"/>
                      <a:pt x="141" y="55"/>
                      <a:pt x="141" y="55"/>
                    </a:cubicBezTo>
                    <a:cubicBezTo>
                      <a:pt x="142" y="54"/>
                      <a:pt x="143" y="53"/>
                      <a:pt x="143" y="51"/>
                    </a:cubicBezTo>
                    <a:cubicBezTo>
                      <a:pt x="143" y="48"/>
                      <a:pt x="140" y="46"/>
                      <a:pt x="137" y="46"/>
                    </a:cubicBezTo>
                    <a:cubicBezTo>
                      <a:pt x="79" y="46"/>
                      <a:pt x="79" y="46"/>
                      <a:pt x="79" y="46"/>
                    </a:cubicBezTo>
                    <a:cubicBezTo>
                      <a:pt x="76" y="46"/>
                      <a:pt x="74" y="48"/>
                      <a:pt x="74" y="51"/>
                    </a:cubicBezTo>
                    <a:cubicBezTo>
                      <a:pt x="74" y="54"/>
                      <a:pt x="76" y="57"/>
                      <a:pt x="79" y="57"/>
                    </a:cubicBezTo>
                    <a:cubicBezTo>
                      <a:pt x="125" y="57"/>
                      <a:pt x="125" y="57"/>
                      <a:pt x="125" y="57"/>
                    </a:cubicBezTo>
                    <a:cubicBezTo>
                      <a:pt x="92" y="95"/>
                      <a:pt x="92" y="95"/>
                      <a:pt x="92" y="95"/>
                    </a:cubicBezTo>
                    <a:cubicBezTo>
                      <a:pt x="92" y="96"/>
                      <a:pt x="91" y="97"/>
                      <a:pt x="91" y="98"/>
                    </a:cubicBezTo>
                    <a:cubicBezTo>
                      <a:pt x="91" y="102"/>
                      <a:pt x="93" y="104"/>
                      <a:pt x="96" y="104"/>
                    </a:cubicBezTo>
                    <a:cubicBezTo>
                      <a:pt x="109" y="104"/>
                      <a:pt x="109" y="104"/>
                      <a:pt x="109" y="104"/>
                    </a:cubicBezTo>
                    <a:cubicBezTo>
                      <a:pt x="129" y="104"/>
                      <a:pt x="136" y="115"/>
                      <a:pt x="136" y="131"/>
                    </a:cubicBezTo>
                    <a:cubicBezTo>
                      <a:pt x="136" y="148"/>
                      <a:pt x="126" y="157"/>
                      <a:pt x="106" y="157"/>
                    </a:cubicBezTo>
                    <a:cubicBezTo>
                      <a:pt x="92" y="157"/>
                      <a:pt x="83" y="151"/>
                      <a:pt x="77" y="142"/>
                    </a:cubicBezTo>
                    <a:cubicBezTo>
                      <a:pt x="76" y="140"/>
                      <a:pt x="74" y="140"/>
                      <a:pt x="73" y="140"/>
                    </a:cubicBezTo>
                    <a:cubicBezTo>
                      <a:pt x="70" y="140"/>
                      <a:pt x="67" y="142"/>
                      <a:pt x="67" y="145"/>
                    </a:cubicBezTo>
                    <a:cubicBezTo>
                      <a:pt x="67" y="146"/>
                      <a:pt x="68" y="147"/>
                      <a:pt x="68" y="148"/>
                    </a:cubicBezTo>
                    <a:cubicBezTo>
                      <a:pt x="75" y="159"/>
                      <a:pt x="87" y="168"/>
                      <a:pt x="106" y="168"/>
                    </a:cubicBezTo>
                    <a:cubicBezTo>
                      <a:pt x="133" y="168"/>
                      <a:pt x="147" y="155"/>
                      <a:pt x="147" y="131"/>
                    </a:cubicBezTo>
                    <a:cubicBezTo>
                      <a:pt x="147" y="112"/>
                      <a:pt x="139" y="93"/>
                      <a:pt x="110" y="93"/>
                    </a:cubicBezTo>
                    <a:lnTo>
                      <a:pt x="108" y="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1" name="Freeform 169">
                <a:extLst>
                  <a:ext uri="{FF2B5EF4-FFF2-40B4-BE49-F238E27FC236}">
                    <a16:creationId xmlns:a16="http://schemas.microsoft.com/office/drawing/2014/main" id="{EE90B80C-9358-8795-44FA-0064DFC6C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213" y="4195763"/>
                <a:ext cx="300037" cy="104775"/>
              </a:xfrm>
              <a:custGeom>
                <a:avLst/>
                <a:gdLst>
                  <a:gd name="T0" fmla="*/ 269 w 538"/>
                  <a:gd name="T1" fmla="*/ 149 h 186"/>
                  <a:gd name="T2" fmla="*/ 414 w 538"/>
                  <a:gd name="T3" fmla="*/ 186 h 186"/>
                  <a:gd name="T4" fmla="*/ 419 w 538"/>
                  <a:gd name="T5" fmla="*/ 0 h 186"/>
                  <a:gd name="T6" fmla="*/ 272 w 538"/>
                  <a:gd name="T7" fmla="*/ 36 h 186"/>
                  <a:gd name="T8" fmla="*/ 269 w 538"/>
                  <a:gd name="T9" fmla="*/ 149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8" h="186">
                    <a:moveTo>
                      <a:pt x="269" y="149"/>
                    </a:moveTo>
                    <a:cubicBezTo>
                      <a:pt x="414" y="186"/>
                      <a:pt x="414" y="186"/>
                      <a:pt x="414" y="186"/>
                    </a:cubicBezTo>
                    <a:cubicBezTo>
                      <a:pt x="525" y="123"/>
                      <a:pt x="538" y="61"/>
                      <a:pt x="419" y="0"/>
                    </a:cubicBezTo>
                    <a:cubicBezTo>
                      <a:pt x="272" y="36"/>
                      <a:pt x="272" y="36"/>
                      <a:pt x="272" y="36"/>
                    </a:cubicBezTo>
                    <a:cubicBezTo>
                      <a:pt x="0" y="104"/>
                      <a:pt x="6" y="80"/>
                      <a:pt x="269" y="1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Freeform 170">
                <a:extLst>
                  <a:ext uri="{FF2B5EF4-FFF2-40B4-BE49-F238E27FC236}">
                    <a16:creationId xmlns:a16="http://schemas.microsoft.com/office/drawing/2014/main" id="{2341D45F-FABD-CA5C-8AD2-53CFEEFA0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8325" y="4224338"/>
                <a:ext cx="114300" cy="46038"/>
              </a:xfrm>
              <a:custGeom>
                <a:avLst/>
                <a:gdLst>
                  <a:gd name="T0" fmla="*/ 179 w 205"/>
                  <a:gd name="T1" fmla="*/ 0 h 80"/>
                  <a:gd name="T2" fmla="*/ 177 w 205"/>
                  <a:gd name="T3" fmla="*/ 80 h 80"/>
                  <a:gd name="T4" fmla="*/ 204 w 205"/>
                  <a:gd name="T5" fmla="*/ 40 h 80"/>
                  <a:gd name="T6" fmla="*/ 179 w 205"/>
                  <a:gd name="T7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5" h="80">
                    <a:moveTo>
                      <a:pt x="179" y="0"/>
                    </a:moveTo>
                    <a:cubicBezTo>
                      <a:pt x="0" y="43"/>
                      <a:pt x="4" y="38"/>
                      <a:pt x="177" y="80"/>
                    </a:cubicBezTo>
                    <a:cubicBezTo>
                      <a:pt x="194" y="70"/>
                      <a:pt x="204" y="56"/>
                      <a:pt x="204" y="40"/>
                    </a:cubicBezTo>
                    <a:cubicBezTo>
                      <a:pt x="205" y="25"/>
                      <a:pt x="195" y="11"/>
                      <a:pt x="17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Freeform 171">
                <a:extLst>
                  <a:ext uri="{FF2B5EF4-FFF2-40B4-BE49-F238E27FC236}">
                    <a16:creationId xmlns:a16="http://schemas.microsoft.com/office/drawing/2014/main" id="{75E2EFA8-C4C3-60B5-C325-9B4FE18D5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463" y="4187826"/>
                <a:ext cx="608012" cy="41275"/>
              </a:xfrm>
              <a:custGeom>
                <a:avLst/>
                <a:gdLst>
                  <a:gd name="T0" fmla="*/ 928 w 1088"/>
                  <a:gd name="T1" fmla="*/ 73 h 74"/>
                  <a:gd name="T2" fmla="*/ 841 w 1088"/>
                  <a:gd name="T3" fmla="*/ 73 h 74"/>
                  <a:gd name="T4" fmla="*/ 71 w 1088"/>
                  <a:gd name="T5" fmla="*/ 72 h 74"/>
                  <a:gd name="T6" fmla="*/ 0 w 1088"/>
                  <a:gd name="T7" fmla="*/ 36 h 74"/>
                  <a:gd name="T8" fmla="*/ 0 w 1088"/>
                  <a:gd name="T9" fmla="*/ 36 h 74"/>
                  <a:gd name="T10" fmla="*/ 73 w 1088"/>
                  <a:gd name="T11" fmla="*/ 0 h 74"/>
                  <a:gd name="T12" fmla="*/ 930 w 1088"/>
                  <a:gd name="T13" fmla="*/ 2 h 74"/>
                  <a:gd name="T14" fmla="*/ 939 w 1088"/>
                  <a:gd name="T15" fmla="*/ 2 h 74"/>
                  <a:gd name="T16" fmla="*/ 1027 w 1088"/>
                  <a:gd name="T17" fmla="*/ 3 h 74"/>
                  <a:gd name="T18" fmla="*/ 1088 w 1088"/>
                  <a:gd name="T19" fmla="*/ 33 h 74"/>
                  <a:gd name="T20" fmla="*/ 1087 w 1088"/>
                  <a:gd name="T21" fmla="*/ 74 h 74"/>
                  <a:gd name="T22" fmla="*/ 928 w 1088"/>
                  <a:gd name="T23" fmla="*/ 73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88" h="74">
                    <a:moveTo>
                      <a:pt x="928" y="73"/>
                    </a:moveTo>
                    <a:cubicBezTo>
                      <a:pt x="841" y="73"/>
                      <a:pt x="841" y="73"/>
                      <a:pt x="841" y="73"/>
                    </a:cubicBezTo>
                    <a:cubicBezTo>
                      <a:pt x="71" y="72"/>
                      <a:pt x="71" y="72"/>
                      <a:pt x="71" y="72"/>
                    </a:cubicBezTo>
                    <a:cubicBezTo>
                      <a:pt x="32" y="72"/>
                      <a:pt x="0" y="5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1" y="16"/>
                      <a:pt x="34" y="0"/>
                      <a:pt x="73" y="0"/>
                    </a:cubicBezTo>
                    <a:cubicBezTo>
                      <a:pt x="930" y="2"/>
                      <a:pt x="930" y="2"/>
                      <a:pt x="930" y="2"/>
                    </a:cubicBezTo>
                    <a:cubicBezTo>
                      <a:pt x="933" y="2"/>
                      <a:pt x="936" y="2"/>
                      <a:pt x="939" y="2"/>
                    </a:cubicBezTo>
                    <a:cubicBezTo>
                      <a:pt x="1027" y="3"/>
                      <a:pt x="1027" y="3"/>
                      <a:pt x="1027" y="3"/>
                    </a:cubicBezTo>
                    <a:cubicBezTo>
                      <a:pt x="1061" y="3"/>
                      <a:pt x="1088" y="17"/>
                      <a:pt x="1088" y="33"/>
                    </a:cubicBezTo>
                    <a:cubicBezTo>
                      <a:pt x="1087" y="74"/>
                      <a:pt x="1087" y="74"/>
                      <a:pt x="1087" y="74"/>
                    </a:cubicBezTo>
                    <a:lnTo>
                      <a:pt x="928" y="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Freeform 172">
                <a:extLst>
                  <a:ext uri="{FF2B5EF4-FFF2-40B4-BE49-F238E27FC236}">
                    <a16:creationId xmlns:a16="http://schemas.microsoft.com/office/drawing/2014/main" id="{53555762-F98F-00AE-92D3-CC7964C12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463" y="4222751"/>
                <a:ext cx="606425" cy="46038"/>
              </a:xfrm>
              <a:custGeom>
                <a:avLst/>
                <a:gdLst>
                  <a:gd name="T0" fmla="*/ 930 w 1089"/>
                  <a:gd name="T1" fmla="*/ 3 h 84"/>
                  <a:gd name="T2" fmla="*/ 843 w 1089"/>
                  <a:gd name="T3" fmla="*/ 3 h 84"/>
                  <a:gd name="T4" fmla="*/ 73 w 1089"/>
                  <a:gd name="T5" fmla="*/ 0 h 84"/>
                  <a:gd name="T6" fmla="*/ 0 w 1089"/>
                  <a:gd name="T7" fmla="*/ 40 h 84"/>
                  <a:gd name="T8" fmla="*/ 0 w 1089"/>
                  <a:gd name="T9" fmla="*/ 40 h 84"/>
                  <a:gd name="T10" fmla="*/ 71 w 1089"/>
                  <a:gd name="T11" fmla="*/ 81 h 84"/>
                  <a:gd name="T12" fmla="*/ 841 w 1089"/>
                  <a:gd name="T13" fmla="*/ 83 h 84"/>
                  <a:gd name="T14" fmla="*/ 928 w 1089"/>
                  <a:gd name="T15" fmla="*/ 84 h 84"/>
                  <a:gd name="T16" fmla="*/ 1087 w 1089"/>
                  <a:gd name="T17" fmla="*/ 84 h 84"/>
                  <a:gd name="T18" fmla="*/ 1089 w 1089"/>
                  <a:gd name="T19" fmla="*/ 3 h 84"/>
                  <a:gd name="T20" fmla="*/ 930 w 1089"/>
                  <a:gd name="T21" fmla="*/ 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9" h="84">
                    <a:moveTo>
                      <a:pt x="930" y="3"/>
                    </a:moveTo>
                    <a:cubicBezTo>
                      <a:pt x="843" y="3"/>
                      <a:pt x="843" y="3"/>
                      <a:pt x="843" y="3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34" y="0"/>
                      <a:pt x="1" y="18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63"/>
                      <a:pt x="32" y="81"/>
                      <a:pt x="71" y="81"/>
                    </a:cubicBezTo>
                    <a:cubicBezTo>
                      <a:pt x="841" y="83"/>
                      <a:pt x="841" y="83"/>
                      <a:pt x="841" y="83"/>
                    </a:cubicBezTo>
                    <a:cubicBezTo>
                      <a:pt x="928" y="84"/>
                      <a:pt x="928" y="84"/>
                      <a:pt x="928" y="84"/>
                    </a:cubicBezTo>
                    <a:cubicBezTo>
                      <a:pt x="1087" y="84"/>
                      <a:pt x="1087" y="84"/>
                      <a:pt x="1087" y="84"/>
                    </a:cubicBezTo>
                    <a:cubicBezTo>
                      <a:pt x="1089" y="3"/>
                      <a:pt x="1089" y="3"/>
                      <a:pt x="1089" y="3"/>
                    </a:cubicBezTo>
                    <a:lnTo>
                      <a:pt x="93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Freeform 173">
                <a:extLst>
                  <a:ext uri="{FF2B5EF4-FFF2-40B4-BE49-F238E27FC236}">
                    <a16:creationId xmlns:a16="http://schemas.microsoft.com/office/drawing/2014/main" id="{A218E802-2199-7361-8C8E-E8DA25305E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875" y="4260851"/>
                <a:ext cx="608012" cy="47625"/>
              </a:xfrm>
              <a:custGeom>
                <a:avLst/>
                <a:gdLst>
                  <a:gd name="T0" fmla="*/ 928 w 1089"/>
                  <a:gd name="T1" fmla="*/ 85 h 85"/>
                  <a:gd name="T2" fmla="*/ 894 w 1089"/>
                  <a:gd name="T3" fmla="*/ 85 h 85"/>
                  <a:gd name="T4" fmla="*/ 71 w 1089"/>
                  <a:gd name="T5" fmla="*/ 82 h 85"/>
                  <a:gd name="T6" fmla="*/ 1 w 1089"/>
                  <a:gd name="T7" fmla="*/ 41 h 85"/>
                  <a:gd name="T8" fmla="*/ 1 w 1089"/>
                  <a:gd name="T9" fmla="*/ 41 h 85"/>
                  <a:gd name="T10" fmla="*/ 73 w 1089"/>
                  <a:gd name="T11" fmla="*/ 0 h 85"/>
                  <a:gd name="T12" fmla="*/ 843 w 1089"/>
                  <a:gd name="T13" fmla="*/ 2 h 85"/>
                  <a:gd name="T14" fmla="*/ 930 w 1089"/>
                  <a:gd name="T15" fmla="*/ 3 h 85"/>
                  <a:gd name="T16" fmla="*/ 1089 w 1089"/>
                  <a:gd name="T17" fmla="*/ 3 h 85"/>
                  <a:gd name="T18" fmla="*/ 1088 w 1089"/>
                  <a:gd name="T19" fmla="*/ 51 h 85"/>
                  <a:gd name="T20" fmla="*/ 1034 w 1089"/>
                  <a:gd name="T21" fmla="*/ 85 h 85"/>
                  <a:gd name="T22" fmla="*/ 928 w 1089"/>
                  <a:gd name="T23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89" h="85">
                    <a:moveTo>
                      <a:pt x="928" y="85"/>
                    </a:moveTo>
                    <a:cubicBezTo>
                      <a:pt x="894" y="85"/>
                      <a:pt x="894" y="85"/>
                      <a:pt x="894" y="85"/>
                    </a:cubicBezTo>
                    <a:cubicBezTo>
                      <a:pt x="71" y="82"/>
                      <a:pt x="71" y="82"/>
                      <a:pt x="71" y="82"/>
                    </a:cubicBezTo>
                    <a:cubicBezTo>
                      <a:pt x="32" y="82"/>
                      <a:pt x="0" y="64"/>
                      <a:pt x="1" y="41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1" y="18"/>
                      <a:pt x="34" y="0"/>
                      <a:pt x="73" y="0"/>
                    </a:cubicBezTo>
                    <a:cubicBezTo>
                      <a:pt x="843" y="2"/>
                      <a:pt x="843" y="2"/>
                      <a:pt x="843" y="2"/>
                    </a:cubicBezTo>
                    <a:cubicBezTo>
                      <a:pt x="930" y="3"/>
                      <a:pt x="930" y="3"/>
                      <a:pt x="930" y="3"/>
                    </a:cubicBezTo>
                    <a:cubicBezTo>
                      <a:pt x="1089" y="3"/>
                      <a:pt x="1089" y="3"/>
                      <a:pt x="1089" y="3"/>
                    </a:cubicBezTo>
                    <a:cubicBezTo>
                      <a:pt x="1088" y="51"/>
                      <a:pt x="1088" y="51"/>
                      <a:pt x="1088" y="51"/>
                    </a:cubicBezTo>
                    <a:cubicBezTo>
                      <a:pt x="1087" y="68"/>
                      <a:pt x="1064" y="83"/>
                      <a:pt x="1034" y="85"/>
                    </a:cubicBezTo>
                    <a:lnTo>
                      <a:pt x="928" y="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Freeform 174">
                <a:extLst>
                  <a:ext uri="{FF2B5EF4-FFF2-40B4-BE49-F238E27FC236}">
                    <a16:creationId xmlns:a16="http://schemas.microsoft.com/office/drawing/2014/main" id="{3B2F7C33-5C71-6E31-C33B-87E02C987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5088" y="4189413"/>
                <a:ext cx="141287" cy="120650"/>
              </a:xfrm>
              <a:custGeom>
                <a:avLst/>
                <a:gdLst>
                  <a:gd name="T0" fmla="*/ 250 w 251"/>
                  <a:gd name="T1" fmla="*/ 55 h 215"/>
                  <a:gd name="T2" fmla="*/ 247 w 251"/>
                  <a:gd name="T3" fmla="*/ 162 h 215"/>
                  <a:gd name="T4" fmla="*/ 192 w 251"/>
                  <a:gd name="T5" fmla="*/ 215 h 215"/>
                  <a:gd name="T6" fmla="*/ 53 w 251"/>
                  <a:gd name="T7" fmla="*/ 215 h 215"/>
                  <a:gd name="T8" fmla="*/ 1 w 251"/>
                  <a:gd name="T9" fmla="*/ 161 h 215"/>
                  <a:gd name="T10" fmla="*/ 4 w 251"/>
                  <a:gd name="T11" fmla="*/ 54 h 215"/>
                  <a:gd name="T12" fmla="*/ 59 w 251"/>
                  <a:gd name="T13" fmla="*/ 1 h 215"/>
                  <a:gd name="T14" fmla="*/ 198 w 251"/>
                  <a:gd name="T15" fmla="*/ 1 h 215"/>
                  <a:gd name="T16" fmla="*/ 250 w 251"/>
                  <a:gd name="T17" fmla="*/ 5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1" h="215">
                    <a:moveTo>
                      <a:pt x="250" y="55"/>
                    </a:moveTo>
                    <a:cubicBezTo>
                      <a:pt x="247" y="162"/>
                      <a:pt x="247" y="162"/>
                      <a:pt x="247" y="162"/>
                    </a:cubicBezTo>
                    <a:cubicBezTo>
                      <a:pt x="246" y="191"/>
                      <a:pt x="222" y="215"/>
                      <a:pt x="192" y="215"/>
                    </a:cubicBezTo>
                    <a:cubicBezTo>
                      <a:pt x="53" y="215"/>
                      <a:pt x="53" y="215"/>
                      <a:pt x="53" y="215"/>
                    </a:cubicBezTo>
                    <a:cubicBezTo>
                      <a:pt x="24" y="215"/>
                      <a:pt x="0" y="191"/>
                      <a:pt x="1" y="161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5" y="25"/>
                      <a:pt x="29" y="0"/>
                      <a:pt x="59" y="1"/>
                    </a:cubicBezTo>
                    <a:cubicBezTo>
                      <a:pt x="198" y="1"/>
                      <a:pt x="198" y="1"/>
                      <a:pt x="198" y="1"/>
                    </a:cubicBezTo>
                    <a:cubicBezTo>
                      <a:pt x="227" y="1"/>
                      <a:pt x="251" y="25"/>
                      <a:pt x="25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Freeform 175">
                <a:extLst>
                  <a:ext uri="{FF2B5EF4-FFF2-40B4-BE49-F238E27FC236}">
                    <a16:creationId xmlns:a16="http://schemas.microsoft.com/office/drawing/2014/main" id="{14EA9E67-7C59-0F43-61E1-FD7E7AE81D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1913" y="4191001"/>
                <a:ext cx="53975" cy="119063"/>
              </a:xfrm>
              <a:custGeom>
                <a:avLst/>
                <a:gdLst>
                  <a:gd name="T0" fmla="*/ 98 w 98"/>
                  <a:gd name="T1" fmla="*/ 23 h 215"/>
                  <a:gd name="T2" fmla="*/ 92 w 98"/>
                  <a:gd name="T3" fmla="*/ 192 h 215"/>
                  <a:gd name="T4" fmla="*/ 68 w 98"/>
                  <a:gd name="T5" fmla="*/ 215 h 215"/>
                  <a:gd name="T6" fmla="*/ 23 w 98"/>
                  <a:gd name="T7" fmla="*/ 215 h 215"/>
                  <a:gd name="T8" fmla="*/ 0 w 98"/>
                  <a:gd name="T9" fmla="*/ 192 h 215"/>
                  <a:gd name="T10" fmla="*/ 5 w 98"/>
                  <a:gd name="T11" fmla="*/ 23 h 215"/>
                  <a:gd name="T12" fmla="*/ 29 w 98"/>
                  <a:gd name="T13" fmla="*/ 0 h 215"/>
                  <a:gd name="T14" fmla="*/ 75 w 98"/>
                  <a:gd name="T15" fmla="*/ 0 h 215"/>
                  <a:gd name="T16" fmla="*/ 98 w 98"/>
                  <a:gd name="T17" fmla="*/ 23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15">
                    <a:moveTo>
                      <a:pt x="98" y="23"/>
                    </a:moveTo>
                    <a:cubicBezTo>
                      <a:pt x="92" y="192"/>
                      <a:pt x="92" y="192"/>
                      <a:pt x="92" y="192"/>
                    </a:cubicBezTo>
                    <a:cubicBezTo>
                      <a:pt x="92" y="204"/>
                      <a:pt x="81" y="215"/>
                      <a:pt x="68" y="215"/>
                    </a:cubicBezTo>
                    <a:cubicBezTo>
                      <a:pt x="23" y="215"/>
                      <a:pt x="23" y="215"/>
                      <a:pt x="23" y="215"/>
                    </a:cubicBezTo>
                    <a:cubicBezTo>
                      <a:pt x="10" y="215"/>
                      <a:pt x="0" y="204"/>
                      <a:pt x="0" y="192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11"/>
                      <a:pt x="17" y="0"/>
                      <a:pt x="29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88" y="0"/>
                      <a:pt x="98" y="11"/>
                      <a:pt x="98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Freeform 176">
                <a:extLst>
                  <a:ext uri="{FF2B5EF4-FFF2-40B4-BE49-F238E27FC236}">
                    <a16:creationId xmlns:a16="http://schemas.microsoft.com/office/drawing/2014/main" id="{DB1B8E73-144B-7CA4-431D-5E259B52E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1263" y="2901951"/>
                <a:ext cx="473075" cy="473075"/>
              </a:xfrm>
              <a:custGeom>
                <a:avLst/>
                <a:gdLst>
                  <a:gd name="T0" fmla="*/ 0 w 846"/>
                  <a:gd name="T1" fmla="*/ 254 h 846"/>
                  <a:gd name="T2" fmla="*/ 236 w 846"/>
                  <a:gd name="T3" fmla="*/ 202 h 846"/>
                  <a:gd name="T4" fmla="*/ 229 w 846"/>
                  <a:gd name="T5" fmla="*/ 149 h 846"/>
                  <a:gd name="T6" fmla="*/ 197 w 846"/>
                  <a:gd name="T7" fmla="*/ 103 h 846"/>
                  <a:gd name="T8" fmla="*/ 256 w 846"/>
                  <a:gd name="T9" fmla="*/ 10 h 846"/>
                  <a:gd name="T10" fmla="*/ 349 w 846"/>
                  <a:gd name="T11" fmla="*/ 69 h 846"/>
                  <a:gd name="T12" fmla="*/ 341 w 846"/>
                  <a:gd name="T13" fmla="*/ 124 h 846"/>
                  <a:gd name="T14" fmla="*/ 357 w 846"/>
                  <a:gd name="T15" fmla="*/ 175 h 846"/>
                  <a:gd name="T16" fmla="*/ 592 w 846"/>
                  <a:gd name="T17" fmla="*/ 122 h 846"/>
                  <a:gd name="T18" fmla="*/ 644 w 846"/>
                  <a:gd name="T19" fmla="*/ 358 h 846"/>
                  <a:gd name="T20" fmla="*/ 697 w 846"/>
                  <a:gd name="T21" fmla="*/ 350 h 846"/>
                  <a:gd name="T22" fmla="*/ 743 w 846"/>
                  <a:gd name="T23" fmla="*/ 319 h 846"/>
                  <a:gd name="T24" fmla="*/ 837 w 846"/>
                  <a:gd name="T25" fmla="*/ 378 h 846"/>
                  <a:gd name="T26" fmla="*/ 777 w 846"/>
                  <a:gd name="T27" fmla="*/ 471 h 846"/>
                  <a:gd name="T28" fmla="*/ 722 w 846"/>
                  <a:gd name="T29" fmla="*/ 463 h 846"/>
                  <a:gd name="T30" fmla="*/ 671 w 846"/>
                  <a:gd name="T31" fmla="*/ 478 h 846"/>
                  <a:gd name="T32" fmla="*/ 724 w 846"/>
                  <a:gd name="T33" fmla="*/ 714 h 846"/>
                  <a:gd name="T34" fmla="*/ 485 w 846"/>
                  <a:gd name="T35" fmla="*/ 767 h 846"/>
                  <a:gd name="T36" fmla="*/ 473 w 846"/>
                  <a:gd name="T37" fmla="*/ 718 h 846"/>
                  <a:gd name="T38" fmla="*/ 482 w 846"/>
                  <a:gd name="T39" fmla="*/ 662 h 846"/>
                  <a:gd name="T40" fmla="*/ 389 w 846"/>
                  <a:gd name="T41" fmla="*/ 603 h 846"/>
                  <a:gd name="T42" fmla="*/ 330 w 846"/>
                  <a:gd name="T43" fmla="*/ 696 h 846"/>
                  <a:gd name="T44" fmla="*/ 361 w 846"/>
                  <a:gd name="T45" fmla="*/ 743 h 846"/>
                  <a:gd name="T46" fmla="*/ 371 w 846"/>
                  <a:gd name="T47" fmla="*/ 793 h 846"/>
                  <a:gd name="T48" fmla="*/ 132 w 846"/>
                  <a:gd name="T49" fmla="*/ 846 h 846"/>
                  <a:gd name="T50" fmla="*/ 79 w 846"/>
                  <a:gd name="T51" fmla="*/ 607 h 846"/>
                  <a:gd name="T52" fmla="*/ 128 w 846"/>
                  <a:gd name="T53" fmla="*/ 595 h 846"/>
                  <a:gd name="T54" fmla="*/ 184 w 846"/>
                  <a:gd name="T55" fmla="*/ 604 h 846"/>
                  <a:gd name="T56" fmla="*/ 243 w 846"/>
                  <a:gd name="T57" fmla="*/ 511 h 846"/>
                  <a:gd name="T58" fmla="*/ 150 w 846"/>
                  <a:gd name="T59" fmla="*/ 451 h 846"/>
                  <a:gd name="T60" fmla="*/ 103 w 846"/>
                  <a:gd name="T61" fmla="*/ 483 h 846"/>
                  <a:gd name="T62" fmla="*/ 54 w 846"/>
                  <a:gd name="T63" fmla="*/ 493 h 846"/>
                  <a:gd name="T64" fmla="*/ 0 w 846"/>
                  <a:gd name="T65" fmla="*/ 254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6" h="846">
                    <a:moveTo>
                      <a:pt x="0" y="254"/>
                    </a:moveTo>
                    <a:cubicBezTo>
                      <a:pt x="236" y="202"/>
                      <a:pt x="236" y="202"/>
                      <a:pt x="236" y="202"/>
                    </a:cubicBezTo>
                    <a:cubicBezTo>
                      <a:pt x="250" y="189"/>
                      <a:pt x="255" y="174"/>
                      <a:pt x="229" y="149"/>
                    </a:cubicBezTo>
                    <a:cubicBezTo>
                      <a:pt x="213" y="139"/>
                      <a:pt x="202" y="123"/>
                      <a:pt x="197" y="103"/>
                    </a:cubicBezTo>
                    <a:cubicBezTo>
                      <a:pt x="188" y="61"/>
                      <a:pt x="214" y="19"/>
                      <a:pt x="256" y="10"/>
                    </a:cubicBezTo>
                    <a:cubicBezTo>
                      <a:pt x="298" y="0"/>
                      <a:pt x="340" y="27"/>
                      <a:pt x="349" y="69"/>
                    </a:cubicBezTo>
                    <a:cubicBezTo>
                      <a:pt x="354" y="88"/>
                      <a:pt x="350" y="108"/>
                      <a:pt x="341" y="124"/>
                    </a:cubicBezTo>
                    <a:cubicBezTo>
                      <a:pt x="328" y="158"/>
                      <a:pt x="338" y="169"/>
                      <a:pt x="357" y="175"/>
                    </a:cubicBezTo>
                    <a:cubicBezTo>
                      <a:pt x="592" y="122"/>
                      <a:pt x="592" y="122"/>
                      <a:pt x="592" y="122"/>
                    </a:cubicBezTo>
                    <a:cubicBezTo>
                      <a:pt x="644" y="358"/>
                      <a:pt x="644" y="358"/>
                      <a:pt x="644" y="358"/>
                    </a:cubicBezTo>
                    <a:cubicBezTo>
                      <a:pt x="657" y="372"/>
                      <a:pt x="672" y="377"/>
                      <a:pt x="697" y="350"/>
                    </a:cubicBezTo>
                    <a:cubicBezTo>
                      <a:pt x="707" y="335"/>
                      <a:pt x="724" y="323"/>
                      <a:pt x="743" y="319"/>
                    </a:cubicBezTo>
                    <a:cubicBezTo>
                      <a:pt x="786" y="310"/>
                      <a:pt x="827" y="336"/>
                      <a:pt x="837" y="378"/>
                    </a:cubicBezTo>
                    <a:cubicBezTo>
                      <a:pt x="846" y="420"/>
                      <a:pt x="819" y="462"/>
                      <a:pt x="777" y="471"/>
                    </a:cubicBezTo>
                    <a:cubicBezTo>
                      <a:pt x="758" y="476"/>
                      <a:pt x="738" y="472"/>
                      <a:pt x="722" y="463"/>
                    </a:cubicBezTo>
                    <a:cubicBezTo>
                      <a:pt x="688" y="449"/>
                      <a:pt x="677" y="460"/>
                      <a:pt x="671" y="478"/>
                    </a:cubicBezTo>
                    <a:cubicBezTo>
                      <a:pt x="724" y="714"/>
                      <a:pt x="724" y="714"/>
                      <a:pt x="724" y="714"/>
                    </a:cubicBezTo>
                    <a:cubicBezTo>
                      <a:pt x="485" y="767"/>
                      <a:pt x="485" y="767"/>
                      <a:pt x="485" y="767"/>
                    </a:cubicBezTo>
                    <a:cubicBezTo>
                      <a:pt x="469" y="761"/>
                      <a:pt x="461" y="749"/>
                      <a:pt x="473" y="718"/>
                    </a:cubicBezTo>
                    <a:cubicBezTo>
                      <a:pt x="483" y="701"/>
                      <a:pt x="486" y="682"/>
                      <a:pt x="482" y="662"/>
                    </a:cubicBezTo>
                    <a:cubicBezTo>
                      <a:pt x="472" y="620"/>
                      <a:pt x="431" y="594"/>
                      <a:pt x="389" y="603"/>
                    </a:cubicBezTo>
                    <a:cubicBezTo>
                      <a:pt x="347" y="612"/>
                      <a:pt x="320" y="654"/>
                      <a:pt x="330" y="696"/>
                    </a:cubicBezTo>
                    <a:cubicBezTo>
                      <a:pt x="334" y="716"/>
                      <a:pt x="345" y="732"/>
                      <a:pt x="361" y="743"/>
                    </a:cubicBezTo>
                    <a:cubicBezTo>
                      <a:pt x="385" y="766"/>
                      <a:pt x="383" y="780"/>
                      <a:pt x="371" y="793"/>
                    </a:cubicBezTo>
                    <a:cubicBezTo>
                      <a:pt x="132" y="846"/>
                      <a:pt x="132" y="846"/>
                      <a:pt x="132" y="846"/>
                    </a:cubicBezTo>
                    <a:cubicBezTo>
                      <a:pt x="79" y="607"/>
                      <a:pt x="79" y="607"/>
                      <a:pt x="79" y="607"/>
                    </a:cubicBezTo>
                    <a:cubicBezTo>
                      <a:pt x="85" y="591"/>
                      <a:pt x="97" y="582"/>
                      <a:pt x="128" y="595"/>
                    </a:cubicBezTo>
                    <a:cubicBezTo>
                      <a:pt x="145" y="605"/>
                      <a:pt x="164" y="608"/>
                      <a:pt x="184" y="604"/>
                    </a:cubicBezTo>
                    <a:cubicBezTo>
                      <a:pt x="226" y="594"/>
                      <a:pt x="253" y="553"/>
                      <a:pt x="243" y="511"/>
                    </a:cubicBezTo>
                    <a:cubicBezTo>
                      <a:pt x="234" y="469"/>
                      <a:pt x="192" y="442"/>
                      <a:pt x="150" y="451"/>
                    </a:cubicBezTo>
                    <a:cubicBezTo>
                      <a:pt x="130" y="456"/>
                      <a:pt x="114" y="467"/>
                      <a:pt x="103" y="483"/>
                    </a:cubicBezTo>
                    <a:cubicBezTo>
                      <a:pt x="80" y="508"/>
                      <a:pt x="66" y="505"/>
                      <a:pt x="54" y="493"/>
                    </a:cubicBezTo>
                    <a:lnTo>
                      <a:pt x="0" y="2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Freeform 177">
                <a:extLst>
                  <a:ext uri="{FF2B5EF4-FFF2-40B4-BE49-F238E27FC236}">
                    <a16:creationId xmlns:a16="http://schemas.microsoft.com/office/drawing/2014/main" id="{AB4CC424-ECED-6B8F-9287-EE0F94E0D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0" y="2974976"/>
                <a:ext cx="471487" cy="473075"/>
              </a:xfrm>
              <a:custGeom>
                <a:avLst/>
                <a:gdLst>
                  <a:gd name="T0" fmla="*/ 0 w 845"/>
                  <a:gd name="T1" fmla="*/ 254 h 846"/>
                  <a:gd name="T2" fmla="*/ 235 w 845"/>
                  <a:gd name="T3" fmla="*/ 202 h 846"/>
                  <a:gd name="T4" fmla="*/ 228 w 845"/>
                  <a:gd name="T5" fmla="*/ 150 h 846"/>
                  <a:gd name="T6" fmla="*/ 197 w 845"/>
                  <a:gd name="T7" fmla="*/ 103 h 846"/>
                  <a:gd name="T8" fmla="*/ 256 w 845"/>
                  <a:gd name="T9" fmla="*/ 9 h 846"/>
                  <a:gd name="T10" fmla="*/ 349 w 845"/>
                  <a:gd name="T11" fmla="*/ 69 h 846"/>
                  <a:gd name="T12" fmla="*/ 340 w 845"/>
                  <a:gd name="T13" fmla="*/ 124 h 846"/>
                  <a:gd name="T14" fmla="*/ 356 w 845"/>
                  <a:gd name="T15" fmla="*/ 175 h 846"/>
                  <a:gd name="T16" fmla="*/ 591 w 845"/>
                  <a:gd name="T17" fmla="*/ 122 h 846"/>
                  <a:gd name="T18" fmla="*/ 644 w 845"/>
                  <a:gd name="T19" fmla="*/ 358 h 846"/>
                  <a:gd name="T20" fmla="*/ 696 w 845"/>
                  <a:gd name="T21" fmla="*/ 350 h 846"/>
                  <a:gd name="T22" fmla="*/ 743 w 845"/>
                  <a:gd name="T23" fmla="*/ 319 h 846"/>
                  <a:gd name="T24" fmla="*/ 836 w 845"/>
                  <a:gd name="T25" fmla="*/ 378 h 846"/>
                  <a:gd name="T26" fmla="*/ 777 w 845"/>
                  <a:gd name="T27" fmla="*/ 471 h 846"/>
                  <a:gd name="T28" fmla="*/ 721 w 845"/>
                  <a:gd name="T29" fmla="*/ 463 h 846"/>
                  <a:gd name="T30" fmla="*/ 671 w 845"/>
                  <a:gd name="T31" fmla="*/ 478 h 846"/>
                  <a:gd name="T32" fmla="*/ 724 w 845"/>
                  <a:gd name="T33" fmla="*/ 714 h 846"/>
                  <a:gd name="T34" fmla="*/ 485 w 845"/>
                  <a:gd name="T35" fmla="*/ 767 h 846"/>
                  <a:gd name="T36" fmla="*/ 473 w 845"/>
                  <a:gd name="T37" fmla="*/ 718 h 846"/>
                  <a:gd name="T38" fmla="*/ 481 w 845"/>
                  <a:gd name="T39" fmla="*/ 662 h 846"/>
                  <a:gd name="T40" fmla="*/ 388 w 845"/>
                  <a:gd name="T41" fmla="*/ 603 h 846"/>
                  <a:gd name="T42" fmla="*/ 329 w 845"/>
                  <a:gd name="T43" fmla="*/ 696 h 846"/>
                  <a:gd name="T44" fmla="*/ 360 w 845"/>
                  <a:gd name="T45" fmla="*/ 743 h 846"/>
                  <a:gd name="T46" fmla="*/ 370 w 845"/>
                  <a:gd name="T47" fmla="*/ 792 h 846"/>
                  <a:gd name="T48" fmla="*/ 132 w 845"/>
                  <a:gd name="T49" fmla="*/ 846 h 846"/>
                  <a:gd name="T50" fmla="*/ 79 w 845"/>
                  <a:gd name="T51" fmla="*/ 607 h 846"/>
                  <a:gd name="T52" fmla="*/ 128 w 845"/>
                  <a:gd name="T53" fmla="*/ 595 h 846"/>
                  <a:gd name="T54" fmla="*/ 184 w 845"/>
                  <a:gd name="T55" fmla="*/ 604 h 846"/>
                  <a:gd name="T56" fmla="*/ 242 w 845"/>
                  <a:gd name="T57" fmla="*/ 510 h 846"/>
                  <a:gd name="T58" fmla="*/ 150 w 845"/>
                  <a:gd name="T59" fmla="*/ 452 h 846"/>
                  <a:gd name="T60" fmla="*/ 103 w 845"/>
                  <a:gd name="T61" fmla="*/ 483 h 846"/>
                  <a:gd name="T62" fmla="*/ 53 w 845"/>
                  <a:gd name="T63" fmla="*/ 493 h 846"/>
                  <a:gd name="T64" fmla="*/ 0 w 845"/>
                  <a:gd name="T65" fmla="*/ 254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5" h="846">
                    <a:moveTo>
                      <a:pt x="0" y="254"/>
                    </a:moveTo>
                    <a:cubicBezTo>
                      <a:pt x="235" y="202"/>
                      <a:pt x="235" y="202"/>
                      <a:pt x="235" y="202"/>
                    </a:cubicBezTo>
                    <a:cubicBezTo>
                      <a:pt x="249" y="189"/>
                      <a:pt x="255" y="174"/>
                      <a:pt x="228" y="150"/>
                    </a:cubicBezTo>
                    <a:cubicBezTo>
                      <a:pt x="213" y="139"/>
                      <a:pt x="201" y="122"/>
                      <a:pt x="197" y="103"/>
                    </a:cubicBezTo>
                    <a:cubicBezTo>
                      <a:pt x="187" y="61"/>
                      <a:pt x="214" y="19"/>
                      <a:pt x="256" y="9"/>
                    </a:cubicBezTo>
                    <a:cubicBezTo>
                      <a:pt x="298" y="0"/>
                      <a:pt x="340" y="27"/>
                      <a:pt x="349" y="69"/>
                    </a:cubicBezTo>
                    <a:cubicBezTo>
                      <a:pt x="353" y="88"/>
                      <a:pt x="350" y="108"/>
                      <a:pt x="340" y="124"/>
                    </a:cubicBezTo>
                    <a:cubicBezTo>
                      <a:pt x="327" y="158"/>
                      <a:pt x="338" y="170"/>
                      <a:pt x="356" y="175"/>
                    </a:cubicBezTo>
                    <a:cubicBezTo>
                      <a:pt x="591" y="122"/>
                      <a:pt x="591" y="122"/>
                      <a:pt x="591" y="122"/>
                    </a:cubicBezTo>
                    <a:cubicBezTo>
                      <a:pt x="644" y="358"/>
                      <a:pt x="644" y="358"/>
                      <a:pt x="644" y="358"/>
                    </a:cubicBezTo>
                    <a:cubicBezTo>
                      <a:pt x="657" y="372"/>
                      <a:pt x="672" y="377"/>
                      <a:pt x="696" y="350"/>
                    </a:cubicBezTo>
                    <a:cubicBezTo>
                      <a:pt x="707" y="335"/>
                      <a:pt x="723" y="323"/>
                      <a:pt x="743" y="319"/>
                    </a:cubicBezTo>
                    <a:cubicBezTo>
                      <a:pt x="785" y="310"/>
                      <a:pt x="827" y="336"/>
                      <a:pt x="836" y="378"/>
                    </a:cubicBezTo>
                    <a:cubicBezTo>
                      <a:pt x="845" y="420"/>
                      <a:pt x="819" y="462"/>
                      <a:pt x="777" y="471"/>
                    </a:cubicBezTo>
                    <a:cubicBezTo>
                      <a:pt x="757" y="476"/>
                      <a:pt x="738" y="472"/>
                      <a:pt x="721" y="463"/>
                    </a:cubicBezTo>
                    <a:cubicBezTo>
                      <a:pt x="688" y="449"/>
                      <a:pt x="676" y="460"/>
                      <a:pt x="671" y="478"/>
                    </a:cubicBezTo>
                    <a:cubicBezTo>
                      <a:pt x="724" y="714"/>
                      <a:pt x="724" y="714"/>
                      <a:pt x="724" y="714"/>
                    </a:cubicBezTo>
                    <a:cubicBezTo>
                      <a:pt x="485" y="767"/>
                      <a:pt x="485" y="767"/>
                      <a:pt x="485" y="767"/>
                    </a:cubicBezTo>
                    <a:cubicBezTo>
                      <a:pt x="469" y="761"/>
                      <a:pt x="460" y="749"/>
                      <a:pt x="473" y="718"/>
                    </a:cubicBezTo>
                    <a:cubicBezTo>
                      <a:pt x="482" y="702"/>
                      <a:pt x="486" y="682"/>
                      <a:pt x="481" y="662"/>
                    </a:cubicBezTo>
                    <a:cubicBezTo>
                      <a:pt x="472" y="620"/>
                      <a:pt x="430" y="594"/>
                      <a:pt x="388" y="603"/>
                    </a:cubicBezTo>
                    <a:cubicBezTo>
                      <a:pt x="346" y="612"/>
                      <a:pt x="320" y="654"/>
                      <a:pt x="329" y="696"/>
                    </a:cubicBezTo>
                    <a:cubicBezTo>
                      <a:pt x="333" y="716"/>
                      <a:pt x="345" y="732"/>
                      <a:pt x="360" y="743"/>
                    </a:cubicBezTo>
                    <a:cubicBezTo>
                      <a:pt x="385" y="766"/>
                      <a:pt x="382" y="780"/>
                      <a:pt x="370" y="792"/>
                    </a:cubicBezTo>
                    <a:cubicBezTo>
                      <a:pt x="132" y="846"/>
                      <a:pt x="132" y="846"/>
                      <a:pt x="132" y="846"/>
                    </a:cubicBezTo>
                    <a:cubicBezTo>
                      <a:pt x="79" y="607"/>
                      <a:pt x="79" y="607"/>
                      <a:pt x="79" y="607"/>
                    </a:cubicBezTo>
                    <a:cubicBezTo>
                      <a:pt x="85" y="591"/>
                      <a:pt x="97" y="583"/>
                      <a:pt x="128" y="595"/>
                    </a:cubicBezTo>
                    <a:cubicBezTo>
                      <a:pt x="144" y="604"/>
                      <a:pt x="164" y="608"/>
                      <a:pt x="184" y="604"/>
                    </a:cubicBezTo>
                    <a:cubicBezTo>
                      <a:pt x="225" y="594"/>
                      <a:pt x="252" y="553"/>
                      <a:pt x="242" y="510"/>
                    </a:cubicBezTo>
                    <a:cubicBezTo>
                      <a:pt x="233" y="469"/>
                      <a:pt x="192" y="442"/>
                      <a:pt x="150" y="452"/>
                    </a:cubicBezTo>
                    <a:cubicBezTo>
                      <a:pt x="130" y="456"/>
                      <a:pt x="114" y="467"/>
                      <a:pt x="103" y="483"/>
                    </a:cubicBezTo>
                    <a:cubicBezTo>
                      <a:pt x="80" y="507"/>
                      <a:pt x="65" y="505"/>
                      <a:pt x="53" y="493"/>
                    </a:cubicBezTo>
                    <a:lnTo>
                      <a:pt x="0" y="2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Freeform 178">
                <a:extLst>
                  <a:ext uri="{FF2B5EF4-FFF2-40B4-BE49-F238E27FC236}">
                    <a16:creationId xmlns:a16="http://schemas.microsoft.com/office/drawing/2014/main" id="{98025171-4CA4-B95B-97FE-AE1F70626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7013" y="3319463"/>
                <a:ext cx="466725" cy="466725"/>
              </a:xfrm>
              <a:custGeom>
                <a:avLst/>
                <a:gdLst>
                  <a:gd name="T0" fmla="*/ 108 w 838"/>
                  <a:gd name="T1" fmla="*/ 134 h 837"/>
                  <a:gd name="T2" fmla="*/ 345 w 838"/>
                  <a:gd name="T3" fmla="*/ 176 h 837"/>
                  <a:gd name="T4" fmla="*/ 358 w 838"/>
                  <a:gd name="T5" fmla="*/ 126 h 837"/>
                  <a:gd name="T6" fmla="*/ 348 w 838"/>
                  <a:gd name="T7" fmla="*/ 70 h 837"/>
                  <a:gd name="T8" fmla="*/ 438 w 838"/>
                  <a:gd name="T9" fmla="*/ 7 h 837"/>
                  <a:gd name="T10" fmla="*/ 501 w 838"/>
                  <a:gd name="T11" fmla="*/ 98 h 837"/>
                  <a:gd name="T12" fmla="*/ 472 w 838"/>
                  <a:gd name="T13" fmla="*/ 146 h 837"/>
                  <a:gd name="T14" fmla="*/ 467 w 838"/>
                  <a:gd name="T15" fmla="*/ 198 h 837"/>
                  <a:gd name="T16" fmla="*/ 704 w 838"/>
                  <a:gd name="T17" fmla="*/ 241 h 837"/>
                  <a:gd name="T18" fmla="*/ 661 w 838"/>
                  <a:gd name="T19" fmla="*/ 478 h 837"/>
                  <a:gd name="T20" fmla="*/ 712 w 838"/>
                  <a:gd name="T21" fmla="*/ 492 h 837"/>
                  <a:gd name="T22" fmla="*/ 768 w 838"/>
                  <a:gd name="T23" fmla="*/ 481 h 837"/>
                  <a:gd name="T24" fmla="*/ 830 w 838"/>
                  <a:gd name="T25" fmla="*/ 571 h 837"/>
                  <a:gd name="T26" fmla="*/ 740 w 838"/>
                  <a:gd name="T27" fmla="*/ 634 h 837"/>
                  <a:gd name="T28" fmla="*/ 692 w 838"/>
                  <a:gd name="T29" fmla="*/ 605 h 837"/>
                  <a:gd name="T30" fmla="*/ 639 w 838"/>
                  <a:gd name="T31" fmla="*/ 600 h 837"/>
                  <a:gd name="T32" fmla="*/ 597 w 838"/>
                  <a:gd name="T33" fmla="*/ 837 h 837"/>
                  <a:gd name="T34" fmla="*/ 356 w 838"/>
                  <a:gd name="T35" fmla="*/ 794 h 837"/>
                  <a:gd name="T36" fmla="*/ 364 w 838"/>
                  <a:gd name="T37" fmla="*/ 744 h 837"/>
                  <a:gd name="T38" fmla="*/ 394 w 838"/>
                  <a:gd name="T39" fmla="*/ 696 h 837"/>
                  <a:gd name="T40" fmla="*/ 331 w 838"/>
                  <a:gd name="T41" fmla="*/ 606 h 837"/>
                  <a:gd name="T42" fmla="*/ 240 w 838"/>
                  <a:gd name="T43" fmla="*/ 669 h 837"/>
                  <a:gd name="T44" fmla="*/ 251 w 838"/>
                  <a:gd name="T45" fmla="*/ 724 h 837"/>
                  <a:gd name="T46" fmla="*/ 241 w 838"/>
                  <a:gd name="T47" fmla="*/ 774 h 837"/>
                  <a:gd name="T48" fmla="*/ 0 w 838"/>
                  <a:gd name="T49" fmla="*/ 730 h 837"/>
                  <a:gd name="T50" fmla="*/ 43 w 838"/>
                  <a:gd name="T51" fmla="*/ 490 h 837"/>
                  <a:gd name="T52" fmla="*/ 94 w 838"/>
                  <a:gd name="T53" fmla="*/ 498 h 837"/>
                  <a:gd name="T54" fmla="*/ 142 w 838"/>
                  <a:gd name="T55" fmla="*/ 527 h 837"/>
                  <a:gd name="T56" fmla="*/ 232 w 838"/>
                  <a:gd name="T57" fmla="*/ 464 h 837"/>
                  <a:gd name="T58" fmla="*/ 169 w 838"/>
                  <a:gd name="T59" fmla="*/ 374 h 837"/>
                  <a:gd name="T60" fmla="*/ 114 w 838"/>
                  <a:gd name="T61" fmla="*/ 384 h 837"/>
                  <a:gd name="T62" fmla="*/ 64 w 838"/>
                  <a:gd name="T63" fmla="*/ 374 h 837"/>
                  <a:gd name="T64" fmla="*/ 108 w 838"/>
                  <a:gd name="T65" fmla="*/ 134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38" h="837">
                    <a:moveTo>
                      <a:pt x="108" y="134"/>
                    </a:moveTo>
                    <a:cubicBezTo>
                      <a:pt x="345" y="176"/>
                      <a:pt x="345" y="176"/>
                      <a:pt x="345" y="176"/>
                    </a:cubicBezTo>
                    <a:cubicBezTo>
                      <a:pt x="363" y="170"/>
                      <a:pt x="373" y="158"/>
                      <a:pt x="358" y="126"/>
                    </a:cubicBezTo>
                    <a:cubicBezTo>
                      <a:pt x="348" y="110"/>
                      <a:pt x="344" y="90"/>
                      <a:pt x="348" y="70"/>
                    </a:cubicBezTo>
                    <a:cubicBezTo>
                      <a:pt x="355" y="28"/>
                      <a:pt x="396" y="0"/>
                      <a:pt x="438" y="7"/>
                    </a:cubicBezTo>
                    <a:cubicBezTo>
                      <a:pt x="480" y="15"/>
                      <a:pt x="508" y="55"/>
                      <a:pt x="501" y="98"/>
                    </a:cubicBezTo>
                    <a:cubicBezTo>
                      <a:pt x="497" y="118"/>
                      <a:pt x="487" y="134"/>
                      <a:pt x="472" y="146"/>
                    </a:cubicBezTo>
                    <a:cubicBezTo>
                      <a:pt x="446" y="171"/>
                      <a:pt x="452" y="186"/>
                      <a:pt x="467" y="198"/>
                    </a:cubicBezTo>
                    <a:cubicBezTo>
                      <a:pt x="704" y="241"/>
                      <a:pt x="704" y="241"/>
                      <a:pt x="704" y="241"/>
                    </a:cubicBezTo>
                    <a:cubicBezTo>
                      <a:pt x="661" y="478"/>
                      <a:pt x="661" y="478"/>
                      <a:pt x="661" y="478"/>
                    </a:cubicBezTo>
                    <a:cubicBezTo>
                      <a:pt x="668" y="496"/>
                      <a:pt x="680" y="507"/>
                      <a:pt x="712" y="492"/>
                    </a:cubicBezTo>
                    <a:cubicBezTo>
                      <a:pt x="728" y="482"/>
                      <a:pt x="748" y="477"/>
                      <a:pt x="768" y="481"/>
                    </a:cubicBezTo>
                    <a:cubicBezTo>
                      <a:pt x="810" y="489"/>
                      <a:pt x="838" y="529"/>
                      <a:pt x="830" y="571"/>
                    </a:cubicBezTo>
                    <a:cubicBezTo>
                      <a:pt x="823" y="614"/>
                      <a:pt x="782" y="642"/>
                      <a:pt x="740" y="634"/>
                    </a:cubicBezTo>
                    <a:cubicBezTo>
                      <a:pt x="720" y="631"/>
                      <a:pt x="704" y="620"/>
                      <a:pt x="692" y="605"/>
                    </a:cubicBezTo>
                    <a:cubicBezTo>
                      <a:pt x="666" y="580"/>
                      <a:pt x="651" y="585"/>
                      <a:pt x="639" y="600"/>
                    </a:cubicBezTo>
                    <a:cubicBezTo>
                      <a:pt x="597" y="837"/>
                      <a:pt x="597" y="837"/>
                      <a:pt x="597" y="837"/>
                    </a:cubicBezTo>
                    <a:cubicBezTo>
                      <a:pt x="356" y="794"/>
                      <a:pt x="356" y="794"/>
                      <a:pt x="356" y="794"/>
                    </a:cubicBezTo>
                    <a:cubicBezTo>
                      <a:pt x="344" y="783"/>
                      <a:pt x="341" y="768"/>
                      <a:pt x="364" y="744"/>
                    </a:cubicBezTo>
                    <a:cubicBezTo>
                      <a:pt x="379" y="733"/>
                      <a:pt x="390" y="716"/>
                      <a:pt x="394" y="696"/>
                    </a:cubicBezTo>
                    <a:cubicBezTo>
                      <a:pt x="401" y="654"/>
                      <a:pt x="373" y="613"/>
                      <a:pt x="331" y="606"/>
                    </a:cubicBezTo>
                    <a:cubicBezTo>
                      <a:pt x="288" y="598"/>
                      <a:pt x="248" y="626"/>
                      <a:pt x="240" y="669"/>
                    </a:cubicBezTo>
                    <a:cubicBezTo>
                      <a:pt x="237" y="688"/>
                      <a:pt x="241" y="708"/>
                      <a:pt x="251" y="724"/>
                    </a:cubicBezTo>
                    <a:cubicBezTo>
                      <a:pt x="265" y="755"/>
                      <a:pt x="257" y="767"/>
                      <a:pt x="241" y="774"/>
                    </a:cubicBezTo>
                    <a:cubicBezTo>
                      <a:pt x="0" y="730"/>
                      <a:pt x="0" y="730"/>
                      <a:pt x="0" y="730"/>
                    </a:cubicBezTo>
                    <a:cubicBezTo>
                      <a:pt x="43" y="490"/>
                      <a:pt x="43" y="490"/>
                      <a:pt x="43" y="490"/>
                    </a:cubicBezTo>
                    <a:cubicBezTo>
                      <a:pt x="55" y="477"/>
                      <a:pt x="70" y="474"/>
                      <a:pt x="94" y="498"/>
                    </a:cubicBezTo>
                    <a:cubicBezTo>
                      <a:pt x="105" y="513"/>
                      <a:pt x="122" y="524"/>
                      <a:pt x="142" y="527"/>
                    </a:cubicBezTo>
                    <a:cubicBezTo>
                      <a:pt x="184" y="535"/>
                      <a:pt x="224" y="506"/>
                      <a:pt x="232" y="464"/>
                    </a:cubicBezTo>
                    <a:cubicBezTo>
                      <a:pt x="240" y="422"/>
                      <a:pt x="212" y="381"/>
                      <a:pt x="169" y="374"/>
                    </a:cubicBezTo>
                    <a:cubicBezTo>
                      <a:pt x="149" y="370"/>
                      <a:pt x="130" y="374"/>
                      <a:pt x="114" y="384"/>
                    </a:cubicBezTo>
                    <a:cubicBezTo>
                      <a:pt x="83" y="398"/>
                      <a:pt x="71" y="390"/>
                      <a:pt x="64" y="374"/>
                    </a:cubicBezTo>
                    <a:lnTo>
                      <a:pt x="108" y="1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Freeform 179">
                <a:extLst>
                  <a:ext uri="{FF2B5EF4-FFF2-40B4-BE49-F238E27FC236}">
                    <a16:creationId xmlns:a16="http://schemas.microsoft.com/office/drawing/2014/main" id="{31D718E1-C8ED-1856-0799-B7F13BA17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2188" y="3444876"/>
                <a:ext cx="473075" cy="474663"/>
              </a:xfrm>
              <a:custGeom>
                <a:avLst/>
                <a:gdLst>
                  <a:gd name="T0" fmla="*/ 0 w 849"/>
                  <a:gd name="T1" fmla="*/ 261 h 849"/>
                  <a:gd name="T2" fmla="*/ 234 w 849"/>
                  <a:gd name="T3" fmla="*/ 203 h 849"/>
                  <a:gd name="T4" fmla="*/ 226 w 849"/>
                  <a:gd name="T5" fmla="*/ 151 h 849"/>
                  <a:gd name="T6" fmla="*/ 193 w 849"/>
                  <a:gd name="T7" fmla="*/ 104 h 849"/>
                  <a:gd name="T8" fmla="*/ 250 w 849"/>
                  <a:gd name="T9" fmla="*/ 10 h 849"/>
                  <a:gd name="T10" fmla="*/ 345 w 849"/>
                  <a:gd name="T11" fmla="*/ 67 h 849"/>
                  <a:gd name="T12" fmla="*/ 338 w 849"/>
                  <a:gd name="T13" fmla="*/ 123 h 849"/>
                  <a:gd name="T14" fmla="*/ 354 w 849"/>
                  <a:gd name="T15" fmla="*/ 173 h 849"/>
                  <a:gd name="T16" fmla="*/ 589 w 849"/>
                  <a:gd name="T17" fmla="*/ 115 h 849"/>
                  <a:gd name="T18" fmla="*/ 646 w 849"/>
                  <a:gd name="T19" fmla="*/ 349 h 849"/>
                  <a:gd name="T20" fmla="*/ 699 w 849"/>
                  <a:gd name="T21" fmla="*/ 340 h 849"/>
                  <a:gd name="T22" fmla="*/ 745 w 849"/>
                  <a:gd name="T23" fmla="*/ 308 h 849"/>
                  <a:gd name="T24" fmla="*/ 839 w 849"/>
                  <a:gd name="T25" fmla="*/ 365 h 849"/>
                  <a:gd name="T26" fmla="*/ 782 w 849"/>
                  <a:gd name="T27" fmla="*/ 459 h 849"/>
                  <a:gd name="T28" fmla="*/ 726 w 849"/>
                  <a:gd name="T29" fmla="*/ 452 h 849"/>
                  <a:gd name="T30" fmla="*/ 676 w 849"/>
                  <a:gd name="T31" fmla="*/ 469 h 849"/>
                  <a:gd name="T32" fmla="*/ 734 w 849"/>
                  <a:gd name="T33" fmla="*/ 703 h 849"/>
                  <a:gd name="T34" fmla="*/ 497 w 849"/>
                  <a:gd name="T35" fmla="*/ 762 h 849"/>
                  <a:gd name="T36" fmla="*/ 484 w 849"/>
                  <a:gd name="T37" fmla="*/ 713 h 849"/>
                  <a:gd name="T38" fmla="*/ 491 w 849"/>
                  <a:gd name="T39" fmla="*/ 657 h 849"/>
                  <a:gd name="T40" fmla="*/ 397 w 849"/>
                  <a:gd name="T41" fmla="*/ 600 h 849"/>
                  <a:gd name="T42" fmla="*/ 340 w 849"/>
                  <a:gd name="T43" fmla="*/ 695 h 849"/>
                  <a:gd name="T44" fmla="*/ 372 w 849"/>
                  <a:gd name="T45" fmla="*/ 741 h 849"/>
                  <a:gd name="T46" fmla="*/ 383 w 849"/>
                  <a:gd name="T47" fmla="*/ 790 h 849"/>
                  <a:gd name="T48" fmla="*/ 146 w 849"/>
                  <a:gd name="T49" fmla="*/ 849 h 849"/>
                  <a:gd name="T50" fmla="*/ 87 w 849"/>
                  <a:gd name="T51" fmla="*/ 612 h 849"/>
                  <a:gd name="T52" fmla="*/ 136 w 849"/>
                  <a:gd name="T53" fmla="*/ 598 h 849"/>
                  <a:gd name="T54" fmla="*/ 192 w 849"/>
                  <a:gd name="T55" fmla="*/ 606 h 849"/>
                  <a:gd name="T56" fmla="*/ 249 w 849"/>
                  <a:gd name="T57" fmla="*/ 511 h 849"/>
                  <a:gd name="T58" fmla="*/ 154 w 849"/>
                  <a:gd name="T59" fmla="*/ 454 h 849"/>
                  <a:gd name="T60" fmla="*/ 108 w 849"/>
                  <a:gd name="T61" fmla="*/ 487 h 849"/>
                  <a:gd name="T62" fmla="*/ 59 w 849"/>
                  <a:gd name="T63" fmla="*/ 498 h 849"/>
                  <a:gd name="T64" fmla="*/ 0 w 849"/>
                  <a:gd name="T65" fmla="*/ 261 h 8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9" h="849">
                    <a:moveTo>
                      <a:pt x="0" y="261"/>
                    </a:moveTo>
                    <a:cubicBezTo>
                      <a:pt x="234" y="203"/>
                      <a:pt x="234" y="203"/>
                      <a:pt x="234" y="203"/>
                    </a:cubicBezTo>
                    <a:cubicBezTo>
                      <a:pt x="248" y="190"/>
                      <a:pt x="253" y="175"/>
                      <a:pt x="226" y="151"/>
                    </a:cubicBezTo>
                    <a:cubicBezTo>
                      <a:pt x="210" y="140"/>
                      <a:pt x="198" y="124"/>
                      <a:pt x="193" y="104"/>
                    </a:cubicBezTo>
                    <a:cubicBezTo>
                      <a:pt x="183" y="63"/>
                      <a:pt x="208" y="20"/>
                      <a:pt x="250" y="10"/>
                    </a:cubicBezTo>
                    <a:cubicBezTo>
                      <a:pt x="292" y="0"/>
                      <a:pt x="334" y="25"/>
                      <a:pt x="345" y="67"/>
                    </a:cubicBezTo>
                    <a:cubicBezTo>
                      <a:pt x="350" y="87"/>
                      <a:pt x="347" y="106"/>
                      <a:pt x="338" y="123"/>
                    </a:cubicBezTo>
                    <a:cubicBezTo>
                      <a:pt x="325" y="157"/>
                      <a:pt x="336" y="168"/>
                      <a:pt x="354" y="173"/>
                    </a:cubicBezTo>
                    <a:cubicBezTo>
                      <a:pt x="589" y="115"/>
                      <a:pt x="589" y="115"/>
                      <a:pt x="589" y="115"/>
                    </a:cubicBezTo>
                    <a:cubicBezTo>
                      <a:pt x="646" y="349"/>
                      <a:pt x="646" y="349"/>
                      <a:pt x="646" y="349"/>
                    </a:cubicBezTo>
                    <a:cubicBezTo>
                      <a:pt x="659" y="363"/>
                      <a:pt x="675" y="367"/>
                      <a:pt x="699" y="340"/>
                    </a:cubicBezTo>
                    <a:cubicBezTo>
                      <a:pt x="709" y="325"/>
                      <a:pt x="725" y="313"/>
                      <a:pt x="745" y="308"/>
                    </a:cubicBezTo>
                    <a:cubicBezTo>
                      <a:pt x="786" y="298"/>
                      <a:pt x="829" y="323"/>
                      <a:pt x="839" y="365"/>
                    </a:cubicBezTo>
                    <a:cubicBezTo>
                      <a:pt x="849" y="407"/>
                      <a:pt x="824" y="449"/>
                      <a:pt x="782" y="459"/>
                    </a:cubicBezTo>
                    <a:cubicBezTo>
                      <a:pt x="763" y="464"/>
                      <a:pt x="743" y="461"/>
                      <a:pt x="726" y="452"/>
                    </a:cubicBezTo>
                    <a:cubicBezTo>
                      <a:pt x="692" y="439"/>
                      <a:pt x="681" y="451"/>
                      <a:pt x="676" y="469"/>
                    </a:cubicBezTo>
                    <a:cubicBezTo>
                      <a:pt x="734" y="703"/>
                      <a:pt x="734" y="703"/>
                      <a:pt x="734" y="703"/>
                    </a:cubicBezTo>
                    <a:cubicBezTo>
                      <a:pt x="497" y="762"/>
                      <a:pt x="497" y="762"/>
                      <a:pt x="497" y="762"/>
                    </a:cubicBezTo>
                    <a:cubicBezTo>
                      <a:pt x="481" y="756"/>
                      <a:pt x="472" y="744"/>
                      <a:pt x="484" y="713"/>
                    </a:cubicBezTo>
                    <a:cubicBezTo>
                      <a:pt x="493" y="697"/>
                      <a:pt x="496" y="677"/>
                      <a:pt x="491" y="657"/>
                    </a:cubicBezTo>
                    <a:cubicBezTo>
                      <a:pt x="481" y="616"/>
                      <a:pt x="438" y="590"/>
                      <a:pt x="397" y="600"/>
                    </a:cubicBezTo>
                    <a:cubicBezTo>
                      <a:pt x="355" y="611"/>
                      <a:pt x="329" y="653"/>
                      <a:pt x="340" y="695"/>
                    </a:cubicBezTo>
                    <a:cubicBezTo>
                      <a:pt x="344" y="714"/>
                      <a:pt x="356" y="730"/>
                      <a:pt x="372" y="741"/>
                    </a:cubicBezTo>
                    <a:cubicBezTo>
                      <a:pt x="397" y="763"/>
                      <a:pt x="395" y="778"/>
                      <a:pt x="383" y="790"/>
                    </a:cubicBezTo>
                    <a:cubicBezTo>
                      <a:pt x="146" y="849"/>
                      <a:pt x="146" y="849"/>
                      <a:pt x="146" y="849"/>
                    </a:cubicBezTo>
                    <a:cubicBezTo>
                      <a:pt x="87" y="612"/>
                      <a:pt x="87" y="612"/>
                      <a:pt x="87" y="612"/>
                    </a:cubicBezTo>
                    <a:cubicBezTo>
                      <a:pt x="93" y="596"/>
                      <a:pt x="105" y="587"/>
                      <a:pt x="136" y="598"/>
                    </a:cubicBezTo>
                    <a:cubicBezTo>
                      <a:pt x="152" y="608"/>
                      <a:pt x="172" y="610"/>
                      <a:pt x="192" y="606"/>
                    </a:cubicBezTo>
                    <a:cubicBezTo>
                      <a:pt x="234" y="595"/>
                      <a:pt x="259" y="553"/>
                      <a:pt x="249" y="511"/>
                    </a:cubicBezTo>
                    <a:cubicBezTo>
                      <a:pt x="238" y="469"/>
                      <a:pt x="196" y="444"/>
                      <a:pt x="154" y="454"/>
                    </a:cubicBezTo>
                    <a:cubicBezTo>
                      <a:pt x="135" y="459"/>
                      <a:pt x="119" y="471"/>
                      <a:pt x="108" y="487"/>
                    </a:cubicBezTo>
                    <a:cubicBezTo>
                      <a:pt x="86" y="512"/>
                      <a:pt x="71" y="510"/>
                      <a:pt x="59" y="498"/>
                    </a:cubicBezTo>
                    <a:lnTo>
                      <a:pt x="0" y="2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Freeform 180">
                <a:extLst>
                  <a:ext uri="{FF2B5EF4-FFF2-40B4-BE49-F238E27FC236}">
                    <a16:creationId xmlns:a16="http://schemas.microsoft.com/office/drawing/2014/main" id="{768201E0-55F1-A607-C2BA-EF3E5B9157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8125" y="3975101"/>
                <a:ext cx="639762" cy="439738"/>
              </a:xfrm>
              <a:custGeom>
                <a:avLst/>
                <a:gdLst>
                  <a:gd name="T0" fmla="*/ 41 w 1148"/>
                  <a:gd name="T1" fmla="*/ 0 h 789"/>
                  <a:gd name="T2" fmla="*/ 1107 w 1148"/>
                  <a:gd name="T3" fmla="*/ 0 h 789"/>
                  <a:gd name="T4" fmla="*/ 1148 w 1148"/>
                  <a:gd name="T5" fmla="*/ 41 h 789"/>
                  <a:gd name="T6" fmla="*/ 1148 w 1148"/>
                  <a:gd name="T7" fmla="*/ 747 h 789"/>
                  <a:gd name="T8" fmla="*/ 1107 w 1148"/>
                  <a:gd name="T9" fmla="*/ 789 h 789"/>
                  <a:gd name="T10" fmla="*/ 41 w 1148"/>
                  <a:gd name="T11" fmla="*/ 789 h 789"/>
                  <a:gd name="T12" fmla="*/ 0 w 1148"/>
                  <a:gd name="T13" fmla="*/ 747 h 789"/>
                  <a:gd name="T14" fmla="*/ 0 w 1148"/>
                  <a:gd name="T15" fmla="*/ 41 h 789"/>
                  <a:gd name="T16" fmla="*/ 41 w 1148"/>
                  <a:gd name="T17" fmla="*/ 0 h 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8" h="789">
                    <a:moveTo>
                      <a:pt x="41" y="0"/>
                    </a:moveTo>
                    <a:cubicBezTo>
                      <a:pt x="1107" y="0"/>
                      <a:pt x="1107" y="0"/>
                      <a:pt x="1107" y="0"/>
                    </a:cubicBezTo>
                    <a:cubicBezTo>
                      <a:pt x="1129" y="0"/>
                      <a:pt x="1148" y="19"/>
                      <a:pt x="1148" y="41"/>
                    </a:cubicBezTo>
                    <a:cubicBezTo>
                      <a:pt x="1148" y="747"/>
                      <a:pt x="1148" y="747"/>
                      <a:pt x="1148" y="747"/>
                    </a:cubicBezTo>
                    <a:cubicBezTo>
                      <a:pt x="1148" y="770"/>
                      <a:pt x="1129" y="789"/>
                      <a:pt x="1107" y="789"/>
                    </a:cubicBezTo>
                    <a:cubicBezTo>
                      <a:pt x="41" y="789"/>
                      <a:pt x="41" y="789"/>
                      <a:pt x="41" y="789"/>
                    </a:cubicBezTo>
                    <a:cubicBezTo>
                      <a:pt x="18" y="789"/>
                      <a:pt x="0" y="770"/>
                      <a:pt x="0" y="747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9"/>
                      <a:pt x="18" y="0"/>
                      <a:pt x="4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Freeform 181">
                <a:extLst>
                  <a:ext uri="{FF2B5EF4-FFF2-40B4-BE49-F238E27FC236}">
                    <a16:creationId xmlns:a16="http://schemas.microsoft.com/office/drawing/2014/main" id="{16CA76C6-B18F-6440-6503-4D0419AF4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8125" y="3871913"/>
                <a:ext cx="639762" cy="146050"/>
              </a:xfrm>
              <a:custGeom>
                <a:avLst/>
                <a:gdLst>
                  <a:gd name="T0" fmla="*/ 48 w 1148"/>
                  <a:gd name="T1" fmla="*/ 0 h 261"/>
                  <a:gd name="T2" fmla="*/ 1100 w 1148"/>
                  <a:gd name="T3" fmla="*/ 0 h 261"/>
                  <a:gd name="T4" fmla="*/ 1148 w 1148"/>
                  <a:gd name="T5" fmla="*/ 48 h 261"/>
                  <a:gd name="T6" fmla="*/ 1148 w 1148"/>
                  <a:gd name="T7" fmla="*/ 214 h 261"/>
                  <a:gd name="T8" fmla="*/ 1100 w 1148"/>
                  <a:gd name="T9" fmla="*/ 261 h 261"/>
                  <a:gd name="T10" fmla="*/ 48 w 1148"/>
                  <a:gd name="T11" fmla="*/ 261 h 261"/>
                  <a:gd name="T12" fmla="*/ 0 w 1148"/>
                  <a:gd name="T13" fmla="*/ 214 h 261"/>
                  <a:gd name="T14" fmla="*/ 0 w 1148"/>
                  <a:gd name="T15" fmla="*/ 48 h 261"/>
                  <a:gd name="T16" fmla="*/ 48 w 1148"/>
                  <a:gd name="T17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8" h="261">
                    <a:moveTo>
                      <a:pt x="48" y="0"/>
                    </a:moveTo>
                    <a:cubicBezTo>
                      <a:pt x="1100" y="0"/>
                      <a:pt x="1100" y="0"/>
                      <a:pt x="1100" y="0"/>
                    </a:cubicBezTo>
                    <a:cubicBezTo>
                      <a:pt x="1126" y="0"/>
                      <a:pt x="1148" y="22"/>
                      <a:pt x="1148" y="48"/>
                    </a:cubicBezTo>
                    <a:cubicBezTo>
                      <a:pt x="1148" y="214"/>
                      <a:pt x="1148" y="214"/>
                      <a:pt x="1148" y="214"/>
                    </a:cubicBezTo>
                    <a:cubicBezTo>
                      <a:pt x="1148" y="240"/>
                      <a:pt x="1126" y="261"/>
                      <a:pt x="1100" y="261"/>
                    </a:cubicBezTo>
                    <a:cubicBezTo>
                      <a:pt x="48" y="261"/>
                      <a:pt x="48" y="261"/>
                      <a:pt x="48" y="261"/>
                    </a:cubicBezTo>
                    <a:cubicBezTo>
                      <a:pt x="21" y="261"/>
                      <a:pt x="0" y="240"/>
                      <a:pt x="0" y="21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2"/>
                      <a:pt x="21" y="0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Oval 182">
                <a:extLst>
                  <a:ext uri="{FF2B5EF4-FFF2-40B4-BE49-F238E27FC236}">
                    <a16:creationId xmlns:a16="http://schemas.microsoft.com/office/drawing/2014/main" id="{830C5A21-1A78-30A3-4963-FE5E7E2B8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2100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Oval 183">
                <a:extLst>
                  <a:ext uri="{FF2B5EF4-FFF2-40B4-BE49-F238E27FC236}">
                    <a16:creationId xmlns:a16="http://schemas.microsoft.com/office/drawing/2014/main" id="{21E02198-4112-6A24-67BB-942401537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4650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Oval 184">
                <a:extLst>
                  <a:ext uri="{FF2B5EF4-FFF2-40B4-BE49-F238E27FC236}">
                    <a16:creationId xmlns:a16="http://schemas.microsoft.com/office/drawing/2014/main" id="{80ACD5E7-6F4C-AEA8-9145-52F9FE3CA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5613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Oval 185">
                <a:extLst>
                  <a:ext uri="{FF2B5EF4-FFF2-40B4-BE49-F238E27FC236}">
                    <a16:creationId xmlns:a16="http://schemas.microsoft.com/office/drawing/2014/main" id="{01621713-CB68-6151-C379-78A26A5BD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6575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Oval 186">
                <a:extLst>
                  <a:ext uri="{FF2B5EF4-FFF2-40B4-BE49-F238E27FC236}">
                    <a16:creationId xmlns:a16="http://schemas.microsoft.com/office/drawing/2014/main" id="{F44E437A-04C7-3418-91DE-BB46E0271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9125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Oval 187">
                <a:extLst>
                  <a:ext uri="{FF2B5EF4-FFF2-40B4-BE49-F238E27FC236}">
                    <a16:creationId xmlns:a16="http://schemas.microsoft.com/office/drawing/2014/main" id="{C743C17D-BB05-C72F-316B-46805690A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0088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0" name="Oval 188">
                <a:extLst>
                  <a:ext uri="{FF2B5EF4-FFF2-40B4-BE49-F238E27FC236}">
                    <a16:creationId xmlns:a16="http://schemas.microsoft.com/office/drawing/2014/main" id="{127DEA4E-ACC6-05AF-092A-1BD3E3C27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1050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Freeform 189">
                <a:extLst>
                  <a:ext uri="{FF2B5EF4-FFF2-40B4-BE49-F238E27FC236}">
                    <a16:creationId xmlns:a16="http://schemas.microsoft.com/office/drawing/2014/main" id="{1401296F-B917-1ECC-875A-B91C11D5F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8450" y="3835401"/>
                <a:ext cx="31750" cy="74613"/>
              </a:xfrm>
              <a:custGeom>
                <a:avLst/>
                <a:gdLst>
                  <a:gd name="T0" fmla="*/ 27 w 55"/>
                  <a:gd name="T1" fmla="*/ 0 h 132"/>
                  <a:gd name="T2" fmla="*/ 27 w 55"/>
                  <a:gd name="T3" fmla="*/ 0 h 132"/>
                  <a:gd name="T4" fmla="*/ 55 w 55"/>
                  <a:gd name="T5" fmla="*/ 28 h 132"/>
                  <a:gd name="T6" fmla="*/ 55 w 55"/>
                  <a:gd name="T7" fmla="*/ 104 h 132"/>
                  <a:gd name="T8" fmla="*/ 27 w 55"/>
                  <a:gd name="T9" fmla="*/ 132 h 132"/>
                  <a:gd name="T10" fmla="*/ 27 w 55"/>
                  <a:gd name="T11" fmla="*/ 132 h 132"/>
                  <a:gd name="T12" fmla="*/ 0 w 55"/>
                  <a:gd name="T13" fmla="*/ 104 h 132"/>
                  <a:gd name="T14" fmla="*/ 0 w 55"/>
                  <a:gd name="T15" fmla="*/ 28 h 132"/>
                  <a:gd name="T16" fmla="*/ 27 w 55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5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Freeform 190">
                <a:extLst>
                  <a:ext uri="{FF2B5EF4-FFF2-40B4-BE49-F238E27FC236}">
                    <a16:creationId xmlns:a16="http://schemas.microsoft.com/office/drawing/2014/main" id="{5E2BCB8E-1A61-754C-89EA-15EEEC4ED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1000" y="3835401"/>
                <a:ext cx="30162" cy="74613"/>
              </a:xfrm>
              <a:custGeom>
                <a:avLst/>
                <a:gdLst>
                  <a:gd name="T0" fmla="*/ 27 w 55"/>
                  <a:gd name="T1" fmla="*/ 0 h 132"/>
                  <a:gd name="T2" fmla="*/ 27 w 55"/>
                  <a:gd name="T3" fmla="*/ 0 h 132"/>
                  <a:gd name="T4" fmla="*/ 55 w 55"/>
                  <a:gd name="T5" fmla="*/ 28 h 132"/>
                  <a:gd name="T6" fmla="*/ 55 w 55"/>
                  <a:gd name="T7" fmla="*/ 104 h 132"/>
                  <a:gd name="T8" fmla="*/ 27 w 55"/>
                  <a:gd name="T9" fmla="*/ 132 h 132"/>
                  <a:gd name="T10" fmla="*/ 27 w 55"/>
                  <a:gd name="T11" fmla="*/ 132 h 132"/>
                  <a:gd name="T12" fmla="*/ 0 w 55"/>
                  <a:gd name="T13" fmla="*/ 104 h 132"/>
                  <a:gd name="T14" fmla="*/ 0 w 55"/>
                  <a:gd name="T15" fmla="*/ 28 h 132"/>
                  <a:gd name="T16" fmla="*/ 27 w 55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5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Freeform 191">
                <a:extLst>
                  <a:ext uri="{FF2B5EF4-FFF2-40B4-BE49-F238E27FC236}">
                    <a16:creationId xmlns:a16="http://schemas.microsoft.com/office/drawing/2014/main" id="{EFDD5AB2-8503-8EFD-F541-7072429AC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1963" y="3835401"/>
                <a:ext cx="30162" cy="74613"/>
              </a:xfrm>
              <a:custGeom>
                <a:avLst/>
                <a:gdLst>
                  <a:gd name="T0" fmla="*/ 27 w 54"/>
                  <a:gd name="T1" fmla="*/ 0 h 132"/>
                  <a:gd name="T2" fmla="*/ 27 w 54"/>
                  <a:gd name="T3" fmla="*/ 0 h 132"/>
                  <a:gd name="T4" fmla="*/ 54 w 54"/>
                  <a:gd name="T5" fmla="*/ 28 h 132"/>
                  <a:gd name="T6" fmla="*/ 54 w 54"/>
                  <a:gd name="T7" fmla="*/ 104 h 132"/>
                  <a:gd name="T8" fmla="*/ 27 w 54"/>
                  <a:gd name="T9" fmla="*/ 132 h 132"/>
                  <a:gd name="T10" fmla="*/ 27 w 54"/>
                  <a:gd name="T11" fmla="*/ 132 h 132"/>
                  <a:gd name="T12" fmla="*/ 0 w 54"/>
                  <a:gd name="T13" fmla="*/ 104 h 132"/>
                  <a:gd name="T14" fmla="*/ 0 w 54"/>
                  <a:gd name="T15" fmla="*/ 28 h 132"/>
                  <a:gd name="T16" fmla="*/ 27 w 54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4" y="13"/>
                      <a:pt x="54" y="28"/>
                    </a:cubicBezTo>
                    <a:cubicBezTo>
                      <a:pt x="54" y="104"/>
                      <a:pt x="54" y="104"/>
                      <a:pt x="54" y="104"/>
                    </a:cubicBezTo>
                    <a:cubicBezTo>
                      <a:pt x="54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Freeform 192">
                <a:extLst>
                  <a:ext uri="{FF2B5EF4-FFF2-40B4-BE49-F238E27FC236}">
                    <a16:creationId xmlns:a16="http://schemas.microsoft.com/office/drawing/2014/main" id="{1B6E2C5C-2DB7-B8D6-8A38-AB64700E5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2925" y="3835401"/>
                <a:ext cx="31750" cy="74613"/>
              </a:xfrm>
              <a:custGeom>
                <a:avLst/>
                <a:gdLst>
                  <a:gd name="T0" fmla="*/ 28 w 56"/>
                  <a:gd name="T1" fmla="*/ 0 h 132"/>
                  <a:gd name="T2" fmla="*/ 28 w 56"/>
                  <a:gd name="T3" fmla="*/ 0 h 132"/>
                  <a:gd name="T4" fmla="*/ 56 w 56"/>
                  <a:gd name="T5" fmla="*/ 28 h 132"/>
                  <a:gd name="T6" fmla="*/ 56 w 56"/>
                  <a:gd name="T7" fmla="*/ 104 h 132"/>
                  <a:gd name="T8" fmla="*/ 28 w 56"/>
                  <a:gd name="T9" fmla="*/ 132 h 132"/>
                  <a:gd name="T10" fmla="*/ 28 w 56"/>
                  <a:gd name="T11" fmla="*/ 132 h 132"/>
                  <a:gd name="T12" fmla="*/ 0 w 56"/>
                  <a:gd name="T13" fmla="*/ 104 h 132"/>
                  <a:gd name="T14" fmla="*/ 0 w 56"/>
                  <a:gd name="T15" fmla="*/ 28 h 132"/>
                  <a:gd name="T16" fmla="*/ 28 w 56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132">
                    <a:moveTo>
                      <a:pt x="28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43" y="0"/>
                      <a:pt x="56" y="13"/>
                      <a:pt x="56" y="28"/>
                    </a:cubicBezTo>
                    <a:cubicBezTo>
                      <a:pt x="56" y="104"/>
                      <a:pt x="56" y="104"/>
                      <a:pt x="56" y="104"/>
                    </a:cubicBezTo>
                    <a:cubicBezTo>
                      <a:pt x="56" y="120"/>
                      <a:pt x="43" y="132"/>
                      <a:pt x="28" y="132"/>
                    </a:cubicBezTo>
                    <a:cubicBezTo>
                      <a:pt x="28" y="132"/>
                      <a:pt x="28" y="132"/>
                      <a:pt x="28" y="132"/>
                    </a:cubicBezTo>
                    <a:cubicBezTo>
                      <a:pt x="13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3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Freeform 193">
                <a:extLst>
                  <a:ext uri="{FF2B5EF4-FFF2-40B4-BE49-F238E27FC236}">
                    <a16:creationId xmlns:a16="http://schemas.microsoft.com/office/drawing/2014/main" id="{BF3278DA-E0F5-8652-2754-27BDB5347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3888" y="3835401"/>
                <a:ext cx="31750" cy="74613"/>
              </a:xfrm>
              <a:custGeom>
                <a:avLst/>
                <a:gdLst>
                  <a:gd name="T0" fmla="*/ 28 w 56"/>
                  <a:gd name="T1" fmla="*/ 0 h 132"/>
                  <a:gd name="T2" fmla="*/ 28 w 56"/>
                  <a:gd name="T3" fmla="*/ 0 h 132"/>
                  <a:gd name="T4" fmla="*/ 56 w 56"/>
                  <a:gd name="T5" fmla="*/ 28 h 132"/>
                  <a:gd name="T6" fmla="*/ 56 w 56"/>
                  <a:gd name="T7" fmla="*/ 104 h 132"/>
                  <a:gd name="T8" fmla="*/ 28 w 56"/>
                  <a:gd name="T9" fmla="*/ 132 h 132"/>
                  <a:gd name="T10" fmla="*/ 28 w 56"/>
                  <a:gd name="T11" fmla="*/ 132 h 132"/>
                  <a:gd name="T12" fmla="*/ 0 w 56"/>
                  <a:gd name="T13" fmla="*/ 104 h 132"/>
                  <a:gd name="T14" fmla="*/ 0 w 56"/>
                  <a:gd name="T15" fmla="*/ 28 h 132"/>
                  <a:gd name="T16" fmla="*/ 28 w 56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132">
                    <a:moveTo>
                      <a:pt x="28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43" y="0"/>
                      <a:pt x="56" y="13"/>
                      <a:pt x="56" y="28"/>
                    </a:cubicBezTo>
                    <a:cubicBezTo>
                      <a:pt x="56" y="104"/>
                      <a:pt x="56" y="104"/>
                      <a:pt x="56" y="104"/>
                    </a:cubicBezTo>
                    <a:cubicBezTo>
                      <a:pt x="56" y="120"/>
                      <a:pt x="43" y="132"/>
                      <a:pt x="28" y="132"/>
                    </a:cubicBezTo>
                    <a:cubicBezTo>
                      <a:pt x="28" y="132"/>
                      <a:pt x="28" y="132"/>
                      <a:pt x="28" y="132"/>
                    </a:cubicBezTo>
                    <a:cubicBezTo>
                      <a:pt x="13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3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Freeform 194">
                <a:extLst>
                  <a:ext uri="{FF2B5EF4-FFF2-40B4-BE49-F238E27FC236}">
                    <a16:creationId xmlns:a16="http://schemas.microsoft.com/office/drawing/2014/main" id="{0938D313-194C-E0B6-42FB-7F7906680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438" y="3835401"/>
                <a:ext cx="30162" cy="74613"/>
              </a:xfrm>
              <a:custGeom>
                <a:avLst/>
                <a:gdLst>
                  <a:gd name="T0" fmla="*/ 27 w 55"/>
                  <a:gd name="T1" fmla="*/ 0 h 132"/>
                  <a:gd name="T2" fmla="*/ 27 w 55"/>
                  <a:gd name="T3" fmla="*/ 0 h 132"/>
                  <a:gd name="T4" fmla="*/ 55 w 55"/>
                  <a:gd name="T5" fmla="*/ 28 h 132"/>
                  <a:gd name="T6" fmla="*/ 55 w 55"/>
                  <a:gd name="T7" fmla="*/ 104 h 132"/>
                  <a:gd name="T8" fmla="*/ 27 w 55"/>
                  <a:gd name="T9" fmla="*/ 132 h 132"/>
                  <a:gd name="T10" fmla="*/ 27 w 55"/>
                  <a:gd name="T11" fmla="*/ 132 h 132"/>
                  <a:gd name="T12" fmla="*/ 0 w 55"/>
                  <a:gd name="T13" fmla="*/ 104 h 132"/>
                  <a:gd name="T14" fmla="*/ 0 w 55"/>
                  <a:gd name="T15" fmla="*/ 28 h 132"/>
                  <a:gd name="T16" fmla="*/ 27 w 55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5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7" name="Freeform 195">
                <a:extLst>
                  <a:ext uri="{FF2B5EF4-FFF2-40B4-BE49-F238E27FC236}">
                    <a16:creationId xmlns:a16="http://schemas.microsoft.com/office/drawing/2014/main" id="{D5BC17E8-0F43-24CE-5AFC-8054DA5AE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835401"/>
                <a:ext cx="30162" cy="74613"/>
              </a:xfrm>
              <a:custGeom>
                <a:avLst/>
                <a:gdLst>
                  <a:gd name="T0" fmla="*/ 27 w 54"/>
                  <a:gd name="T1" fmla="*/ 0 h 132"/>
                  <a:gd name="T2" fmla="*/ 27 w 54"/>
                  <a:gd name="T3" fmla="*/ 0 h 132"/>
                  <a:gd name="T4" fmla="*/ 54 w 54"/>
                  <a:gd name="T5" fmla="*/ 28 h 132"/>
                  <a:gd name="T6" fmla="*/ 54 w 54"/>
                  <a:gd name="T7" fmla="*/ 104 h 132"/>
                  <a:gd name="T8" fmla="*/ 27 w 54"/>
                  <a:gd name="T9" fmla="*/ 132 h 132"/>
                  <a:gd name="T10" fmla="*/ 27 w 54"/>
                  <a:gd name="T11" fmla="*/ 132 h 132"/>
                  <a:gd name="T12" fmla="*/ 0 w 54"/>
                  <a:gd name="T13" fmla="*/ 104 h 132"/>
                  <a:gd name="T14" fmla="*/ 0 w 54"/>
                  <a:gd name="T15" fmla="*/ 28 h 132"/>
                  <a:gd name="T16" fmla="*/ 27 w 54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4" y="13"/>
                      <a:pt x="54" y="28"/>
                    </a:cubicBezTo>
                    <a:cubicBezTo>
                      <a:pt x="54" y="104"/>
                      <a:pt x="54" y="104"/>
                      <a:pt x="54" y="104"/>
                    </a:cubicBezTo>
                    <a:cubicBezTo>
                      <a:pt x="54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Rectangle 196">
                <a:extLst>
                  <a:ext uri="{FF2B5EF4-FFF2-40B4-BE49-F238E27FC236}">
                    <a16:creationId xmlns:a16="http://schemas.microsoft.com/office/drawing/2014/main" id="{94A642E0-3D1D-4F17-AB86-B6C409186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863" y="4084638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Rectangle 197">
                <a:extLst>
                  <a:ext uri="{FF2B5EF4-FFF2-40B4-BE49-F238E27FC236}">
                    <a16:creationId xmlns:a16="http://schemas.microsoft.com/office/drawing/2014/main" id="{5E259C51-97C6-AC2A-8A9A-1FA0FE5888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863" y="419100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Rectangle 198">
                <a:extLst>
                  <a:ext uri="{FF2B5EF4-FFF2-40B4-BE49-F238E27FC236}">
                    <a16:creationId xmlns:a16="http://schemas.microsoft.com/office/drawing/2014/main" id="{B08CD318-08BE-2F90-828E-0FF1F0B2D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1163" y="4084638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Rectangle 199">
                <a:extLst>
                  <a:ext uri="{FF2B5EF4-FFF2-40B4-BE49-F238E27FC236}">
                    <a16:creationId xmlns:a16="http://schemas.microsoft.com/office/drawing/2014/main" id="{1D112EFA-A22A-EEAC-F760-0D33BDA85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1163" y="419100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Rectangle 200">
                <a:extLst>
                  <a:ext uri="{FF2B5EF4-FFF2-40B4-BE49-F238E27FC236}">
                    <a16:creationId xmlns:a16="http://schemas.microsoft.com/office/drawing/2014/main" id="{CABCD46D-0705-20EF-0ED3-0D6D1207A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7050" y="4084638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Rectangle 201">
                <a:extLst>
                  <a:ext uri="{FF2B5EF4-FFF2-40B4-BE49-F238E27FC236}">
                    <a16:creationId xmlns:a16="http://schemas.microsoft.com/office/drawing/2014/main" id="{22FB489C-816D-6F84-1007-1D2C56731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7050" y="419100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Rectangle 202">
                <a:extLst>
                  <a:ext uri="{FF2B5EF4-FFF2-40B4-BE49-F238E27FC236}">
                    <a16:creationId xmlns:a16="http://schemas.microsoft.com/office/drawing/2014/main" id="{7057A884-2E7B-51E3-3D70-D77C0DAC7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1350" y="4084638"/>
                <a:ext cx="65087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Rectangle 203">
                <a:extLst>
                  <a:ext uri="{FF2B5EF4-FFF2-40B4-BE49-F238E27FC236}">
                    <a16:creationId xmlns:a16="http://schemas.microsoft.com/office/drawing/2014/main" id="{5BEAE7AC-807D-6B4A-E20A-FEE884F25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1350" y="4191001"/>
                <a:ext cx="65087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Rectangle 204">
                <a:extLst>
                  <a:ext uri="{FF2B5EF4-FFF2-40B4-BE49-F238E27FC236}">
                    <a16:creationId xmlns:a16="http://schemas.microsoft.com/office/drawing/2014/main" id="{52E6F695-5BE8-2DD9-4EC7-E7E35C053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7238" y="419100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Rectangle 205">
                <a:extLst>
                  <a:ext uri="{FF2B5EF4-FFF2-40B4-BE49-F238E27FC236}">
                    <a16:creationId xmlns:a16="http://schemas.microsoft.com/office/drawing/2014/main" id="{D796703E-C9ED-AA80-B61D-91F394F22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863" y="429895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Rectangle 206">
                <a:extLst>
                  <a:ext uri="{FF2B5EF4-FFF2-40B4-BE49-F238E27FC236}">
                    <a16:creationId xmlns:a16="http://schemas.microsoft.com/office/drawing/2014/main" id="{2DC6EA8B-7FC6-DBCB-39C2-E3EFD0B6D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1163" y="429895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Rectangle 207">
                <a:extLst>
                  <a:ext uri="{FF2B5EF4-FFF2-40B4-BE49-F238E27FC236}">
                    <a16:creationId xmlns:a16="http://schemas.microsoft.com/office/drawing/2014/main" id="{D3C3D6E8-A279-246C-BF37-EB46CD951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7050" y="429895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Rectangle 208">
                <a:extLst>
                  <a:ext uri="{FF2B5EF4-FFF2-40B4-BE49-F238E27FC236}">
                    <a16:creationId xmlns:a16="http://schemas.microsoft.com/office/drawing/2014/main" id="{C69205B0-1CB2-794B-0144-1134F00AC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1350" y="4298951"/>
                <a:ext cx="65087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Rectangle 209">
                <a:extLst>
                  <a:ext uri="{FF2B5EF4-FFF2-40B4-BE49-F238E27FC236}">
                    <a16:creationId xmlns:a16="http://schemas.microsoft.com/office/drawing/2014/main" id="{A401705E-F795-1D9D-74CB-893C5F354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7238" y="429895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Oval 210">
                <a:extLst>
                  <a:ext uri="{FF2B5EF4-FFF2-40B4-BE49-F238E27FC236}">
                    <a16:creationId xmlns:a16="http://schemas.microsoft.com/office/drawing/2014/main" id="{3DA29BC5-15D1-955C-E5AD-55F2AFA21A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3425" y="4043363"/>
                <a:ext cx="123825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3" name="Freeform 211">
                <a:extLst>
                  <a:ext uri="{FF2B5EF4-FFF2-40B4-BE49-F238E27FC236}">
                    <a16:creationId xmlns:a16="http://schemas.microsoft.com/office/drawing/2014/main" id="{7F6F11F4-50B0-432B-3325-B83F755C8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0413" y="4021138"/>
                <a:ext cx="107950" cy="125413"/>
              </a:xfrm>
              <a:custGeom>
                <a:avLst/>
                <a:gdLst>
                  <a:gd name="T0" fmla="*/ 0 w 68"/>
                  <a:gd name="T1" fmla="*/ 44 h 79"/>
                  <a:gd name="T2" fmla="*/ 20 w 68"/>
                  <a:gd name="T3" fmla="*/ 79 h 79"/>
                  <a:gd name="T4" fmla="*/ 68 w 68"/>
                  <a:gd name="T5" fmla="*/ 0 h 79"/>
                  <a:gd name="T6" fmla="*/ 21 w 68"/>
                  <a:gd name="T7" fmla="*/ 54 h 79"/>
                  <a:gd name="T8" fmla="*/ 0 w 68"/>
                  <a:gd name="T9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79">
                    <a:moveTo>
                      <a:pt x="0" y="44"/>
                    </a:moveTo>
                    <a:lnTo>
                      <a:pt x="20" y="79"/>
                    </a:lnTo>
                    <a:lnTo>
                      <a:pt x="68" y="0"/>
                    </a:lnTo>
                    <a:lnTo>
                      <a:pt x="21" y="54"/>
                    </a:lnTo>
                    <a:lnTo>
                      <a:pt x="0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Freeform 212">
                <a:extLst>
                  <a:ext uri="{FF2B5EF4-FFF2-40B4-BE49-F238E27FC236}">
                    <a16:creationId xmlns:a16="http://schemas.microsoft.com/office/drawing/2014/main" id="{1CD0C6F4-7493-6D5A-81FC-F7913F2935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24363" y="2617788"/>
                <a:ext cx="1698625" cy="1109663"/>
              </a:xfrm>
              <a:custGeom>
                <a:avLst/>
                <a:gdLst>
                  <a:gd name="T0" fmla="*/ 30 w 3044"/>
                  <a:gd name="T1" fmla="*/ 1246 h 1988"/>
                  <a:gd name="T2" fmla="*/ 0 w 3044"/>
                  <a:gd name="T3" fmla="*/ 925 h 1988"/>
                  <a:gd name="T4" fmla="*/ 59 w 3044"/>
                  <a:gd name="T5" fmla="*/ 691 h 1988"/>
                  <a:gd name="T6" fmla="*/ 59 w 3044"/>
                  <a:gd name="T7" fmla="*/ 285 h 1988"/>
                  <a:gd name="T8" fmla="*/ 2 w 3044"/>
                  <a:gd name="T9" fmla="*/ 269 h 1988"/>
                  <a:gd name="T10" fmla="*/ 4 w 3044"/>
                  <a:gd name="T11" fmla="*/ 252 h 1988"/>
                  <a:gd name="T12" fmla="*/ 8 w 3044"/>
                  <a:gd name="T13" fmla="*/ 235 h 1988"/>
                  <a:gd name="T14" fmla="*/ 12 w 3044"/>
                  <a:gd name="T15" fmla="*/ 219 h 1988"/>
                  <a:gd name="T16" fmla="*/ 66 w 3044"/>
                  <a:gd name="T17" fmla="*/ 242 h 1988"/>
                  <a:gd name="T18" fmla="*/ 63 w 3044"/>
                  <a:gd name="T19" fmla="*/ 255 h 1988"/>
                  <a:gd name="T20" fmla="*/ 61 w 3044"/>
                  <a:gd name="T21" fmla="*/ 269 h 1988"/>
                  <a:gd name="T22" fmla="*/ 60 w 3044"/>
                  <a:gd name="T23" fmla="*/ 283 h 1988"/>
                  <a:gd name="T24" fmla="*/ 126 w 3044"/>
                  <a:gd name="T25" fmla="*/ 56 h 1988"/>
                  <a:gd name="T26" fmla="*/ 140 w 3044"/>
                  <a:gd name="T27" fmla="*/ 47 h 1988"/>
                  <a:gd name="T28" fmla="*/ 154 w 3044"/>
                  <a:gd name="T29" fmla="*/ 39 h 1988"/>
                  <a:gd name="T30" fmla="*/ 168 w 3044"/>
                  <a:gd name="T31" fmla="*/ 31 h 1988"/>
                  <a:gd name="T32" fmla="*/ 198 w 3044"/>
                  <a:gd name="T33" fmla="*/ 81 h 1988"/>
                  <a:gd name="T34" fmla="*/ 186 w 3044"/>
                  <a:gd name="T35" fmla="*/ 87 h 1988"/>
                  <a:gd name="T36" fmla="*/ 175 w 3044"/>
                  <a:gd name="T37" fmla="*/ 94 h 1988"/>
                  <a:gd name="T38" fmla="*/ 164 w 3044"/>
                  <a:gd name="T39" fmla="*/ 101 h 1988"/>
                  <a:gd name="T40" fmla="*/ 330 w 3044"/>
                  <a:gd name="T41" fmla="*/ 29 h 1988"/>
                  <a:gd name="T42" fmla="*/ 652 w 3044"/>
                  <a:gd name="T43" fmla="*/ 0 h 1988"/>
                  <a:gd name="T44" fmla="*/ 885 w 3044"/>
                  <a:gd name="T45" fmla="*/ 58 h 1988"/>
                  <a:gd name="T46" fmla="*/ 1293 w 3044"/>
                  <a:gd name="T47" fmla="*/ 58 h 1988"/>
                  <a:gd name="T48" fmla="*/ 1527 w 3044"/>
                  <a:gd name="T49" fmla="*/ 0 h 1988"/>
                  <a:gd name="T50" fmla="*/ 1848 w 3044"/>
                  <a:gd name="T51" fmla="*/ 29 h 1988"/>
                  <a:gd name="T52" fmla="*/ 1994 w 3044"/>
                  <a:gd name="T53" fmla="*/ 58 h 1988"/>
                  <a:gd name="T54" fmla="*/ 2432 w 3044"/>
                  <a:gd name="T55" fmla="*/ 29 h 1988"/>
                  <a:gd name="T56" fmla="*/ 2742 w 3044"/>
                  <a:gd name="T57" fmla="*/ 0 h 1988"/>
                  <a:gd name="T58" fmla="*/ 2752 w 3044"/>
                  <a:gd name="T59" fmla="*/ 58 h 1988"/>
                  <a:gd name="T60" fmla="*/ 2895 w 3044"/>
                  <a:gd name="T61" fmla="*/ 113 h 1988"/>
                  <a:gd name="T62" fmla="*/ 2942 w 3044"/>
                  <a:gd name="T63" fmla="*/ 76 h 1988"/>
                  <a:gd name="T64" fmla="*/ 2954 w 3044"/>
                  <a:gd name="T65" fmla="*/ 87 h 1988"/>
                  <a:gd name="T66" fmla="*/ 2965 w 3044"/>
                  <a:gd name="T67" fmla="*/ 99 h 1988"/>
                  <a:gd name="T68" fmla="*/ 2975 w 3044"/>
                  <a:gd name="T69" fmla="*/ 111 h 1988"/>
                  <a:gd name="T70" fmla="*/ 2927 w 3044"/>
                  <a:gd name="T71" fmla="*/ 144 h 1988"/>
                  <a:gd name="T72" fmla="*/ 2919 w 3044"/>
                  <a:gd name="T73" fmla="*/ 135 h 1988"/>
                  <a:gd name="T74" fmla="*/ 2909 w 3044"/>
                  <a:gd name="T75" fmla="*/ 125 h 1988"/>
                  <a:gd name="T76" fmla="*/ 2899 w 3044"/>
                  <a:gd name="T77" fmla="*/ 116 h 1988"/>
                  <a:gd name="T78" fmla="*/ 3043 w 3044"/>
                  <a:gd name="T79" fmla="*/ 295 h 1988"/>
                  <a:gd name="T80" fmla="*/ 2985 w 3044"/>
                  <a:gd name="T81" fmla="*/ 298 h 1988"/>
                  <a:gd name="T82" fmla="*/ 2985 w 3044"/>
                  <a:gd name="T83" fmla="*/ 585 h 1988"/>
                  <a:gd name="T84" fmla="*/ 2985 w 3044"/>
                  <a:gd name="T85" fmla="*/ 994 h 1988"/>
                  <a:gd name="T86" fmla="*/ 3043 w 3044"/>
                  <a:gd name="T87" fmla="*/ 1227 h 1988"/>
                  <a:gd name="T88" fmla="*/ 3014 w 3044"/>
                  <a:gd name="T89" fmla="*/ 1548 h 1988"/>
                  <a:gd name="T90" fmla="*/ 3043 w 3044"/>
                  <a:gd name="T91" fmla="*/ 1702 h 1988"/>
                  <a:gd name="T92" fmla="*/ 3042 w 3044"/>
                  <a:gd name="T93" fmla="*/ 1719 h 1988"/>
                  <a:gd name="T94" fmla="*/ 3039 w 3044"/>
                  <a:gd name="T95" fmla="*/ 1736 h 1988"/>
                  <a:gd name="T96" fmla="*/ 3036 w 3044"/>
                  <a:gd name="T97" fmla="*/ 1753 h 1988"/>
                  <a:gd name="T98" fmla="*/ 2979 w 3044"/>
                  <a:gd name="T99" fmla="*/ 1741 h 1988"/>
                  <a:gd name="T100" fmla="*/ 2981 w 3044"/>
                  <a:gd name="T101" fmla="*/ 1728 h 1988"/>
                  <a:gd name="T102" fmla="*/ 2983 w 3044"/>
                  <a:gd name="T103" fmla="*/ 1715 h 1988"/>
                  <a:gd name="T104" fmla="*/ 2985 w 3044"/>
                  <a:gd name="T105" fmla="*/ 1701 h 1988"/>
                  <a:gd name="T106" fmla="*/ 2932 w 3044"/>
                  <a:gd name="T107" fmla="*/ 1920 h 1988"/>
                  <a:gd name="T108" fmla="*/ 2919 w 3044"/>
                  <a:gd name="T109" fmla="*/ 1930 h 1988"/>
                  <a:gd name="T110" fmla="*/ 2906 w 3044"/>
                  <a:gd name="T111" fmla="*/ 1940 h 1988"/>
                  <a:gd name="T112" fmla="*/ 2892 w 3044"/>
                  <a:gd name="T113" fmla="*/ 1948 h 1988"/>
                  <a:gd name="T114" fmla="*/ 2879 w 3044"/>
                  <a:gd name="T115" fmla="*/ 1955 h 1988"/>
                  <a:gd name="T116" fmla="*/ 2860 w 3044"/>
                  <a:gd name="T117" fmla="*/ 1899 h 1988"/>
                  <a:gd name="T118" fmla="*/ 2871 w 3044"/>
                  <a:gd name="T119" fmla="*/ 1892 h 1988"/>
                  <a:gd name="T120" fmla="*/ 2882 w 3044"/>
                  <a:gd name="T121" fmla="*/ 1885 h 1988"/>
                  <a:gd name="T122" fmla="*/ 2893 w 3044"/>
                  <a:gd name="T123" fmla="*/ 1877 h 1988"/>
                  <a:gd name="T124" fmla="*/ 2637 w 3044"/>
                  <a:gd name="T125" fmla="*/ 1930 h 1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044" h="1988">
                    <a:moveTo>
                      <a:pt x="59" y="1450"/>
                    </a:moveTo>
                    <a:cubicBezTo>
                      <a:pt x="59" y="1466"/>
                      <a:pt x="46" y="1479"/>
                      <a:pt x="30" y="1479"/>
                    </a:cubicBezTo>
                    <a:cubicBezTo>
                      <a:pt x="13" y="1479"/>
                      <a:pt x="0" y="1466"/>
                      <a:pt x="0" y="1450"/>
                    </a:cubicBezTo>
                    <a:cubicBezTo>
                      <a:pt x="0" y="1392"/>
                      <a:pt x="0" y="1392"/>
                      <a:pt x="0" y="1392"/>
                    </a:cubicBezTo>
                    <a:cubicBezTo>
                      <a:pt x="0" y="1376"/>
                      <a:pt x="13" y="1363"/>
                      <a:pt x="30" y="1363"/>
                    </a:cubicBezTo>
                    <a:cubicBezTo>
                      <a:pt x="46" y="1363"/>
                      <a:pt x="59" y="1376"/>
                      <a:pt x="59" y="1392"/>
                    </a:cubicBezTo>
                    <a:lnTo>
                      <a:pt x="59" y="1450"/>
                    </a:lnTo>
                    <a:close/>
                    <a:moveTo>
                      <a:pt x="59" y="1217"/>
                    </a:moveTo>
                    <a:cubicBezTo>
                      <a:pt x="59" y="1233"/>
                      <a:pt x="46" y="1246"/>
                      <a:pt x="30" y="1246"/>
                    </a:cubicBezTo>
                    <a:cubicBezTo>
                      <a:pt x="13" y="1246"/>
                      <a:pt x="0" y="1233"/>
                      <a:pt x="0" y="1217"/>
                    </a:cubicBezTo>
                    <a:cubicBezTo>
                      <a:pt x="0" y="1158"/>
                      <a:pt x="0" y="1158"/>
                      <a:pt x="0" y="1158"/>
                    </a:cubicBezTo>
                    <a:cubicBezTo>
                      <a:pt x="0" y="1142"/>
                      <a:pt x="13" y="1129"/>
                      <a:pt x="30" y="1129"/>
                    </a:cubicBezTo>
                    <a:cubicBezTo>
                      <a:pt x="46" y="1129"/>
                      <a:pt x="59" y="1142"/>
                      <a:pt x="59" y="1158"/>
                    </a:cubicBezTo>
                    <a:lnTo>
                      <a:pt x="59" y="1217"/>
                    </a:lnTo>
                    <a:close/>
                    <a:moveTo>
                      <a:pt x="59" y="983"/>
                    </a:moveTo>
                    <a:cubicBezTo>
                      <a:pt x="59" y="999"/>
                      <a:pt x="46" y="1013"/>
                      <a:pt x="30" y="1013"/>
                    </a:cubicBezTo>
                    <a:cubicBezTo>
                      <a:pt x="13" y="1013"/>
                      <a:pt x="0" y="999"/>
                      <a:pt x="0" y="983"/>
                    </a:cubicBezTo>
                    <a:cubicBezTo>
                      <a:pt x="0" y="925"/>
                      <a:pt x="0" y="925"/>
                      <a:pt x="0" y="925"/>
                    </a:cubicBezTo>
                    <a:cubicBezTo>
                      <a:pt x="0" y="909"/>
                      <a:pt x="13" y="896"/>
                      <a:pt x="30" y="896"/>
                    </a:cubicBezTo>
                    <a:cubicBezTo>
                      <a:pt x="46" y="896"/>
                      <a:pt x="59" y="909"/>
                      <a:pt x="59" y="925"/>
                    </a:cubicBezTo>
                    <a:lnTo>
                      <a:pt x="59" y="983"/>
                    </a:lnTo>
                    <a:close/>
                    <a:moveTo>
                      <a:pt x="59" y="750"/>
                    </a:moveTo>
                    <a:cubicBezTo>
                      <a:pt x="59" y="766"/>
                      <a:pt x="46" y="779"/>
                      <a:pt x="30" y="779"/>
                    </a:cubicBezTo>
                    <a:cubicBezTo>
                      <a:pt x="13" y="779"/>
                      <a:pt x="0" y="766"/>
                      <a:pt x="0" y="750"/>
                    </a:cubicBezTo>
                    <a:cubicBezTo>
                      <a:pt x="0" y="691"/>
                      <a:pt x="0" y="691"/>
                      <a:pt x="0" y="691"/>
                    </a:cubicBezTo>
                    <a:cubicBezTo>
                      <a:pt x="0" y="675"/>
                      <a:pt x="13" y="662"/>
                      <a:pt x="30" y="662"/>
                    </a:cubicBezTo>
                    <a:cubicBezTo>
                      <a:pt x="46" y="662"/>
                      <a:pt x="59" y="675"/>
                      <a:pt x="59" y="691"/>
                    </a:cubicBezTo>
                    <a:lnTo>
                      <a:pt x="59" y="750"/>
                    </a:lnTo>
                    <a:close/>
                    <a:moveTo>
                      <a:pt x="59" y="516"/>
                    </a:moveTo>
                    <a:cubicBezTo>
                      <a:pt x="59" y="532"/>
                      <a:pt x="46" y="545"/>
                      <a:pt x="30" y="545"/>
                    </a:cubicBezTo>
                    <a:cubicBezTo>
                      <a:pt x="13" y="545"/>
                      <a:pt x="0" y="532"/>
                      <a:pt x="0" y="516"/>
                    </a:cubicBezTo>
                    <a:cubicBezTo>
                      <a:pt x="0" y="458"/>
                      <a:pt x="0" y="458"/>
                      <a:pt x="0" y="458"/>
                    </a:cubicBezTo>
                    <a:cubicBezTo>
                      <a:pt x="0" y="442"/>
                      <a:pt x="13" y="429"/>
                      <a:pt x="30" y="429"/>
                    </a:cubicBezTo>
                    <a:cubicBezTo>
                      <a:pt x="46" y="429"/>
                      <a:pt x="59" y="442"/>
                      <a:pt x="59" y="458"/>
                    </a:cubicBezTo>
                    <a:lnTo>
                      <a:pt x="59" y="516"/>
                    </a:lnTo>
                    <a:close/>
                    <a:moveTo>
                      <a:pt x="59" y="285"/>
                    </a:moveTo>
                    <a:cubicBezTo>
                      <a:pt x="58" y="301"/>
                      <a:pt x="44" y="313"/>
                      <a:pt x="28" y="312"/>
                    </a:cubicBezTo>
                    <a:cubicBezTo>
                      <a:pt x="12" y="311"/>
                      <a:pt x="0" y="297"/>
                      <a:pt x="1" y="281"/>
                    </a:cubicBezTo>
                    <a:cubicBezTo>
                      <a:pt x="1" y="280"/>
                      <a:pt x="1" y="280"/>
                      <a:pt x="1" y="280"/>
                    </a:cubicBezTo>
                    <a:cubicBezTo>
                      <a:pt x="1" y="278"/>
                      <a:pt x="1" y="278"/>
                      <a:pt x="1" y="278"/>
                    </a:cubicBezTo>
                    <a:cubicBezTo>
                      <a:pt x="1" y="276"/>
                      <a:pt x="1" y="276"/>
                      <a:pt x="1" y="276"/>
                    </a:cubicBezTo>
                    <a:cubicBezTo>
                      <a:pt x="2" y="274"/>
                      <a:pt x="2" y="274"/>
                      <a:pt x="2" y="274"/>
                    </a:cubicBezTo>
                    <a:cubicBezTo>
                      <a:pt x="2" y="273"/>
                      <a:pt x="2" y="273"/>
                      <a:pt x="2" y="273"/>
                    </a:cubicBezTo>
                    <a:cubicBezTo>
                      <a:pt x="2" y="270"/>
                      <a:pt x="2" y="270"/>
                      <a:pt x="2" y="270"/>
                    </a:cubicBezTo>
                    <a:cubicBezTo>
                      <a:pt x="2" y="269"/>
                      <a:pt x="2" y="269"/>
                      <a:pt x="2" y="269"/>
                    </a:cubicBezTo>
                    <a:cubicBezTo>
                      <a:pt x="2" y="267"/>
                      <a:pt x="2" y="267"/>
                      <a:pt x="2" y="267"/>
                    </a:cubicBezTo>
                    <a:cubicBezTo>
                      <a:pt x="2" y="265"/>
                      <a:pt x="2" y="265"/>
                      <a:pt x="2" y="265"/>
                    </a:cubicBezTo>
                    <a:cubicBezTo>
                      <a:pt x="3" y="263"/>
                      <a:pt x="3" y="263"/>
                      <a:pt x="3" y="263"/>
                    </a:cubicBezTo>
                    <a:cubicBezTo>
                      <a:pt x="3" y="261"/>
                      <a:pt x="3" y="261"/>
                      <a:pt x="3" y="261"/>
                    </a:cubicBezTo>
                    <a:cubicBezTo>
                      <a:pt x="3" y="259"/>
                      <a:pt x="3" y="259"/>
                      <a:pt x="3" y="259"/>
                    </a:cubicBezTo>
                    <a:cubicBezTo>
                      <a:pt x="4" y="257"/>
                      <a:pt x="4" y="257"/>
                      <a:pt x="4" y="257"/>
                    </a:cubicBezTo>
                    <a:cubicBezTo>
                      <a:pt x="4" y="255"/>
                      <a:pt x="4" y="255"/>
                      <a:pt x="4" y="255"/>
                    </a:cubicBezTo>
                    <a:cubicBezTo>
                      <a:pt x="4" y="254"/>
                      <a:pt x="4" y="254"/>
                      <a:pt x="4" y="254"/>
                    </a:cubicBezTo>
                    <a:cubicBezTo>
                      <a:pt x="4" y="252"/>
                      <a:pt x="4" y="252"/>
                      <a:pt x="4" y="252"/>
                    </a:cubicBezTo>
                    <a:cubicBezTo>
                      <a:pt x="5" y="250"/>
                      <a:pt x="5" y="250"/>
                      <a:pt x="5" y="250"/>
                    </a:cubicBezTo>
                    <a:cubicBezTo>
                      <a:pt x="5" y="248"/>
                      <a:pt x="5" y="248"/>
                      <a:pt x="5" y="248"/>
                    </a:cubicBezTo>
                    <a:cubicBezTo>
                      <a:pt x="5" y="246"/>
                      <a:pt x="5" y="246"/>
                      <a:pt x="5" y="246"/>
                    </a:cubicBezTo>
                    <a:cubicBezTo>
                      <a:pt x="6" y="244"/>
                      <a:pt x="6" y="244"/>
                      <a:pt x="6" y="244"/>
                    </a:cubicBezTo>
                    <a:cubicBezTo>
                      <a:pt x="6" y="242"/>
                      <a:pt x="6" y="242"/>
                      <a:pt x="6" y="242"/>
                    </a:cubicBezTo>
                    <a:cubicBezTo>
                      <a:pt x="6" y="240"/>
                      <a:pt x="6" y="240"/>
                      <a:pt x="6" y="240"/>
                    </a:cubicBezTo>
                    <a:cubicBezTo>
                      <a:pt x="7" y="239"/>
                      <a:pt x="7" y="239"/>
                      <a:pt x="7" y="239"/>
                    </a:cubicBezTo>
                    <a:cubicBezTo>
                      <a:pt x="7" y="237"/>
                      <a:pt x="7" y="237"/>
                      <a:pt x="7" y="237"/>
                    </a:cubicBezTo>
                    <a:cubicBezTo>
                      <a:pt x="8" y="235"/>
                      <a:pt x="8" y="235"/>
                      <a:pt x="8" y="235"/>
                    </a:cubicBezTo>
                    <a:cubicBezTo>
                      <a:pt x="8" y="233"/>
                      <a:pt x="8" y="233"/>
                      <a:pt x="8" y="233"/>
                    </a:cubicBezTo>
                    <a:cubicBezTo>
                      <a:pt x="9" y="231"/>
                      <a:pt x="9" y="231"/>
                      <a:pt x="9" y="231"/>
                    </a:cubicBezTo>
                    <a:cubicBezTo>
                      <a:pt x="9" y="230"/>
                      <a:pt x="9" y="230"/>
                      <a:pt x="9" y="230"/>
                    </a:cubicBezTo>
                    <a:cubicBezTo>
                      <a:pt x="9" y="228"/>
                      <a:pt x="9" y="228"/>
                      <a:pt x="9" y="228"/>
                    </a:cubicBezTo>
                    <a:cubicBezTo>
                      <a:pt x="10" y="226"/>
                      <a:pt x="10" y="226"/>
                      <a:pt x="10" y="226"/>
                    </a:cubicBezTo>
                    <a:cubicBezTo>
                      <a:pt x="10" y="224"/>
                      <a:pt x="10" y="224"/>
                      <a:pt x="10" y="224"/>
                    </a:cubicBezTo>
                    <a:cubicBezTo>
                      <a:pt x="11" y="222"/>
                      <a:pt x="11" y="222"/>
                      <a:pt x="11" y="222"/>
                    </a:cubicBezTo>
                    <a:cubicBezTo>
                      <a:pt x="11" y="221"/>
                      <a:pt x="11" y="221"/>
                      <a:pt x="11" y="221"/>
                    </a:cubicBezTo>
                    <a:cubicBezTo>
                      <a:pt x="12" y="219"/>
                      <a:pt x="12" y="219"/>
                      <a:pt x="12" y="219"/>
                    </a:cubicBezTo>
                    <a:cubicBezTo>
                      <a:pt x="12" y="217"/>
                      <a:pt x="12" y="217"/>
                      <a:pt x="12" y="217"/>
                    </a:cubicBezTo>
                    <a:cubicBezTo>
                      <a:pt x="17" y="202"/>
                      <a:pt x="33" y="193"/>
                      <a:pt x="49" y="198"/>
                    </a:cubicBezTo>
                    <a:cubicBezTo>
                      <a:pt x="64" y="202"/>
                      <a:pt x="73" y="218"/>
                      <a:pt x="68" y="234"/>
                    </a:cubicBezTo>
                    <a:cubicBezTo>
                      <a:pt x="68" y="235"/>
                      <a:pt x="68" y="235"/>
                      <a:pt x="68" y="235"/>
                    </a:cubicBezTo>
                    <a:cubicBezTo>
                      <a:pt x="68" y="236"/>
                      <a:pt x="68" y="236"/>
                      <a:pt x="68" y="236"/>
                    </a:cubicBezTo>
                    <a:cubicBezTo>
                      <a:pt x="67" y="238"/>
                      <a:pt x="67" y="238"/>
                      <a:pt x="67" y="238"/>
                    </a:cubicBezTo>
                    <a:cubicBezTo>
                      <a:pt x="67" y="239"/>
                      <a:pt x="67" y="239"/>
                      <a:pt x="67" y="239"/>
                    </a:cubicBezTo>
                    <a:cubicBezTo>
                      <a:pt x="66" y="241"/>
                      <a:pt x="66" y="241"/>
                      <a:pt x="66" y="241"/>
                    </a:cubicBezTo>
                    <a:cubicBezTo>
                      <a:pt x="66" y="242"/>
                      <a:pt x="66" y="242"/>
                      <a:pt x="66" y="242"/>
                    </a:cubicBezTo>
                    <a:cubicBezTo>
                      <a:pt x="66" y="244"/>
                      <a:pt x="66" y="244"/>
                      <a:pt x="66" y="244"/>
                    </a:cubicBezTo>
                    <a:cubicBezTo>
                      <a:pt x="65" y="245"/>
                      <a:pt x="65" y="245"/>
                      <a:pt x="65" y="245"/>
                    </a:cubicBezTo>
                    <a:cubicBezTo>
                      <a:pt x="65" y="246"/>
                      <a:pt x="65" y="246"/>
                      <a:pt x="65" y="246"/>
                    </a:cubicBezTo>
                    <a:cubicBezTo>
                      <a:pt x="65" y="248"/>
                      <a:pt x="65" y="248"/>
                      <a:pt x="65" y="248"/>
                    </a:cubicBezTo>
                    <a:cubicBezTo>
                      <a:pt x="64" y="249"/>
                      <a:pt x="64" y="249"/>
                      <a:pt x="64" y="249"/>
                    </a:cubicBezTo>
                    <a:cubicBezTo>
                      <a:pt x="64" y="251"/>
                      <a:pt x="64" y="251"/>
                      <a:pt x="64" y="251"/>
                    </a:cubicBezTo>
                    <a:cubicBezTo>
                      <a:pt x="64" y="253"/>
                      <a:pt x="64" y="253"/>
                      <a:pt x="64" y="253"/>
                    </a:cubicBezTo>
                    <a:cubicBezTo>
                      <a:pt x="63" y="254"/>
                      <a:pt x="63" y="254"/>
                      <a:pt x="63" y="254"/>
                    </a:cubicBezTo>
                    <a:cubicBezTo>
                      <a:pt x="63" y="255"/>
                      <a:pt x="63" y="255"/>
                      <a:pt x="63" y="255"/>
                    </a:cubicBezTo>
                    <a:cubicBezTo>
                      <a:pt x="63" y="257"/>
                      <a:pt x="63" y="257"/>
                      <a:pt x="63" y="257"/>
                    </a:cubicBezTo>
                    <a:cubicBezTo>
                      <a:pt x="62" y="258"/>
                      <a:pt x="62" y="258"/>
                      <a:pt x="62" y="258"/>
                    </a:cubicBezTo>
                    <a:cubicBezTo>
                      <a:pt x="62" y="260"/>
                      <a:pt x="62" y="260"/>
                      <a:pt x="62" y="260"/>
                    </a:cubicBezTo>
                    <a:cubicBezTo>
                      <a:pt x="62" y="261"/>
                      <a:pt x="62" y="261"/>
                      <a:pt x="62" y="261"/>
                    </a:cubicBezTo>
                    <a:cubicBezTo>
                      <a:pt x="62" y="263"/>
                      <a:pt x="62" y="263"/>
                      <a:pt x="62" y="263"/>
                    </a:cubicBezTo>
                    <a:cubicBezTo>
                      <a:pt x="61" y="264"/>
                      <a:pt x="61" y="264"/>
                      <a:pt x="61" y="264"/>
                    </a:cubicBezTo>
                    <a:cubicBezTo>
                      <a:pt x="61" y="266"/>
                      <a:pt x="61" y="266"/>
                      <a:pt x="61" y="266"/>
                    </a:cubicBezTo>
                    <a:cubicBezTo>
                      <a:pt x="61" y="267"/>
                      <a:pt x="61" y="267"/>
                      <a:pt x="61" y="267"/>
                    </a:cubicBezTo>
                    <a:cubicBezTo>
                      <a:pt x="61" y="269"/>
                      <a:pt x="61" y="269"/>
                      <a:pt x="61" y="269"/>
                    </a:cubicBezTo>
                    <a:cubicBezTo>
                      <a:pt x="61" y="270"/>
                      <a:pt x="61" y="270"/>
                      <a:pt x="61" y="270"/>
                    </a:cubicBezTo>
                    <a:cubicBezTo>
                      <a:pt x="61" y="272"/>
                      <a:pt x="61" y="272"/>
                      <a:pt x="61" y="272"/>
                    </a:cubicBezTo>
                    <a:cubicBezTo>
                      <a:pt x="60" y="273"/>
                      <a:pt x="60" y="273"/>
                      <a:pt x="60" y="273"/>
                    </a:cubicBezTo>
                    <a:cubicBezTo>
                      <a:pt x="60" y="275"/>
                      <a:pt x="60" y="275"/>
                      <a:pt x="60" y="275"/>
                    </a:cubicBezTo>
                    <a:cubicBezTo>
                      <a:pt x="60" y="277"/>
                      <a:pt x="60" y="277"/>
                      <a:pt x="60" y="277"/>
                    </a:cubicBezTo>
                    <a:cubicBezTo>
                      <a:pt x="60" y="278"/>
                      <a:pt x="60" y="278"/>
                      <a:pt x="60" y="278"/>
                    </a:cubicBezTo>
                    <a:cubicBezTo>
                      <a:pt x="60" y="279"/>
                      <a:pt x="60" y="279"/>
                      <a:pt x="60" y="279"/>
                    </a:cubicBezTo>
                    <a:cubicBezTo>
                      <a:pt x="60" y="281"/>
                      <a:pt x="60" y="281"/>
                      <a:pt x="60" y="281"/>
                    </a:cubicBezTo>
                    <a:cubicBezTo>
                      <a:pt x="60" y="283"/>
                      <a:pt x="60" y="283"/>
                      <a:pt x="60" y="283"/>
                    </a:cubicBezTo>
                    <a:cubicBezTo>
                      <a:pt x="59" y="284"/>
                      <a:pt x="59" y="284"/>
                      <a:pt x="59" y="284"/>
                    </a:cubicBezTo>
                    <a:lnTo>
                      <a:pt x="59" y="285"/>
                    </a:lnTo>
                    <a:close/>
                    <a:moveTo>
                      <a:pt x="156" y="107"/>
                    </a:moveTo>
                    <a:cubicBezTo>
                      <a:pt x="143" y="117"/>
                      <a:pt x="125" y="114"/>
                      <a:pt x="115" y="102"/>
                    </a:cubicBezTo>
                    <a:cubicBezTo>
                      <a:pt x="105" y="88"/>
                      <a:pt x="108" y="70"/>
                      <a:pt x="121" y="6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123" y="59"/>
                      <a:pt x="123" y="59"/>
                      <a:pt x="123" y="59"/>
                    </a:cubicBezTo>
                    <a:cubicBezTo>
                      <a:pt x="125" y="57"/>
                      <a:pt x="125" y="57"/>
                      <a:pt x="125" y="57"/>
                    </a:cubicBezTo>
                    <a:cubicBezTo>
                      <a:pt x="126" y="56"/>
                      <a:pt x="126" y="56"/>
                      <a:pt x="126" y="56"/>
                    </a:cubicBezTo>
                    <a:cubicBezTo>
                      <a:pt x="128" y="55"/>
                      <a:pt x="128" y="55"/>
                      <a:pt x="128" y="55"/>
                    </a:cubicBezTo>
                    <a:cubicBezTo>
                      <a:pt x="129" y="55"/>
                      <a:pt x="129" y="55"/>
                      <a:pt x="129" y="55"/>
                    </a:cubicBezTo>
                    <a:cubicBezTo>
                      <a:pt x="131" y="53"/>
                      <a:pt x="131" y="53"/>
                      <a:pt x="131" y="53"/>
                    </a:cubicBezTo>
                    <a:cubicBezTo>
                      <a:pt x="132" y="52"/>
                      <a:pt x="132" y="52"/>
                      <a:pt x="132" y="52"/>
                    </a:cubicBezTo>
                    <a:cubicBezTo>
                      <a:pt x="133" y="51"/>
                      <a:pt x="133" y="51"/>
                      <a:pt x="133" y="51"/>
                    </a:cubicBezTo>
                    <a:cubicBezTo>
                      <a:pt x="135" y="50"/>
                      <a:pt x="135" y="50"/>
                      <a:pt x="135" y="50"/>
                    </a:cubicBezTo>
                    <a:cubicBezTo>
                      <a:pt x="137" y="49"/>
                      <a:pt x="137" y="49"/>
                      <a:pt x="137" y="49"/>
                    </a:cubicBezTo>
                    <a:cubicBezTo>
                      <a:pt x="138" y="48"/>
                      <a:pt x="138" y="48"/>
                      <a:pt x="138" y="48"/>
                    </a:cubicBezTo>
                    <a:cubicBezTo>
                      <a:pt x="140" y="47"/>
                      <a:pt x="140" y="47"/>
                      <a:pt x="140" y="47"/>
                    </a:cubicBezTo>
                    <a:cubicBezTo>
                      <a:pt x="141" y="46"/>
                      <a:pt x="141" y="46"/>
                      <a:pt x="141" y="46"/>
                    </a:cubicBezTo>
                    <a:cubicBezTo>
                      <a:pt x="143" y="45"/>
                      <a:pt x="143" y="45"/>
                      <a:pt x="143" y="45"/>
                    </a:cubicBezTo>
                    <a:cubicBezTo>
                      <a:pt x="144" y="44"/>
                      <a:pt x="144" y="44"/>
                      <a:pt x="144" y="44"/>
                    </a:cubicBezTo>
                    <a:cubicBezTo>
                      <a:pt x="146" y="43"/>
                      <a:pt x="146" y="43"/>
                      <a:pt x="146" y="43"/>
                    </a:cubicBezTo>
                    <a:cubicBezTo>
                      <a:pt x="147" y="43"/>
                      <a:pt x="147" y="43"/>
                      <a:pt x="147" y="43"/>
                    </a:cubicBezTo>
                    <a:cubicBezTo>
                      <a:pt x="149" y="41"/>
                      <a:pt x="149" y="41"/>
                      <a:pt x="149" y="41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52" y="40"/>
                      <a:pt x="152" y="40"/>
                      <a:pt x="152" y="40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55" y="38"/>
                      <a:pt x="155" y="38"/>
                      <a:pt x="155" y="38"/>
                    </a:cubicBezTo>
                    <a:cubicBezTo>
                      <a:pt x="157" y="37"/>
                      <a:pt x="157" y="37"/>
                      <a:pt x="157" y="37"/>
                    </a:cubicBezTo>
                    <a:cubicBezTo>
                      <a:pt x="159" y="36"/>
                      <a:pt x="159" y="36"/>
                      <a:pt x="159" y="36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5"/>
                      <a:pt x="162" y="35"/>
                      <a:pt x="162" y="35"/>
                    </a:cubicBezTo>
                    <a:cubicBezTo>
                      <a:pt x="163" y="34"/>
                      <a:pt x="163" y="34"/>
                      <a:pt x="163" y="34"/>
                    </a:cubicBezTo>
                    <a:cubicBezTo>
                      <a:pt x="165" y="33"/>
                      <a:pt x="165" y="33"/>
                      <a:pt x="165" y="33"/>
                    </a:cubicBezTo>
                    <a:cubicBezTo>
                      <a:pt x="167" y="32"/>
                      <a:pt x="167" y="32"/>
                      <a:pt x="167" y="32"/>
                    </a:cubicBezTo>
                    <a:cubicBezTo>
                      <a:pt x="168" y="31"/>
                      <a:pt x="168" y="31"/>
                      <a:pt x="168" y="31"/>
                    </a:cubicBezTo>
                    <a:cubicBezTo>
                      <a:pt x="170" y="30"/>
                      <a:pt x="170" y="30"/>
                      <a:pt x="170" y="30"/>
                    </a:cubicBezTo>
                    <a:cubicBezTo>
                      <a:pt x="171" y="29"/>
                      <a:pt x="171" y="29"/>
                      <a:pt x="171" y="29"/>
                    </a:cubicBezTo>
                    <a:cubicBezTo>
                      <a:pt x="173" y="29"/>
                      <a:pt x="173" y="29"/>
                      <a:pt x="173" y="29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6" y="27"/>
                      <a:pt x="176" y="27"/>
                      <a:pt x="176" y="27"/>
                    </a:cubicBezTo>
                    <a:cubicBezTo>
                      <a:pt x="191" y="21"/>
                      <a:pt x="208" y="27"/>
                      <a:pt x="215" y="42"/>
                    </a:cubicBezTo>
                    <a:cubicBezTo>
                      <a:pt x="221" y="56"/>
                      <a:pt x="215" y="73"/>
                      <a:pt x="200" y="80"/>
                    </a:cubicBezTo>
                    <a:cubicBezTo>
                      <a:pt x="200" y="81"/>
                      <a:pt x="200" y="81"/>
                      <a:pt x="200" y="81"/>
                    </a:cubicBezTo>
                    <a:cubicBezTo>
                      <a:pt x="198" y="81"/>
                      <a:pt x="198" y="81"/>
                      <a:pt x="198" y="81"/>
                    </a:cubicBezTo>
                    <a:cubicBezTo>
                      <a:pt x="197" y="82"/>
                      <a:pt x="197" y="82"/>
                      <a:pt x="197" y="82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4" y="83"/>
                      <a:pt x="194" y="83"/>
                      <a:pt x="194" y="83"/>
                    </a:cubicBezTo>
                    <a:cubicBezTo>
                      <a:pt x="193" y="84"/>
                      <a:pt x="193" y="84"/>
                      <a:pt x="193" y="84"/>
                    </a:cubicBezTo>
                    <a:cubicBezTo>
                      <a:pt x="192" y="85"/>
                      <a:pt x="192" y="85"/>
                      <a:pt x="192" y="85"/>
                    </a:cubicBezTo>
                    <a:cubicBezTo>
                      <a:pt x="190" y="85"/>
                      <a:pt x="190" y="85"/>
                      <a:pt x="190" y="85"/>
                    </a:cubicBezTo>
                    <a:cubicBezTo>
                      <a:pt x="189" y="86"/>
                      <a:pt x="189" y="86"/>
                      <a:pt x="189" y="86"/>
                    </a:cubicBezTo>
                    <a:cubicBezTo>
                      <a:pt x="188" y="87"/>
                      <a:pt x="188" y="87"/>
                      <a:pt x="188" y="87"/>
                    </a:cubicBezTo>
                    <a:cubicBezTo>
                      <a:pt x="186" y="87"/>
                      <a:pt x="186" y="87"/>
                      <a:pt x="186" y="87"/>
                    </a:cubicBezTo>
                    <a:cubicBezTo>
                      <a:pt x="185" y="88"/>
                      <a:pt x="185" y="88"/>
                      <a:pt x="185" y="88"/>
                    </a:cubicBezTo>
                    <a:cubicBezTo>
                      <a:pt x="184" y="89"/>
                      <a:pt x="184" y="89"/>
                      <a:pt x="184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81" y="90"/>
                      <a:pt x="181" y="90"/>
                      <a:pt x="181" y="90"/>
                    </a:cubicBezTo>
                    <a:cubicBezTo>
                      <a:pt x="180" y="91"/>
                      <a:pt x="180" y="91"/>
                      <a:pt x="180" y="91"/>
                    </a:cubicBezTo>
                    <a:cubicBezTo>
                      <a:pt x="179" y="92"/>
                      <a:pt x="179" y="92"/>
                      <a:pt x="179" y="92"/>
                    </a:cubicBezTo>
                    <a:cubicBezTo>
                      <a:pt x="177" y="92"/>
                      <a:pt x="177" y="92"/>
                      <a:pt x="177" y="92"/>
                    </a:cubicBezTo>
                    <a:cubicBezTo>
                      <a:pt x="176" y="93"/>
                      <a:pt x="176" y="93"/>
                      <a:pt x="176" y="93"/>
                    </a:cubicBezTo>
                    <a:cubicBezTo>
                      <a:pt x="175" y="94"/>
                      <a:pt x="175" y="94"/>
                      <a:pt x="175" y="94"/>
                    </a:cubicBezTo>
                    <a:cubicBezTo>
                      <a:pt x="174" y="95"/>
                      <a:pt x="174" y="95"/>
                      <a:pt x="174" y="95"/>
                    </a:cubicBezTo>
                    <a:cubicBezTo>
                      <a:pt x="172" y="96"/>
                      <a:pt x="172" y="96"/>
                      <a:pt x="172" y="96"/>
                    </a:cubicBezTo>
                    <a:cubicBezTo>
                      <a:pt x="171" y="96"/>
                      <a:pt x="171" y="96"/>
                      <a:pt x="171" y="96"/>
                    </a:cubicBezTo>
                    <a:cubicBezTo>
                      <a:pt x="170" y="97"/>
                      <a:pt x="170" y="97"/>
                      <a:pt x="170" y="97"/>
                    </a:cubicBezTo>
                    <a:cubicBezTo>
                      <a:pt x="169" y="98"/>
                      <a:pt x="169" y="98"/>
                      <a:pt x="169" y="98"/>
                    </a:cubicBezTo>
                    <a:cubicBezTo>
                      <a:pt x="168" y="99"/>
                      <a:pt x="168" y="99"/>
                      <a:pt x="168" y="99"/>
                    </a:cubicBezTo>
                    <a:cubicBezTo>
                      <a:pt x="166" y="100"/>
                      <a:pt x="166" y="100"/>
                      <a:pt x="166" y="100"/>
                    </a:cubicBezTo>
                    <a:cubicBezTo>
                      <a:pt x="165" y="100"/>
                      <a:pt x="165" y="100"/>
                      <a:pt x="165" y="100"/>
                    </a:cubicBezTo>
                    <a:cubicBezTo>
                      <a:pt x="164" y="101"/>
                      <a:pt x="164" y="101"/>
                      <a:pt x="164" y="101"/>
                    </a:cubicBezTo>
                    <a:cubicBezTo>
                      <a:pt x="163" y="102"/>
                      <a:pt x="163" y="102"/>
                      <a:pt x="163" y="102"/>
                    </a:cubicBezTo>
                    <a:cubicBezTo>
                      <a:pt x="161" y="103"/>
                      <a:pt x="161" y="103"/>
                      <a:pt x="161" y="103"/>
                    </a:cubicBezTo>
                    <a:cubicBezTo>
                      <a:pt x="160" y="104"/>
                      <a:pt x="160" y="104"/>
                      <a:pt x="160" y="104"/>
                    </a:cubicBezTo>
                    <a:cubicBezTo>
                      <a:pt x="159" y="105"/>
                      <a:pt x="159" y="105"/>
                      <a:pt x="159" y="105"/>
                    </a:cubicBezTo>
                    <a:cubicBezTo>
                      <a:pt x="158" y="106"/>
                      <a:pt x="158" y="106"/>
                      <a:pt x="158" y="106"/>
                    </a:cubicBezTo>
                    <a:cubicBezTo>
                      <a:pt x="157" y="107"/>
                      <a:pt x="157" y="107"/>
                      <a:pt x="157" y="107"/>
                    </a:cubicBezTo>
                    <a:lnTo>
                      <a:pt x="156" y="107"/>
                    </a:lnTo>
                    <a:close/>
                    <a:moveTo>
                      <a:pt x="360" y="58"/>
                    </a:moveTo>
                    <a:cubicBezTo>
                      <a:pt x="343" y="58"/>
                      <a:pt x="330" y="45"/>
                      <a:pt x="330" y="29"/>
                    </a:cubicBezTo>
                    <a:cubicBezTo>
                      <a:pt x="330" y="13"/>
                      <a:pt x="343" y="0"/>
                      <a:pt x="360" y="0"/>
                    </a:cubicBezTo>
                    <a:cubicBezTo>
                      <a:pt x="418" y="0"/>
                      <a:pt x="418" y="0"/>
                      <a:pt x="418" y="0"/>
                    </a:cubicBezTo>
                    <a:cubicBezTo>
                      <a:pt x="434" y="0"/>
                      <a:pt x="447" y="13"/>
                      <a:pt x="447" y="29"/>
                    </a:cubicBezTo>
                    <a:cubicBezTo>
                      <a:pt x="447" y="45"/>
                      <a:pt x="434" y="58"/>
                      <a:pt x="418" y="58"/>
                    </a:cubicBezTo>
                    <a:lnTo>
                      <a:pt x="360" y="58"/>
                    </a:lnTo>
                    <a:close/>
                    <a:moveTo>
                      <a:pt x="593" y="58"/>
                    </a:moveTo>
                    <a:cubicBezTo>
                      <a:pt x="577" y="58"/>
                      <a:pt x="564" y="45"/>
                      <a:pt x="564" y="29"/>
                    </a:cubicBezTo>
                    <a:cubicBezTo>
                      <a:pt x="564" y="13"/>
                      <a:pt x="577" y="0"/>
                      <a:pt x="593" y="0"/>
                    </a:cubicBezTo>
                    <a:cubicBezTo>
                      <a:pt x="652" y="0"/>
                      <a:pt x="652" y="0"/>
                      <a:pt x="652" y="0"/>
                    </a:cubicBezTo>
                    <a:cubicBezTo>
                      <a:pt x="668" y="0"/>
                      <a:pt x="681" y="13"/>
                      <a:pt x="681" y="29"/>
                    </a:cubicBezTo>
                    <a:cubicBezTo>
                      <a:pt x="681" y="45"/>
                      <a:pt x="668" y="58"/>
                      <a:pt x="652" y="58"/>
                    </a:cubicBezTo>
                    <a:lnTo>
                      <a:pt x="593" y="58"/>
                    </a:lnTo>
                    <a:close/>
                    <a:moveTo>
                      <a:pt x="827" y="58"/>
                    </a:moveTo>
                    <a:cubicBezTo>
                      <a:pt x="811" y="58"/>
                      <a:pt x="797" y="45"/>
                      <a:pt x="797" y="29"/>
                    </a:cubicBezTo>
                    <a:cubicBezTo>
                      <a:pt x="797" y="13"/>
                      <a:pt x="811" y="0"/>
                      <a:pt x="827" y="0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901" y="0"/>
                      <a:pt x="914" y="13"/>
                      <a:pt x="914" y="29"/>
                    </a:cubicBezTo>
                    <a:cubicBezTo>
                      <a:pt x="914" y="45"/>
                      <a:pt x="901" y="58"/>
                      <a:pt x="885" y="58"/>
                    </a:cubicBezTo>
                    <a:lnTo>
                      <a:pt x="827" y="58"/>
                    </a:lnTo>
                    <a:close/>
                    <a:moveTo>
                      <a:pt x="1060" y="58"/>
                    </a:moveTo>
                    <a:cubicBezTo>
                      <a:pt x="1044" y="58"/>
                      <a:pt x="1031" y="45"/>
                      <a:pt x="1031" y="29"/>
                    </a:cubicBezTo>
                    <a:cubicBezTo>
                      <a:pt x="1031" y="13"/>
                      <a:pt x="1044" y="0"/>
                      <a:pt x="1060" y="0"/>
                    </a:cubicBezTo>
                    <a:cubicBezTo>
                      <a:pt x="1118" y="0"/>
                      <a:pt x="1118" y="0"/>
                      <a:pt x="1118" y="0"/>
                    </a:cubicBezTo>
                    <a:cubicBezTo>
                      <a:pt x="1135" y="0"/>
                      <a:pt x="1148" y="13"/>
                      <a:pt x="1148" y="29"/>
                    </a:cubicBezTo>
                    <a:cubicBezTo>
                      <a:pt x="1148" y="45"/>
                      <a:pt x="1135" y="58"/>
                      <a:pt x="1118" y="58"/>
                    </a:cubicBezTo>
                    <a:lnTo>
                      <a:pt x="1060" y="58"/>
                    </a:lnTo>
                    <a:close/>
                    <a:moveTo>
                      <a:pt x="1293" y="58"/>
                    </a:moveTo>
                    <a:cubicBezTo>
                      <a:pt x="1277" y="58"/>
                      <a:pt x="1264" y="45"/>
                      <a:pt x="1264" y="29"/>
                    </a:cubicBezTo>
                    <a:cubicBezTo>
                      <a:pt x="1264" y="13"/>
                      <a:pt x="1277" y="0"/>
                      <a:pt x="1293" y="0"/>
                    </a:cubicBezTo>
                    <a:cubicBezTo>
                      <a:pt x="1352" y="0"/>
                      <a:pt x="1352" y="0"/>
                      <a:pt x="1352" y="0"/>
                    </a:cubicBezTo>
                    <a:cubicBezTo>
                      <a:pt x="1368" y="0"/>
                      <a:pt x="1381" y="13"/>
                      <a:pt x="1381" y="29"/>
                    </a:cubicBezTo>
                    <a:cubicBezTo>
                      <a:pt x="1381" y="45"/>
                      <a:pt x="1368" y="58"/>
                      <a:pt x="1352" y="58"/>
                    </a:cubicBezTo>
                    <a:lnTo>
                      <a:pt x="1293" y="58"/>
                    </a:lnTo>
                    <a:close/>
                    <a:moveTo>
                      <a:pt x="1527" y="58"/>
                    </a:moveTo>
                    <a:cubicBezTo>
                      <a:pt x="1511" y="58"/>
                      <a:pt x="1498" y="45"/>
                      <a:pt x="1498" y="29"/>
                    </a:cubicBezTo>
                    <a:cubicBezTo>
                      <a:pt x="1498" y="13"/>
                      <a:pt x="1511" y="0"/>
                      <a:pt x="1527" y="0"/>
                    </a:cubicBezTo>
                    <a:cubicBezTo>
                      <a:pt x="1585" y="0"/>
                      <a:pt x="1585" y="0"/>
                      <a:pt x="1585" y="0"/>
                    </a:cubicBezTo>
                    <a:cubicBezTo>
                      <a:pt x="1602" y="0"/>
                      <a:pt x="1615" y="13"/>
                      <a:pt x="1615" y="29"/>
                    </a:cubicBezTo>
                    <a:cubicBezTo>
                      <a:pt x="1615" y="45"/>
                      <a:pt x="1602" y="58"/>
                      <a:pt x="1585" y="58"/>
                    </a:cubicBezTo>
                    <a:lnTo>
                      <a:pt x="1527" y="58"/>
                    </a:lnTo>
                    <a:close/>
                    <a:moveTo>
                      <a:pt x="1761" y="58"/>
                    </a:moveTo>
                    <a:cubicBezTo>
                      <a:pt x="1744" y="58"/>
                      <a:pt x="1731" y="45"/>
                      <a:pt x="1731" y="29"/>
                    </a:cubicBezTo>
                    <a:cubicBezTo>
                      <a:pt x="1731" y="13"/>
                      <a:pt x="1744" y="0"/>
                      <a:pt x="1761" y="0"/>
                    </a:cubicBezTo>
                    <a:cubicBezTo>
                      <a:pt x="1819" y="0"/>
                      <a:pt x="1819" y="0"/>
                      <a:pt x="1819" y="0"/>
                    </a:cubicBezTo>
                    <a:cubicBezTo>
                      <a:pt x="1835" y="0"/>
                      <a:pt x="1848" y="13"/>
                      <a:pt x="1848" y="29"/>
                    </a:cubicBezTo>
                    <a:cubicBezTo>
                      <a:pt x="1848" y="45"/>
                      <a:pt x="1835" y="58"/>
                      <a:pt x="1819" y="58"/>
                    </a:cubicBezTo>
                    <a:lnTo>
                      <a:pt x="1761" y="58"/>
                    </a:lnTo>
                    <a:close/>
                    <a:moveTo>
                      <a:pt x="1994" y="58"/>
                    </a:moveTo>
                    <a:cubicBezTo>
                      <a:pt x="1978" y="58"/>
                      <a:pt x="1965" y="45"/>
                      <a:pt x="1965" y="29"/>
                    </a:cubicBezTo>
                    <a:cubicBezTo>
                      <a:pt x="1965" y="13"/>
                      <a:pt x="1978" y="0"/>
                      <a:pt x="1994" y="0"/>
                    </a:cubicBezTo>
                    <a:cubicBezTo>
                      <a:pt x="2052" y="0"/>
                      <a:pt x="2052" y="0"/>
                      <a:pt x="2052" y="0"/>
                    </a:cubicBezTo>
                    <a:cubicBezTo>
                      <a:pt x="2068" y="0"/>
                      <a:pt x="2081" y="13"/>
                      <a:pt x="2081" y="29"/>
                    </a:cubicBezTo>
                    <a:cubicBezTo>
                      <a:pt x="2081" y="45"/>
                      <a:pt x="2068" y="58"/>
                      <a:pt x="2052" y="58"/>
                    </a:cubicBezTo>
                    <a:lnTo>
                      <a:pt x="1994" y="58"/>
                    </a:lnTo>
                    <a:close/>
                    <a:moveTo>
                      <a:pt x="2227" y="58"/>
                    </a:moveTo>
                    <a:cubicBezTo>
                      <a:pt x="2211" y="58"/>
                      <a:pt x="2198" y="45"/>
                      <a:pt x="2198" y="29"/>
                    </a:cubicBezTo>
                    <a:cubicBezTo>
                      <a:pt x="2198" y="13"/>
                      <a:pt x="2211" y="0"/>
                      <a:pt x="2227" y="0"/>
                    </a:cubicBezTo>
                    <a:cubicBezTo>
                      <a:pt x="2286" y="0"/>
                      <a:pt x="2286" y="0"/>
                      <a:pt x="2286" y="0"/>
                    </a:cubicBezTo>
                    <a:cubicBezTo>
                      <a:pt x="2302" y="0"/>
                      <a:pt x="2315" y="13"/>
                      <a:pt x="2315" y="29"/>
                    </a:cubicBezTo>
                    <a:cubicBezTo>
                      <a:pt x="2315" y="45"/>
                      <a:pt x="2302" y="58"/>
                      <a:pt x="2286" y="58"/>
                    </a:cubicBezTo>
                    <a:lnTo>
                      <a:pt x="2227" y="58"/>
                    </a:lnTo>
                    <a:close/>
                    <a:moveTo>
                      <a:pt x="2461" y="58"/>
                    </a:moveTo>
                    <a:cubicBezTo>
                      <a:pt x="2445" y="58"/>
                      <a:pt x="2432" y="45"/>
                      <a:pt x="2432" y="29"/>
                    </a:cubicBezTo>
                    <a:cubicBezTo>
                      <a:pt x="2432" y="13"/>
                      <a:pt x="2445" y="0"/>
                      <a:pt x="2461" y="0"/>
                    </a:cubicBezTo>
                    <a:cubicBezTo>
                      <a:pt x="2519" y="0"/>
                      <a:pt x="2519" y="0"/>
                      <a:pt x="2519" y="0"/>
                    </a:cubicBezTo>
                    <a:cubicBezTo>
                      <a:pt x="2536" y="0"/>
                      <a:pt x="2549" y="13"/>
                      <a:pt x="2549" y="29"/>
                    </a:cubicBezTo>
                    <a:cubicBezTo>
                      <a:pt x="2549" y="45"/>
                      <a:pt x="2536" y="58"/>
                      <a:pt x="2519" y="58"/>
                    </a:cubicBezTo>
                    <a:lnTo>
                      <a:pt x="2461" y="58"/>
                    </a:lnTo>
                    <a:close/>
                    <a:moveTo>
                      <a:pt x="2695" y="58"/>
                    </a:moveTo>
                    <a:cubicBezTo>
                      <a:pt x="2678" y="58"/>
                      <a:pt x="2665" y="45"/>
                      <a:pt x="2665" y="29"/>
                    </a:cubicBezTo>
                    <a:cubicBezTo>
                      <a:pt x="2665" y="13"/>
                      <a:pt x="2678" y="0"/>
                      <a:pt x="2695" y="0"/>
                    </a:cubicBezTo>
                    <a:cubicBezTo>
                      <a:pt x="2742" y="0"/>
                      <a:pt x="2742" y="0"/>
                      <a:pt x="2742" y="0"/>
                    </a:cubicBezTo>
                    <a:cubicBezTo>
                      <a:pt x="2744" y="0"/>
                      <a:pt x="2744" y="0"/>
                      <a:pt x="2744" y="0"/>
                    </a:cubicBezTo>
                    <a:cubicBezTo>
                      <a:pt x="2746" y="0"/>
                      <a:pt x="2746" y="0"/>
                      <a:pt x="2746" y="0"/>
                    </a:cubicBezTo>
                    <a:cubicBezTo>
                      <a:pt x="2748" y="0"/>
                      <a:pt x="2748" y="0"/>
                      <a:pt x="2748" y="0"/>
                    </a:cubicBezTo>
                    <a:cubicBezTo>
                      <a:pt x="2750" y="0"/>
                      <a:pt x="2750" y="0"/>
                      <a:pt x="2750" y="0"/>
                    </a:cubicBezTo>
                    <a:cubicBezTo>
                      <a:pt x="2751" y="0"/>
                      <a:pt x="2751" y="0"/>
                      <a:pt x="2751" y="0"/>
                    </a:cubicBezTo>
                    <a:cubicBezTo>
                      <a:pt x="2753" y="0"/>
                      <a:pt x="2753" y="0"/>
                      <a:pt x="2753" y="0"/>
                    </a:cubicBezTo>
                    <a:cubicBezTo>
                      <a:pt x="2754" y="0"/>
                      <a:pt x="2754" y="0"/>
                      <a:pt x="2754" y="0"/>
                    </a:cubicBezTo>
                    <a:cubicBezTo>
                      <a:pt x="2770" y="1"/>
                      <a:pt x="2783" y="14"/>
                      <a:pt x="2782" y="30"/>
                    </a:cubicBezTo>
                    <a:cubicBezTo>
                      <a:pt x="2781" y="47"/>
                      <a:pt x="2768" y="59"/>
                      <a:pt x="2752" y="58"/>
                    </a:cubicBezTo>
                    <a:cubicBezTo>
                      <a:pt x="2751" y="58"/>
                      <a:pt x="2751" y="58"/>
                      <a:pt x="2751" y="58"/>
                    </a:cubicBezTo>
                    <a:cubicBezTo>
                      <a:pt x="2750" y="58"/>
                      <a:pt x="2750" y="58"/>
                      <a:pt x="2750" y="58"/>
                    </a:cubicBezTo>
                    <a:cubicBezTo>
                      <a:pt x="2748" y="58"/>
                      <a:pt x="2748" y="58"/>
                      <a:pt x="2748" y="58"/>
                    </a:cubicBezTo>
                    <a:cubicBezTo>
                      <a:pt x="2747" y="58"/>
                      <a:pt x="2747" y="58"/>
                      <a:pt x="2747" y="58"/>
                    </a:cubicBezTo>
                    <a:cubicBezTo>
                      <a:pt x="2745" y="58"/>
                      <a:pt x="2745" y="58"/>
                      <a:pt x="2745" y="58"/>
                    </a:cubicBezTo>
                    <a:cubicBezTo>
                      <a:pt x="2743" y="58"/>
                      <a:pt x="2743" y="58"/>
                      <a:pt x="2743" y="58"/>
                    </a:cubicBezTo>
                    <a:cubicBezTo>
                      <a:pt x="2742" y="58"/>
                      <a:pt x="2742" y="58"/>
                      <a:pt x="2742" y="58"/>
                    </a:cubicBezTo>
                    <a:lnTo>
                      <a:pt x="2695" y="58"/>
                    </a:lnTo>
                    <a:close/>
                    <a:moveTo>
                      <a:pt x="2895" y="113"/>
                    </a:moveTo>
                    <a:cubicBezTo>
                      <a:pt x="2883" y="103"/>
                      <a:pt x="2881" y="84"/>
                      <a:pt x="2891" y="72"/>
                    </a:cubicBezTo>
                    <a:cubicBezTo>
                      <a:pt x="2901" y="59"/>
                      <a:pt x="2920" y="57"/>
                      <a:pt x="2932" y="68"/>
                    </a:cubicBezTo>
                    <a:cubicBezTo>
                      <a:pt x="2933" y="69"/>
                      <a:pt x="2933" y="69"/>
                      <a:pt x="2933" y="69"/>
                    </a:cubicBezTo>
                    <a:cubicBezTo>
                      <a:pt x="2935" y="70"/>
                      <a:pt x="2935" y="70"/>
                      <a:pt x="2935" y="70"/>
                    </a:cubicBezTo>
                    <a:cubicBezTo>
                      <a:pt x="2936" y="71"/>
                      <a:pt x="2936" y="71"/>
                      <a:pt x="2936" y="71"/>
                    </a:cubicBezTo>
                    <a:cubicBezTo>
                      <a:pt x="2938" y="72"/>
                      <a:pt x="2938" y="72"/>
                      <a:pt x="2938" y="72"/>
                    </a:cubicBezTo>
                    <a:cubicBezTo>
                      <a:pt x="2939" y="73"/>
                      <a:pt x="2939" y="73"/>
                      <a:pt x="2939" y="73"/>
                    </a:cubicBezTo>
                    <a:cubicBezTo>
                      <a:pt x="2940" y="75"/>
                      <a:pt x="2940" y="75"/>
                      <a:pt x="2940" y="75"/>
                    </a:cubicBezTo>
                    <a:cubicBezTo>
                      <a:pt x="2942" y="76"/>
                      <a:pt x="2942" y="76"/>
                      <a:pt x="2942" y="76"/>
                    </a:cubicBezTo>
                    <a:cubicBezTo>
                      <a:pt x="2943" y="77"/>
                      <a:pt x="2943" y="77"/>
                      <a:pt x="2943" y="77"/>
                    </a:cubicBezTo>
                    <a:cubicBezTo>
                      <a:pt x="2944" y="78"/>
                      <a:pt x="2944" y="78"/>
                      <a:pt x="2944" y="78"/>
                    </a:cubicBezTo>
                    <a:cubicBezTo>
                      <a:pt x="2946" y="79"/>
                      <a:pt x="2946" y="79"/>
                      <a:pt x="2946" y="79"/>
                    </a:cubicBezTo>
                    <a:cubicBezTo>
                      <a:pt x="2947" y="81"/>
                      <a:pt x="2947" y="81"/>
                      <a:pt x="2947" y="81"/>
                    </a:cubicBezTo>
                    <a:cubicBezTo>
                      <a:pt x="2948" y="82"/>
                      <a:pt x="2948" y="82"/>
                      <a:pt x="2948" y="82"/>
                    </a:cubicBezTo>
                    <a:cubicBezTo>
                      <a:pt x="2950" y="83"/>
                      <a:pt x="2950" y="83"/>
                      <a:pt x="2950" y="83"/>
                    </a:cubicBezTo>
                    <a:cubicBezTo>
                      <a:pt x="2951" y="84"/>
                      <a:pt x="2951" y="84"/>
                      <a:pt x="2951" y="84"/>
                    </a:cubicBezTo>
                    <a:cubicBezTo>
                      <a:pt x="2952" y="86"/>
                      <a:pt x="2952" y="86"/>
                      <a:pt x="2952" y="86"/>
                    </a:cubicBezTo>
                    <a:cubicBezTo>
                      <a:pt x="2954" y="87"/>
                      <a:pt x="2954" y="87"/>
                      <a:pt x="2954" y="87"/>
                    </a:cubicBezTo>
                    <a:cubicBezTo>
                      <a:pt x="2955" y="88"/>
                      <a:pt x="2955" y="88"/>
                      <a:pt x="2955" y="88"/>
                    </a:cubicBezTo>
                    <a:cubicBezTo>
                      <a:pt x="2956" y="89"/>
                      <a:pt x="2956" y="89"/>
                      <a:pt x="2956" y="89"/>
                    </a:cubicBezTo>
                    <a:cubicBezTo>
                      <a:pt x="2957" y="91"/>
                      <a:pt x="2957" y="91"/>
                      <a:pt x="2957" y="91"/>
                    </a:cubicBezTo>
                    <a:cubicBezTo>
                      <a:pt x="2959" y="92"/>
                      <a:pt x="2959" y="92"/>
                      <a:pt x="2959" y="92"/>
                    </a:cubicBezTo>
                    <a:cubicBezTo>
                      <a:pt x="2960" y="93"/>
                      <a:pt x="2960" y="93"/>
                      <a:pt x="2960" y="93"/>
                    </a:cubicBezTo>
                    <a:cubicBezTo>
                      <a:pt x="2961" y="95"/>
                      <a:pt x="2961" y="95"/>
                      <a:pt x="2961" y="95"/>
                    </a:cubicBezTo>
                    <a:cubicBezTo>
                      <a:pt x="2962" y="96"/>
                      <a:pt x="2962" y="96"/>
                      <a:pt x="2962" y="96"/>
                    </a:cubicBezTo>
                    <a:cubicBezTo>
                      <a:pt x="2963" y="97"/>
                      <a:pt x="2963" y="97"/>
                      <a:pt x="2963" y="97"/>
                    </a:cubicBezTo>
                    <a:cubicBezTo>
                      <a:pt x="2965" y="99"/>
                      <a:pt x="2965" y="99"/>
                      <a:pt x="2965" y="99"/>
                    </a:cubicBezTo>
                    <a:cubicBezTo>
                      <a:pt x="2966" y="100"/>
                      <a:pt x="2966" y="100"/>
                      <a:pt x="2966" y="100"/>
                    </a:cubicBezTo>
                    <a:cubicBezTo>
                      <a:pt x="2967" y="101"/>
                      <a:pt x="2967" y="101"/>
                      <a:pt x="2967" y="101"/>
                    </a:cubicBezTo>
                    <a:cubicBezTo>
                      <a:pt x="2969" y="103"/>
                      <a:pt x="2969" y="103"/>
                      <a:pt x="2969" y="103"/>
                    </a:cubicBezTo>
                    <a:cubicBezTo>
                      <a:pt x="2970" y="104"/>
                      <a:pt x="2970" y="104"/>
                      <a:pt x="2970" y="104"/>
                    </a:cubicBezTo>
                    <a:cubicBezTo>
                      <a:pt x="2971" y="106"/>
                      <a:pt x="2971" y="106"/>
                      <a:pt x="2971" y="106"/>
                    </a:cubicBezTo>
                    <a:cubicBezTo>
                      <a:pt x="2972" y="107"/>
                      <a:pt x="2972" y="107"/>
                      <a:pt x="2972" y="107"/>
                    </a:cubicBezTo>
                    <a:cubicBezTo>
                      <a:pt x="2973" y="108"/>
                      <a:pt x="2973" y="108"/>
                      <a:pt x="2973" y="108"/>
                    </a:cubicBezTo>
                    <a:cubicBezTo>
                      <a:pt x="2974" y="110"/>
                      <a:pt x="2974" y="110"/>
                      <a:pt x="2974" y="110"/>
                    </a:cubicBezTo>
                    <a:cubicBezTo>
                      <a:pt x="2975" y="111"/>
                      <a:pt x="2975" y="111"/>
                      <a:pt x="2975" y="111"/>
                    </a:cubicBezTo>
                    <a:cubicBezTo>
                      <a:pt x="2977" y="112"/>
                      <a:pt x="2977" y="112"/>
                      <a:pt x="2977" y="112"/>
                    </a:cubicBezTo>
                    <a:cubicBezTo>
                      <a:pt x="2977" y="114"/>
                      <a:pt x="2977" y="114"/>
                      <a:pt x="2977" y="114"/>
                    </a:cubicBezTo>
                    <a:cubicBezTo>
                      <a:pt x="2987" y="126"/>
                      <a:pt x="2985" y="144"/>
                      <a:pt x="2973" y="155"/>
                    </a:cubicBezTo>
                    <a:cubicBezTo>
                      <a:pt x="2960" y="164"/>
                      <a:pt x="2942" y="163"/>
                      <a:pt x="2932" y="150"/>
                    </a:cubicBezTo>
                    <a:cubicBezTo>
                      <a:pt x="2931" y="149"/>
                      <a:pt x="2931" y="149"/>
                      <a:pt x="2931" y="149"/>
                    </a:cubicBezTo>
                    <a:cubicBezTo>
                      <a:pt x="2930" y="148"/>
                      <a:pt x="2930" y="148"/>
                      <a:pt x="2930" y="148"/>
                    </a:cubicBezTo>
                    <a:cubicBezTo>
                      <a:pt x="2929" y="147"/>
                      <a:pt x="2929" y="147"/>
                      <a:pt x="2929" y="147"/>
                    </a:cubicBezTo>
                    <a:cubicBezTo>
                      <a:pt x="2928" y="146"/>
                      <a:pt x="2928" y="146"/>
                      <a:pt x="2928" y="146"/>
                    </a:cubicBezTo>
                    <a:cubicBezTo>
                      <a:pt x="2927" y="144"/>
                      <a:pt x="2927" y="144"/>
                      <a:pt x="2927" y="144"/>
                    </a:cubicBezTo>
                    <a:cubicBezTo>
                      <a:pt x="2926" y="143"/>
                      <a:pt x="2926" y="143"/>
                      <a:pt x="2926" y="143"/>
                    </a:cubicBezTo>
                    <a:cubicBezTo>
                      <a:pt x="2926" y="142"/>
                      <a:pt x="2926" y="142"/>
                      <a:pt x="2926" y="142"/>
                    </a:cubicBezTo>
                    <a:cubicBezTo>
                      <a:pt x="2925" y="141"/>
                      <a:pt x="2925" y="141"/>
                      <a:pt x="2925" y="141"/>
                    </a:cubicBezTo>
                    <a:cubicBezTo>
                      <a:pt x="2923" y="140"/>
                      <a:pt x="2923" y="140"/>
                      <a:pt x="2923" y="140"/>
                    </a:cubicBezTo>
                    <a:cubicBezTo>
                      <a:pt x="2923" y="139"/>
                      <a:pt x="2923" y="139"/>
                      <a:pt x="2923" y="139"/>
                    </a:cubicBezTo>
                    <a:cubicBezTo>
                      <a:pt x="2922" y="138"/>
                      <a:pt x="2922" y="138"/>
                      <a:pt x="2922" y="138"/>
                    </a:cubicBezTo>
                    <a:cubicBezTo>
                      <a:pt x="2921" y="137"/>
                      <a:pt x="2921" y="137"/>
                      <a:pt x="2921" y="137"/>
                    </a:cubicBezTo>
                    <a:cubicBezTo>
                      <a:pt x="2920" y="136"/>
                      <a:pt x="2920" y="136"/>
                      <a:pt x="2920" y="136"/>
                    </a:cubicBezTo>
                    <a:cubicBezTo>
                      <a:pt x="2919" y="135"/>
                      <a:pt x="2919" y="135"/>
                      <a:pt x="2919" y="135"/>
                    </a:cubicBezTo>
                    <a:cubicBezTo>
                      <a:pt x="2918" y="134"/>
                      <a:pt x="2918" y="134"/>
                      <a:pt x="2918" y="134"/>
                    </a:cubicBezTo>
                    <a:cubicBezTo>
                      <a:pt x="2917" y="133"/>
                      <a:pt x="2917" y="133"/>
                      <a:pt x="2917" y="133"/>
                    </a:cubicBezTo>
                    <a:cubicBezTo>
                      <a:pt x="2916" y="132"/>
                      <a:pt x="2916" y="132"/>
                      <a:pt x="2916" y="132"/>
                    </a:cubicBezTo>
                    <a:cubicBezTo>
                      <a:pt x="2915" y="131"/>
                      <a:pt x="2915" y="131"/>
                      <a:pt x="2915" y="131"/>
                    </a:cubicBezTo>
                    <a:cubicBezTo>
                      <a:pt x="2914" y="130"/>
                      <a:pt x="2914" y="130"/>
                      <a:pt x="2914" y="130"/>
                    </a:cubicBezTo>
                    <a:cubicBezTo>
                      <a:pt x="2913" y="128"/>
                      <a:pt x="2913" y="128"/>
                      <a:pt x="2913" y="128"/>
                    </a:cubicBezTo>
                    <a:cubicBezTo>
                      <a:pt x="2911" y="127"/>
                      <a:pt x="2911" y="127"/>
                      <a:pt x="2911" y="127"/>
                    </a:cubicBezTo>
                    <a:cubicBezTo>
                      <a:pt x="2910" y="126"/>
                      <a:pt x="2910" y="126"/>
                      <a:pt x="2910" y="126"/>
                    </a:cubicBezTo>
                    <a:cubicBezTo>
                      <a:pt x="2909" y="125"/>
                      <a:pt x="2909" y="125"/>
                      <a:pt x="2909" y="125"/>
                    </a:cubicBezTo>
                    <a:cubicBezTo>
                      <a:pt x="2908" y="124"/>
                      <a:pt x="2908" y="124"/>
                      <a:pt x="2908" y="124"/>
                    </a:cubicBezTo>
                    <a:cubicBezTo>
                      <a:pt x="2907" y="123"/>
                      <a:pt x="2907" y="123"/>
                      <a:pt x="2907" y="123"/>
                    </a:cubicBezTo>
                    <a:cubicBezTo>
                      <a:pt x="2906" y="122"/>
                      <a:pt x="2906" y="122"/>
                      <a:pt x="2906" y="122"/>
                    </a:cubicBezTo>
                    <a:cubicBezTo>
                      <a:pt x="2905" y="122"/>
                      <a:pt x="2905" y="122"/>
                      <a:pt x="2905" y="122"/>
                    </a:cubicBezTo>
                    <a:cubicBezTo>
                      <a:pt x="2904" y="120"/>
                      <a:pt x="2904" y="120"/>
                      <a:pt x="2904" y="120"/>
                    </a:cubicBezTo>
                    <a:cubicBezTo>
                      <a:pt x="2903" y="119"/>
                      <a:pt x="2903" y="119"/>
                      <a:pt x="2903" y="119"/>
                    </a:cubicBezTo>
                    <a:cubicBezTo>
                      <a:pt x="2902" y="119"/>
                      <a:pt x="2902" y="119"/>
                      <a:pt x="2902" y="119"/>
                    </a:cubicBezTo>
                    <a:cubicBezTo>
                      <a:pt x="2901" y="118"/>
                      <a:pt x="2901" y="118"/>
                      <a:pt x="2901" y="118"/>
                    </a:cubicBezTo>
                    <a:cubicBezTo>
                      <a:pt x="2899" y="116"/>
                      <a:pt x="2899" y="116"/>
                      <a:pt x="2899" y="116"/>
                    </a:cubicBezTo>
                    <a:cubicBezTo>
                      <a:pt x="2898" y="116"/>
                      <a:pt x="2898" y="116"/>
                      <a:pt x="2898" y="116"/>
                    </a:cubicBezTo>
                    <a:cubicBezTo>
                      <a:pt x="2897" y="115"/>
                      <a:pt x="2897" y="115"/>
                      <a:pt x="2897" y="115"/>
                    </a:cubicBezTo>
                    <a:cubicBezTo>
                      <a:pt x="2896" y="114"/>
                      <a:pt x="2896" y="114"/>
                      <a:pt x="2896" y="114"/>
                    </a:cubicBezTo>
                    <a:lnTo>
                      <a:pt x="2895" y="113"/>
                    </a:lnTo>
                    <a:close/>
                    <a:moveTo>
                      <a:pt x="2985" y="294"/>
                    </a:moveTo>
                    <a:cubicBezTo>
                      <a:pt x="2985" y="278"/>
                      <a:pt x="2997" y="265"/>
                      <a:pt x="3013" y="264"/>
                    </a:cubicBezTo>
                    <a:cubicBezTo>
                      <a:pt x="3029" y="264"/>
                      <a:pt x="3043" y="276"/>
                      <a:pt x="3043" y="293"/>
                    </a:cubicBezTo>
                    <a:cubicBezTo>
                      <a:pt x="3043" y="293"/>
                      <a:pt x="3043" y="293"/>
                      <a:pt x="3043" y="293"/>
                    </a:cubicBezTo>
                    <a:cubicBezTo>
                      <a:pt x="3043" y="295"/>
                      <a:pt x="3043" y="295"/>
                      <a:pt x="3043" y="295"/>
                    </a:cubicBezTo>
                    <a:cubicBezTo>
                      <a:pt x="3043" y="297"/>
                      <a:pt x="3043" y="297"/>
                      <a:pt x="3043" y="297"/>
                    </a:cubicBezTo>
                    <a:cubicBezTo>
                      <a:pt x="3043" y="299"/>
                      <a:pt x="3043" y="299"/>
                      <a:pt x="3043" y="299"/>
                    </a:cubicBezTo>
                    <a:cubicBezTo>
                      <a:pt x="3043" y="301"/>
                      <a:pt x="3043" y="301"/>
                      <a:pt x="3043" y="301"/>
                    </a:cubicBezTo>
                    <a:cubicBezTo>
                      <a:pt x="3043" y="351"/>
                      <a:pt x="3043" y="351"/>
                      <a:pt x="3043" y="351"/>
                    </a:cubicBezTo>
                    <a:cubicBezTo>
                      <a:pt x="3043" y="368"/>
                      <a:pt x="3030" y="381"/>
                      <a:pt x="3014" y="381"/>
                    </a:cubicBezTo>
                    <a:cubicBezTo>
                      <a:pt x="2998" y="381"/>
                      <a:pt x="2985" y="368"/>
                      <a:pt x="2985" y="351"/>
                    </a:cubicBezTo>
                    <a:cubicBezTo>
                      <a:pt x="2985" y="301"/>
                      <a:pt x="2985" y="301"/>
                      <a:pt x="2985" y="301"/>
                    </a:cubicBezTo>
                    <a:cubicBezTo>
                      <a:pt x="2985" y="300"/>
                      <a:pt x="2985" y="300"/>
                      <a:pt x="2985" y="300"/>
                    </a:cubicBezTo>
                    <a:cubicBezTo>
                      <a:pt x="2985" y="298"/>
                      <a:pt x="2985" y="298"/>
                      <a:pt x="2985" y="298"/>
                    </a:cubicBezTo>
                    <a:cubicBezTo>
                      <a:pt x="2985" y="297"/>
                      <a:pt x="2985" y="297"/>
                      <a:pt x="2985" y="297"/>
                    </a:cubicBezTo>
                    <a:cubicBezTo>
                      <a:pt x="2985" y="295"/>
                      <a:pt x="2985" y="295"/>
                      <a:pt x="2985" y="295"/>
                    </a:cubicBezTo>
                    <a:lnTo>
                      <a:pt x="2985" y="294"/>
                    </a:lnTo>
                    <a:close/>
                    <a:moveTo>
                      <a:pt x="2985" y="527"/>
                    </a:moveTo>
                    <a:cubicBezTo>
                      <a:pt x="2985" y="510"/>
                      <a:pt x="2998" y="497"/>
                      <a:pt x="3014" y="497"/>
                    </a:cubicBezTo>
                    <a:cubicBezTo>
                      <a:pt x="3030" y="497"/>
                      <a:pt x="3043" y="510"/>
                      <a:pt x="3043" y="527"/>
                    </a:cubicBezTo>
                    <a:cubicBezTo>
                      <a:pt x="3043" y="585"/>
                      <a:pt x="3043" y="585"/>
                      <a:pt x="3043" y="585"/>
                    </a:cubicBezTo>
                    <a:cubicBezTo>
                      <a:pt x="3043" y="601"/>
                      <a:pt x="3030" y="614"/>
                      <a:pt x="3014" y="614"/>
                    </a:cubicBezTo>
                    <a:cubicBezTo>
                      <a:pt x="2998" y="614"/>
                      <a:pt x="2985" y="601"/>
                      <a:pt x="2985" y="585"/>
                    </a:cubicBezTo>
                    <a:lnTo>
                      <a:pt x="2985" y="527"/>
                    </a:lnTo>
                    <a:close/>
                    <a:moveTo>
                      <a:pt x="2985" y="760"/>
                    </a:moveTo>
                    <a:cubicBezTo>
                      <a:pt x="2985" y="744"/>
                      <a:pt x="2998" y="731"/>
                      <a:pt x="3014" y="731"/>
                    </a:cubicBezTo>
                    <a:cubicBezTo>
                      <a:pt x="3030" y="731"/>
                      <a:pt x="3043" y="744"/>
                      <a:pt x="3043" y="760"/>
                    </a:cubicBezTo>
                    <a:cubicBezTo>
                      <a:pt x="3043" y="819"/>
                      <a:pt x="3043" y="819"/>
                      <a:pt x="3043" y="819"/>
                    </a:cubicBezTo>
                    <a:cubicBezTo>
                      <a:pt x="3043" y="835"/>
                      <a:pt x="3030" y="848"/>
                      <a:pt x="3014" y="848"/>
                    </a:cubicBezTo>
                    <a:cubicBezTo>
                      <a:pt x="2998" y="848"/>
                      <a:pt x="2985" y="835"/>
                      <a:pt x="2985" y="819"/>
                    </a:cubicBezTo>
                    <a:lnTo>
                      <a:pt x="2985" y="760"/>
                    </a:lnTo>
                    <a:close/>
                    <a:moveTo>
                      <a:pt x="2985" y="994"/>
                    </a:moveTo>
                    <a:cubicBezTo>
                      <a:pt x="2985" y="978"/>
                      <a:pt x="2998" y="965"/>
                      <a:pt x="3014" y="965"/>
                    </a:cubicBezTo>
                    <a:cubicBezTo>
                      <a:pt x="3030" y="965"/>
                      <a:pt x="3043" y="978"/>
                      <a:pt x="3043" y="994"/>
                    </a:cubicBezTo>
                    <a:cubicBezTo>
                      <a:pt x="3043" y="1052"/>
                      <a:pt x="3043" y="1052"/>
                      <a:pt x="3043" y="1052"/>
                    </a:cubicBezTo>
                    <a:cubicBezTo>
                      <a:pt x="3043" y="1068"/>
                      <a:pt x="3030" y="1081"/>
                      <a:pt x="3014" y="1081"/>
                    </a:cubicBezTo>
                    <a:cubicBezTo>
                      <a:pt x="2998" y="1081"/>
                      <a:pt x="2985" y="1068"/>
                      <a:pt x="2985" y="1052"/>
                    </a:cubicBezTo>
                    <a:lnTo>
                      <a:pt x="2985" y="994"/>
                    </a:lnTo>
                    <a:close/>
                    <a:moveTo>
                      <a:pt x="2985" y="1227"/>
                    </a:moveTo>
                    <a:cubicBezTo>
                      <a:pt x="2985" y="1211"/>
                      <a:pt x="2998" y="1198"/>
                      <a:pt x="3014" y="1198"/>
                    </a:cubicBezTo>
                    <a:cubicBezTo>
                      <a:pt x="3030" y="1198"/>
                      <a:pt x="3043" y="1211"/>
                      <a:pt x="3043" y="1227"/>
                    </a:cubicBezTo>
                    <a:cubicBezTo>
                      <a:pt x="3043" y="1285"/>
                      <a:pt x="3043" y="1285"/>
                      <a:pt x="3043" y="1285"/>
                    </a:cubicBezTo>
                    <a:cubicBezTo>
                      <a:pt x="3043" y="1301"/>
                      <a:pt x="3030" y="1315"/>
                      <a:pt x="3014" y="1315"/>
                    </a:cubicBezTo>
                    <a:cubicBezTo>
                      <a:pt x="2998" y="1315"/>
                      <a:pt x="2985" y="1301"/>
                      <a:pt x="2985" y="1285"/>
                    </a:cubicBezTo>
                    <a:lnTo>
                      <a:pt x="2985" y="1227"/>
                    </a:lnTo>
                    <a:close/>
                    <a:moveTo>
                      <a:pt x="2985" y="1461"/>
                    </a:moveTo>
                    <a:cubicBezTo>
                      <a:pt x="2985" y="1444"/>
                      <a:pt x="2998" y="1431"/>
                      <a:pt x="3014" y="1431"/>
                    </a:cubicBezTo>
                    <a:cubicBezTo>
                      <a:pt x="3030" y="1431"/>
                      <a:pt x="3043" y="1444"/>
                      <a:pt x="3043" y="1461"/>
                    </a:cubicBezTo>
                    <a:cubicBezTo>
                      <a:pt x="3043" y="1519"/>
                      <a:pt x="3043" y="1519"/>
                      <a:pt x="3043" y="1519"/>
                    </a:cubicBezTo>
                    <a:cubicBezTo>
                      <a:pt x="3043" y="1535"/>
                      <a:pt x="3030" y="1548"/>
                      <a:pt x="3014" y="1548"/>
                    </a:cubicBezTo>
                    <a:cubicBezTo>
                      <a:pt x="2998" y="1548"/>
                      <a:pt x="2985" y="1535"/>
                      <a:pt x="2985" y="1519"/>
                    </a:cubicBezTo>
                    <a:lnTo>
                      <a:pt x="2985" y="1461"/>
                    </a:lnTo>
                    <a:close/>
                    <a:moveTo>
                      <a:pt x="2985" y="1693"/>
                    </a:moveTo>
                    <a:cubicBezTo>
                      <a:pt x="2985" y="1677"/>
                      <a:pt x="2999" y="1664"/>
                      <a:pt x="3015" y="1665"/>
                    </a:cubicBezTo>
                    <a:cubicBezTo>
                      <a:pt x="3031" y="1665"/>
                      <a:pt x="3044" y="1679"/>
                      <a:pt x="3043" y="1695"/>
                    </a:cubicBezTo>
                    <a:cubicBezTo>
                      <a:pt x="3043" y="1697"/>
                      <a:pt x="3043" y="1697"/>
                      <a:pt x="3043" y="1697"/>
                    </a:cubicBezTo>
                    <a:cubicBezTo>
                      <a:pt x="3043" y="1698"/>
                      <a:pt x="3043" y="1698"/>
                      <a:pt x="3043" y="1698"/>
                    </a:cubicBezTo>
                    <a:cubicBezTo>
                      <a:pt x="3043" y="1700"/>
                      <a:pt x="3043" y="1700"/>
                      <a:pt x="3043" y="1700"/>
                    </a:cubicBezTo>
                    <a:cubicBezTo>
                      <a:pt x="3043" y="1702"/>
                      <a:pt x="3043" y="1702"/>
                      <a:pt x="3043" y="1702"/>
                    </a:cubicBezTo>
                    <a:cubicBezTo>
                      <a:pt x="3043" y="1704"/>
                      <a:pt x="3043" y="1704"/>
                      <a:pt x="3043" y="1704"/>
                    </a:cubicBezTo>
                    <a:cubicBezTo>
                      <a:pt x="3043" y="1706"/>
                      <a:pt x="3043" y="1706"/>
                      <a:pt x="3043" y="1706"/>
                    </a:cubicBezTo>
                    <a:cubicBezTo>
                      <a:pt x="3043" y="1708"/>
                      <a:pt x="3043" y="1708"/>
                      <a:pt x="3043" y="1708"/>
                    </a:cubicBezTo>
                    <a:cubicBezTo>
                      <a:pt x="3042" y="1710"/>
                      <a:pt x="3042" y="1710"/>
                      <a:pt x="3042" y="1710"/>
                    </a:cubicBezTo>
                    <a:cubicBezTo>
                      <a:pt x="3042" y="1712"/>
                      <a:pt x="3042" y="1712"/>
                      <a:pt x="3042" y="1712"/>
                    </a:cubicBezTo>
                    <a:cubicBezTo>
                      <a:pt x="3042" y="1714"/>
                      <a:pt x="3042" y="1714"/>
                      <a:pt x="3042" y="1714"/>
                    </a:cubicBezTo>
                    <a:cubicBezTo>
                      <a:pt x="3042" y="1716"/>
                      <a:pt x="3042" y="1716"/>
                      <a:pt x="3042" y="1716"/>
                    </a:cubicBezTo>
                    <a:cubicBezTo>
                      <a:pt x="3042" y="1717"/>
                      <a:pt x="3042" y="1717"/>
                      <a:pt x="3042" y="1717"/>
                    </a:cubicBezTo>
                    <a:cubicBezTo>
                      <a:pt x="3042" y="1719"/>
                      <a:pt x="3042" y="1719"/>
                      <a:pt x="3042" y="1719"/>
                    </a:cubicBezTo>
                    <a:cubicBezTo>
                      <a:pt x="3041" y="1721"/>
                      <a:pt x="3041" y="1721"/>
                      <a:pt x="3041" y="1721"/>
                    </a:cubicBezTo>
                    <a:cubicBezTo>
                      <a:pt x="3041" y="1723"/>
                      <a:pt x="3041" y="1723"/>
                      <a:pt x="3041" y="1723"/>
                    </a:cubicBezTo>
                    <a:cubicBezTo>
                      <a:pt x="3041" y="1725"/>
                      <a:pt x="3041" y="1725"/>
                      <a:pt x="3041" y="1725"/>
                    </a:cubicBezTo>
                    <a:cubicBezTo>
                      <a:pt x="3041" y="1727"/>
                      <a:pt x="3041" y="1727"/>
                      <a:pt x="3041" y="1727"/>
                    </a:cubicBezTo>
                    <a:cubicBezTo>
                      <a:pt x="3040" y="1729"/>
                      <a:pt x="3040" y="1729"/>
                      <a:pt x="3040" y="1729"/>
                    </a:cubicBezTo>
                    <a:cubicBezTo>
                      <a:pt x="3040" y="1731"/>
                      <a:pt x="3040" y="1731"/>
                      <a:pt x="3040" y="1731"/>
                    </a:cubicBezTo>
                    <a:cubicBezTo>
                      <a:pt x="3040" y="1733"/>
                      <a:pt x="3040" y="1733"/>
                      <a:pt x="3040" y="1733"/>
                    </a:cubicBezTo>
                    <a:cubicBezTo>
                      <a:pt x="3040" y="1734"/>
                      <a:pt x="3040" y="1734"/>
                      <a:pt x="3040" y="1734"/>
                    </a:cubicBezTo>
                    <a:cubicBezTo>
                      <a:pt x="3039" y="1736"/>
                      <a:pt x="3039" y="1736"/>
                      <a:pt x="3039" y="1736"/>
                    </a:cubicBezTo>
                    <a:cubicBezTo>
                      <a:pt x="3039" y="1738"/>
                      <a:pt x="3039" y="1738"/>
                      <a:pt x="3039" y="1738"/>
                    </a:cubicBezTo>
                    <a:cubicBezTo>
                      <a:pt x="3039" y="1740"/>
                      <a:pt x="3039" y="1740"/>
                      <a:pt x="3039" y="1740"/>
                    </a:cubicBezTo>
                    <a:cubicBezTo>
                      <a:pt x="3038" y="1742"/>
                      <a:pt x="3038" y="1742"/>
                      <a:pt x="3038" y="1742"/>
                    </a:cubicBezTo>
                    <a:cubicBezTo>
                      <a:pt x="3038" y="1744"/>
                      <a:pt x="3038" y="1744"/>
                      <a:pt x="3038" y="1744"/>
                    </a:cubicBezTo>
                    <a:cubicBezTo>
                      <a:pt x="3038" y="1745"/>
                      <a:pt x="3038" y="1745"/>
                      <a:pt x="3038" y="1745"/>
                    </a:cubicBezTo>
                    <a:cubicBezTo>
                      <a:pt x="3037" y="1747"/>
                      <a:pt x="3037" y="1747"/>
                      <a:pt x="3037" y="1747"/>
                    </a:cubicBezTo>
                    <a:cubicBezTo>
                      <a:pt x="3037" y="1749"/>
                      <a:pt x="3037" y="1749"/>
                      <a:pt x="3037" y="1749"/>
                    </a:cubicBezTo>
                    <a:cubicBezTo>
                      <a:pt x="3036" y="1751"/>
                      <a:pt x="3036" y="1751"/>
                      <a:pt x="3036" y="1751"/>
                    </a:cubicBezTo>
                    <a:cubicBezTo>
                      <a:pt x="3036" y="1753"/>
                      <a:pt x="3036" y="1753"/>
                      <a:pt x="3036" y="1753"/>
                    </a:cubicBezTo>
                    <a:cubicBezTo>
                      <a:pt x="3036" y="1755"/>
                      <a:pt x="3036" y="1755"/>
                      <a:pt x="3036" y="1755"/>
                    </a:cubicBezTo>
                    <a:cubicBezTo>
                      <a:pt x="3035" y="1757"/>
                      <a:pt x="3035" y="1757"/>
                      <a:pt x="3035" y="1757"/>
                    </a:cubicBezTo>
                    <a:cubicBezTo>
                      <a:pt x="3035" y="1758"/>
                      <a:pt x="3035" y="1758"/>
                      <a:pt x="3035" y="1758"/>
                    </a:cubicBezTo>
                    <a:cubicBezTo>
                      <a:pt x="3035" y="1759"/>
                      <a:pt x="3035" y="1759"/>
                      <a:pt x="3035" y="1759"/>
                    </a:cubicBezTo>
                    <a:cubicBezTo>
                      <a:pt x="3031" y="1775"/>
                      <a:pt x="3015" y="1784"/>
                      <a:pt x="2999" y="1780"/>
                    </a:cubicBezTo>
                    <a:cubicBezTo>
                      <a:pt x="2983" y="1776"/>
                      <a:pt x="2974" y="1760"/>
                      <a:pt x="2978" y="1745"/>
                    </a:cubicBezTo>
                    <a:cubicBezTo>
                      <a:pt x="2978" y="1744"/>
                      <a:pt x="2978" y="1744"/>
                      <a:pt x="2978" y="1744"/>
                    </a:cubicBezTo>
                    <a:cubicBezTo>
                      <a:pt x="2978" y="1743"/>
                      <a:pt x="2978" y="1743"/>
                      <a:pt x="2978" y="1743"/>
                    </a:cubicBezTo>
                    <a:cubicBezTo>
                      <a:pt x="2979" y="1741"/>
                      <a:pt x="2979" y="1741"/>
                      <a:pt x="2979" y="1741"/>
                    </a:cubicBezTo>
                    <a:cubicBezTo>
                      <a:pt x="2979" y="1740"/>
                      <a:pt x="2979" y="1740"/>
                      <a:pt x="2979" y="1740"/>
                    </a:cubicBezTo>
                    <a:cubicBezTo>
                      <a:pt x="2979" y="1738"/>
                      <a:pt x="2979" y="1738"/>
                      <a:pt x="2979" y="1738"/>
                    </a:cubicBezTo>
                    <a:cubicBezTo>
                      <a:pt x="2980" y="1737"/>
                      <a:pt x="2980" y="1737"/>
                      <a:pt x="2980" y="1737"/>
                    </a:cubicBezTo>
                    <a:cubicBezTo>
                      <a:pt x="2980" y="1736"/>
                      <a:pt x="2980" y="1736"/>
                      <a:pt x="2980" y="1736"/>
                    </a:cubicBezTo>
                    <a:cubicBezTo>
                      <a:pt x="2980" y="1734"/>
                      <a:pt x="2980" y="1734"/>
                      <a:pt x="2980" y="1734"/>
                    </a:cubicBezTo>
                    <a:cubicBezTo>
                      <a:pt x="2981" y="1733"/>
                      <a:pt x="2981" y="1733"/>
                      <a:pt x="2981" y="1733"/>
                    </a:cubicBezTo>
                    <a:cubicBezTo>
                      <a:pt x="2981" y="1731"/>
                      <a:pt x="2981" y="1731"/>
                      <a:pt x="2981" y="1731"/>
                    </a:cubicBezTo>
                    <a:cubicBezTo>
                      <a:pt x="2981" y="1730"/>
                      <a:pt x="2981" y="1730"/>
                      <a:pt x="2981" y="1730"/>
                    </a:cubicBezTo>
                    <a:cubicBezTo>
                      <a:pt x="2981" y="1728"/>
                      <a:pt x="2981" y="1728"/>
                      <a:pt x="2981" y="1728"/>
                    </a:cubicBezTo>
                    <a:cubicBezTo>
                      <a:pt x="2982" y="1727"/>
                      <a:pt x="2982" y="1727"/>
                      <a:pt x="2982" y="1727"/>
                    </a:cubicBezTo>
                    <a:cubicBezTo>
                      <a:pt x="2982" y="1725"/>
                      <a:pt x="2982" y="1725"/>
                      <a:pt x="2982" y="1725"/>
                    </a:cubicBezTo>
                    <a:cubicBezTo>
                      <a:pt x="2982" y="1724"/>
                      <a:pt x="2982" y="1724"/>
                      <a:pt x="2982" y="1724"/>
                    </a:cubicBezTo>
                    <a:cubicBezTo>
                      <a:pt x="2982" y="1722"/>
                      <a:pt x="2982" y="1722"/>
                      <a:pt x="2982" y="1722"/>
                    </a:cubicBezTo>
                    <a:cubicBezTo>
                      <a:pt x="2983" y="1721"/>
                      <a:pt x="2983" y="1721"/>
                      <a:pt x="2983" y="1721"/>
                    </a:cubicBezTo>
                    <a:cubicBezTo>
                      <a:pt x="2983" y="1719"/>
                      <a:pt x="2983" y="1719"/>
                      <a:pt x="2983" y="1719"/>
                    </a:cubicBezTo>
                    <a:cubicBezTo>
                      <a:pt x="2983" y="1718"/>
                      <a:pt x="2983" y="1718"/>
                      <a:pt x="2983" y="1718"/>
                    </a:cubicBezTo>
                    <a:cubicBezTo>
                      <a:pt x="2983" y="1716"/>
                      <a:pt x="2983" y="1716"/>
                      <a:pt x="2983" y="1716"/>
                    </a:cubicBezTo>
                    <a:cubicBezTo>
                      <a:pt x="2983" y="1715"/>
                      <a:pt x="2983" y="1715"/>
                      <a:pt x="2983" y="1715"/>
                    </a:cubicBezTo>
                    <a:cubicBezTo>
                      <a:pt x="2983" y="1713"/>
                      <a:pt x="2983" y="1713"/>
                      <a:pt x="2983" y="1713"/>
                    </a:cubicBezTo>
                    <a:cubicBezTo>
                      <a:pt x="2984" y="1712"/>
                      <a:pt x="2984" y="1712"/>
                      <a:pt x="2984" y="1712"/>
                    </a:cubicBezTo>
                    <a:cubicBezTo>
                      <a:pt x="2984" y="1710"/>
                      <a:pt x="2984" y="1710"/>
                      <a:pt x="2984" y="1710"/>
                    </a:cubicBezTo>
                    <a:cubicBezTo>
                      <a:pt x="2984" y="1709"/>
                      <a:pt x="2984" y="1709"/>
                      <a:pt x="2984" y="1709"/>
                    </a:cubicBezTo>
                    <a:cubicBezTo>
                      <a:pt x="2984" y="1707"/>
                      <a:pt x="2984" y="1707"/>
                      <a:pt x="2984" y="1707"/>
                    </a:cubicBezTo>
                    <a:cubicBezTo>
                      <a:pt x="2984" y="1705"/>
                      <a:pt x="2984" y="1705"/>
                      <a:pt x="2984" y="1705"/>
                    </a:cubicBezTo>
                    <a:cubicBezTo>
                      <a:pt x="2984" y="1704"/>
                      <a:pt x="2984" y="1704"/>
                      <a:pt x="2984" y="1704"/>
                    </a:cubicBezTo>
                    <a:cubicBezTo>
                      <a:pt x="2985" y="1702"/>
                      <a:pt x="2985" y="1702"/>
                      <a:pt x="2985" y="1702"/>
                    </a:cubicBezTo>
                    <a:cubicBezTo>
                      <a:pt x="2985" y="1701"/>
                      <a:pt x="2985" y="1701"/>
                      <a:pt x="2985" y="1701"/>
                    </a:cubicBezTo>
                    <a:cubicBezTo>
                      <a:pt x="2985" y="1699"/>
                      <a:pt x="2985" y="1699"/>
                      <a:pt x="2985" y="1699"/>
                    </a:cubicBezTo>
                    <a:cubicBezTo>
                      <a:pt x="2985" y="1698"/>
                      <a:pt x="2985" y="1698"/>
                      <a:pt x="2985" y="1698"/>
                    </a:cubicBezTo>
                    <a:cubicBezTo>
                      <a:pt x="2985" y="1696"/>
                      <a:pt x="2985" y="1696"/>
                      <a:pt x="2985" y="1696"/>
                    </a:cubicBezTo>
                    <a:cubicBezTo>
                      <a:pt x="2985" y="1694"/>
                      <a:pt x="2985" y="1694"/>
                      <a:pt x="2985" y="1694"/>
                    </a:cubicBezTo>
                    <a:lnTo>
                      <a:pt x="2985" y="1693"/>
                    </a:lnTo>
                    <a:close/>
                    <a:moveTo>
                      <a:pt x="2896" y="1875"/>
                    </a:moveTo>
                    <a:cubicBezTo>
                      <a:pt x="2908" y="1864"/>
                      <a:pt x="2927" y="1866"/>
                      <a:pt x="2937" y="1879"/>
                    </a:cubicBezTo>
                    <a:cubicBezTo>
                      <a:pt x="2947" y="1891"/>
                      <a:pt x="2945" y="1910"/>
                      <a:pt x="2933" y="1920"/>
                    </a:cubicBezTo>
                    <a:cubicBezTo>
                      <a:pt x="2932" y="1920"/>
                      <a:pt x="2932" y="1920"/>
                      <a:pt x="2932" y="1920"/>
                    </a:cubicBezTo>
                    <a:cubicBezTo>
                      <a:pt x="2931" y="1922"/>
                      <a:pt x="2931" y="1922"/>
                      <a:pt x="2931" y="1922"/>
                    </a:cubicBezTo>
                    <a:cubicBezTo>
                      <a:pt x="2929" y="1923"/>
                      <a:pt x="2929" y="1923"/>
                      <a:pt x="2929" y="1923"/>
                    </a:cubicBezTo>
                    <a:cubicBezTo>
                      <a:pt x="2928" y="1924"/>
                      <a:pt x="2928" y="1924"/>
                      <a:pt x="2928" y="1924"/>
                    </a:cubicBezTo>
                    <a:cubicBezTo>
                      <a:pt x="2926" y="1925"/>
                      <a:pt x="2926" y="1925"/>
                      <a:pt x="2926" y="1925"/>
                    </a:cubicBezTo>
                    <a:cubicBezTo>
                      <a:pt x="2925" y="1926"/>
                      <a:pt x="2925" y="1926"/>
                      <a:pt x="2925" y="1926"/>
                    </a:cubicBezTo>
                    <a:cubicBezTo>
                      <a:pt x="2923" y="1927"/>
                      <a:pt x="2923" y="1927"/>
                      <a:pt x="2923" y="1927"/>
                    </a:cubicBezTo>
                    <a:cubicBezTo>
                      <a:pt x="2922" y="1928"/>
                      <a:pt x="2922" y="1928"/>
                      <a:pt x="2922" y="1928"/>
                    </a:cubicBezTo>
                    <a:cubicBezTo>
                      <a:pt x="2921" y="1929"/>
                      <a:pt x="2921" y="1929"/>
                      <a:pt x="2921" y="1929"/>
                    </a:cubicBezTo>
                    <a:cubicBezTo>
                      <a:pt x="2919" y="1930"/>
                      <a:pt x="2919" y="1930"/>
                      <a:pt x="2919" y="1930"/>
                    </a:cubicBezTo>
                    <a:cubicBezTo>
                      <a:pt x="2918" y="1931"/>
                      <a:pt x="2918" y="1931"/>
                      <a:pt x="2918" y="1931"/>
                    </a:cubicBezTo>
                    <a:cubicBezTo>
                      <a:pt x="2916" y="1932"/>
                      <a:pt x="2916" y="1932"/>
                      <a:pt x="2916" y="1932"/>
                    </a:cubicBezTo>
                    <a:cubicBezTo>
                      <a:pt x="2915" y="1934"/>
                      <a:pt x="2915" y="1934"/>
                      <a:pt x="2915" y="1934"/>
                    </a:cubicBezTo>
                    <a:cubicBezTo>
                      <a:pt x="2913" y="1935"/>
                      <a:pt x="2913" y="1935"/>
                      <a:pt x="2913" y="1935"/>
                    </a:cubicBezTo>
                    <a:cubicBezTo>
                      <a:pt x="2912" y="1936"/>
                      <a:pt x="2912" y="1936"/>
                      <a:pt x="2912" y="1936"/>
                    </a:cubicBezTo>
                    <a:cubicBezTo>
                      <a:pt x="2910" y="1937"/>
                      <a:pt x="2910" y="1937"/>
                      <a:pt x="2910" y="1937"/>
                    </a:cubicBezTo>
                    <a:cubicBezTo>
                      <a:pt x="2909" y="1938"/>
                      <a:pt x="2909" y="1938"/>
                      <a:pt x="2909" y="1938"/>
                    </a:cubicBezTo>
                    <a:cubicBezTo>
                      <a:pt x="2907" y="1939"/>
                      <a:pt x="2907" y="1939"/>
                      <a:pt x="2907" y="1939"/>
                    </a:cubicBezTo>
                    <a:cubicBezTo>
                      <a:pt x="2906" y="1940"/>
                      <a:pt x="2906" y="1940"/>
                      <a:pt x="2906" y="1940"/>
                    </a:cubicBezTo>
                    <a:cubicBezTo>
                      <a:pt x="2904" y="1941"/>
                      <a:pt x="2904" y="1941"/>
                      <a:pt x="2904" y="1941"/>
                    </a:cubicBezTo>
                    <a:cubicBezTo>
                      <a:pt x="2903" y="1942"/>
                      <a:pt x="2903" y="1942"/>
                      <a:pt x="2903" y="1942"/>
                    </a:cubicBezTo>
                    <a:cubicBezTo>
                      <a:pt x="2901" y="1943"/>
                      <a:pt x="2901" y="1943"/>
                      <a:pt x="2901" y="1943"/>
                    </a:cubicBezTo>
                    <a:cubicBezTo>
                      <a:pt x="2899" y="1944"/>
                      <a:pt x="2899" y="1944"/>
                      <a:pt x="2899" y="1944"/>
                    </a:cubicBezTo>
                    <a:cubicBezTo>
                      <a:pt x="2898" y="1944"/>
                      <a:pt x="2898" y="1944"/>
                      <a:pt x="2898" y="1944"/>
                    </a:cubicBezTo>
                    <a:cubicBezTo>
                      <a:pt x="2897" y="1946"/>
                      <a:pt x="2897" y="1946"/>
                      <a:pt x="2897" y="1946"/>
                    </a:cubicBezTo>
                    <a:cubicBezTo>
                      <a:pt x="2895" y="1946"/>
                      <a:pt x="2895" y="1946"/>
                      <a:pt x="2895" y="1946"/>
                    </a:cubicBezTo>
                    <a:cubicBezTo>
                      <a:pt x="2893" y="1947"/>
                      <a:pt x="2893" y="1947"/>
                      <a:pt x="2893" y="1947"/>
                    </a:cubicBezTo>
                    <a:cubicBezTo>
                      <a:pt x="2892" y="1948"/>
                      <a:pt x="2892" y="1948"/>
                      <a:pt x="2892" y="1948"/>
                    </a:cubicBezTo>
                    <a:cubicBezTo>
                      <a:pt x="2890" y="1949"/>
                      <a:pt x="2890" y="1949"/>
                      <a:pt x="2890" y="1949"/>
                    </a:cubicBezTo>
                    <a:cubicBezTo>
                      <a:pt x="2889" y="1950"/>
                      <a:pt x="2889" y="1950"/>
                      <a:pt x="2889" y="1950"/>
                    </a:cubicBezTo>
                    <a:cubicBezTo>
                      <a:pt x="2887" y="1951"/>
                      <a:pt x="2887" y="1951"/>
                      <a:pt x="2887" y="1951"/>
                    </a:cubicBezTo>
                    <a:cubicBezTo>
                      <a:pt x="2885" y="1952"/>
                      <a:pt x="2885" y="1952"/>
                      <a:pt x="2885" y="1952"/>
                    </a:cubicBezTo>
                    <a:cubicBezTo>
                      <a:pt x="2884" y="1953"/>
                      <a:pt x="2884" y="1953"/>
                      <a:pt x="2884" y="1953"/>
                    </a:cubicBezTo>
                    <a:cubicBezTo>
                      <a:pt x="2882" y="1954"/>
                      <a:pt x="2882" y="1954"/>
                      <a:pt x="2882" y="1954"/>
                    </a:cubicBezTo>
                    <a:cubicBezTo>
                      <a:pt x="2881" y="1954"/>
                      <a:pt x="2881" y="1954"/>
                      <a:pt x="2881" y="1954"/>
                    </a:cubicBezTo>
                    <a:cubicBezTo>
                      <a:pt x="2879" y="1955"/>
                      <a:pt x="2879" y="1955"/>
                      <a:pt x="2879" y="1955"/>
                    </a:cubicBezTo>
                    <a:cubicBezTo>
                      <a:pt x="2879" y="1955"/>
                      <a:pt x="2879" y="1955"/>
                      <a:pt x="2879" y="1955"/>
                    </a:cubicBezTo>
                    <a:cubicBezTo>
                      <a:pt x="2864" y="1963"/>
                      <a:pt x="2847" y="1957"/>
                      <a:pt x="2839" y="1943"/>
                    </a:cubicBezTo>
                    <a:cubicBezTo>
                      <a:pt x="2832" y="1928"/>
                      <a:pt x="2838" y="1911"/>
                      <a:pt x="2852" y="1903"/>
                    </a:cubicBezTo>
                    <a:cubicBezTo>
                      <a:pt x="2852" y="1903"/>
                      <a:pt x="2852" y="1903"/>
                      <a:pt x="2852" y="1903"/>
                    </a:cubicBezTo>
                    <a:cubicBezTo>
                      <a:pt x="2854" y="1903"/>
                      <a:pt x="2854" y="1903"/>
                      <a:pt x="2854" y="1903"/>
                    </a:cubicBezTo>
                    <a:cubicBezTo>
                      <a:pt x="2855" y="1902"/>
                      <a:pt x="2855" y="1902"/>
                      <a:pt x="2855" y="1902"/>
                    </a:cubicBezTo>
                    <a:cubicBezTo>
                      <a:pt x="2856" y="1901"/>
                      <a:pt x="2856" y="1901"/>
                      <a:pt x="2856" y="1901"/>
                    </a:cubicBezTo>
                    <a:cubicBezTo>
                      <a:pt x="2857" y="1901"/>
                      <a:pt x="2857" y="1901"/>
                      <a:pt x="2857" y="1901"/>
                    </a:cubicBezTo>
                    <a:cubicBezTo>
                      <a:pt x="2859" y="1900"/>
                      <a:pt x="2859" y="1900"/>
                      <a:pt x="2859" y="1900"/>
                    </a:cubicBezTo>
                    <a:cubicBezTo>
                      <a:pt x="2860" y="1899"/>
                      <a:pt x="2860" y="1899"/>
                      <a:pt x="2860" y="1899"/>
                    </a:cubicBezTo>
                    <a:cubicBezTo>
                      <a:pt x="2861" y="1898"/>
                      <a:pt x="2861" y="1898"/>
                      <a:pt x="2861" y="1898"/>
                    </a:cubicBezTo>
                    <a:cubicBezTo>
                      <a:pt x="2863" y="1898"/>
                      <a:pt x="2863" y="1898"/>
                      <a:pt x="2863" y="1898"/>
                    </a:cubicBezTo>
                    <a:cubicBezTo>
                      <a:pt x="2864" y="1897"/>
                      <a:pt x="2864" y="1897"/>
                      <a:pt x="2864" y="1897"/>
                    </a:cubicBezTo>
                    <a:cubicBezTo>
                      <a:pt x="2865" y="1896"/>
                      <a:pt x="2865" y="1896"/>
                      <a:pt x="2865" y="1896"/>
                    </a:cubicBezTo>
                    <a:cubicBezTo>
                      <a:pt x="2866" y="1895"/>
                      <a:pt x="2866" y="1895"/>
                      <a:pt x="2866" y="1895"/>
                    </a:cubicBezTo>
                    <a:cubicBezTo>
                      <a:pt x="2867" y="1895"/>
                      <a:pt x="2867" y="1895"/>
                      <a:pt x="2867" y="1895"/>
                    </a:cubicBezTo>
                    <a:cubicBezTo>
                      <a:pt x="2869" y="1894"/>
                      <a:pt x="2869" y="1894"/>
                      <a:pt x="2869" y="1894"/>
                    </a:cubicBezTo>
                    <a:cubicBezTo>
                      <a:pt x="2870" y="1893"/>
                      <a:pt x="2870" y="1893"/>
                      <a:pt x="2870" y="1893"/>
                    </a:cubicBezTo>
                    <a:cubicBezTo>
                      <a:pt x="2871" y="1892"/>
                      <a:pt x="2871" y="1892"/>
                      <a:pt x="2871" y="1892"/>
                    </a:cubicBezTo>
                    <a:cubicBezTo>
                      <a:pt x="2873" y="1892"/>
                      <a:pt x="2873" y="1892"/>
                      <a:pt x="2873" y="1892"/>
                    </a:cubicBezTo>
                    <a:cubicBezTo>
                      <a:pt x="2874" y="1891"/>
                      <a:pt x="2874" y="1891"/>
                      <a:pt x="2874" y="1891"/>
                    </a:cubicBezTo>
                    <a:cubicBezTo>
                      <a:pt x="2875" y="1890"/>
                      <a:pt x="2875" y="1890"/>
                      <a:pt x="2875" y="1890"/>
                    </a:cubicBezTo>
                    <a:cubicBezTo>
                      <a:pt x="2876" y="1889"/>
                      <a:pt x="2876" y="1889"/>
                      <a:pt x="2876" y="1889"/>
                    </a:cubicBezTo>
                    <a:cubicBezTo>
                      <a:pt x="2878" y="1888"/>
                      <a:pt x="2878" y="1888"/>
                      <a:pt x="2878" y="1888"/>
                    </a:cubicBezTo>
                    <a:cubicBezTo>
                      <a:pt x="2879" y="1888"/>
                      <a:pt x="2879" y="1888"/>
                      <a:pt x="2879" y="1888"/>
                    </a:cubicBezTo>
                    <a:cubicBezTo>
                      <a:pt x="2880" y="1887"/>
                      <a:pt x="2880" y="1887"/>
                      <a:pt x="2880" y="1887"/>
                    </a:cubicBezTo>
                    <a:cubicBezTo>
                      <a:pt x="2881" y="1886"/>
                      <a:pt x="2881" y="1886"/>
                      <a:pt x="2881" y="1886"/>
                    </a:cubicBezTo>
                    <a:cubicBezTo>
                      <a:pt x="2882" y="1885"/>
                      <a:pt x="2882" y="1885"/>
                      <a:pt x="2882" y="1885"/>
                    </a:cubicBezTo>
                    <a:cubicBezTo>
                      <a:pt x="2883" y="1884"/>
                      <a:pt x="2883" y="1884"/>
                      <a:pt x="2883" y="1884"/>
                    </a:cubicBezTo>
                    <a:cubicBezTo>
                      <a:pt x="2885" y="1883"/>
                      <a:pt x="2885" y="1883"/>
                      <a:pt x="2885" y="1883"/>
                    </a:cubicBezTo>
                    <a:cubicBezTo>
                      <a:pt x="2886" y="1882"/>
                      <a:pt x="2886" y="1882"/>
                      <a:pt x="2886" y="1882"/>
                    </a:cubicBezTo>
                    <a:cubicBezTo>
                      <a:pt x="2887" y="1881"/>
                      <a:pt x="2887" y="1881"/>
                      <a:pt x="2887" y="1881"/>
                    </a:cubicBezTo>
                    <a:cubicBezTo>
                      <a:pt x="2888" y="1881"/>
                      <a:pt x="2888" y="1881"/>
                      <a:pt x="2888" y="1881"/>
                    </a:cubicBezTo>
                    <a:cubicBezTo>
                      <a:pt x="2889" y="1880"/>
                      <a:pt x="2889" y="1880"/>
                      <a:pt x="2889" y="1880"/>
                    </a:cubicBezTo>
                    <a:cubicBezTo>
                      <a:pt x="2890" y="1879"/>
                      <a:pt x="2890" y="1879"/>
                      <a:pt x="2890" y="1879"/>
                    </a:cubicBezTo>
                    <a:cubicBezTo>
                      <a:pt x="2892" y="1878"/>
                      <a:pt x="2892" y="1878"/>
                      <a:pt x="2892" y="1878"/>
                    </a:cubicBezTo>
                    <a:cubicBezTo>
                      <a:pt x="2893" y="1877"/>
                      <a:pt x="2893" y="1877"/>
                      <a:pt x="2893" y="1877"/>
                    </a:cubicBezTo>
                    <a:cubicBezTo>
                      <a:pt x="2894" y="1876"/>
                      <a:pt x="2894" y="1876"/>
                      <a:pt x="2894" y="1876"/>
                    </a:cubicBezTo>
                    <a:cubicBezTo>
                      <a:pt x="2895" y="1875"/>
                      <a:pt x="2895" y="1875"/>
                      <a:pt x="2895" y="1875"/>
                    </a:cubicBezTo>
                    <a:lnTo>
                      <a:pt x="2896" y="1875"/>
                    </a:lnTo>
                    <a:close/>
                    <a:moveTo>
                      <a:pt x="2695" y="1930"/>
                    </a:moveTo>
                    <a:cubicBezTo>
                      <a:pt x="2711" y="1930"/>
                      <a:pt x="2724" y="1943"/>
                      <a:pt x="2724" y="1959"/>
                    </a:cubicBezTo>
                    <a:cubicBezTo>
                      <a:pt x="2724" y="1975"/>
                      <a:pt x="2711" y="1988"/>
                      <a:pt x="2695" y="1988"/>
                    </a:cubicBezTo>
                    <a:cubicBezTo>
                      <a:pt x="2637" y="1988"/>
                      <a:pt x="2637" y="1988"/>
                      <a:pt x="2637" y="1988"/>
                    </a:cubicBezTo>
                    <a:cubicBezTo>
                      <a:pt x="2621" y="1988"/>
                      <a:pt x="2608" y="1975"/>
                      <a:pt x="2608" y="1959"/>
                    </a:cubicBezTo>
                    <a:cubicBezTo>
                      <a:pt x="2608" y="1943"/>
                      <a:pt x="2621" y="1930"/>
                      <a:pt x="2637" y="1930"/>
                    </a:cubicBezTo>
                    <a:lnTo>
                      <a:pt x="2695" y="19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02B9B57-D5D1-C828-2DA9-E9C4A556510D}"/>
              </a:ext>
            </a:extLst>
          </p:cNvPr>
          <p:cNvCxnSpPr>
            <a:cxnSpLocks/>
          </p:cNvCxnSpPr>
          <p:nvPr/>
        </p:nvCxnSpPr>
        <p:spPr>
          <a:xfrm flipV="1">
            <a:off x="2858176" y="81123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7C08BC5-3154-F98B-E05A-A477758015BC}"/>
              </a:ext>
            </a:extLst>
          </p:cNvPr>
          <p:cNvCxnSpPr>
            <a:cxnSpLocks/>
          </p:cNvCxnSpPr>
          <p:nvPr/>
        </p:nvCxnSpPr>
        <p:spPr>
          <a:xfrm flipV="1">
            <a:off x="2858176" y="370904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B267224-8BFB-0689-237F-AD215790AD06}"/>
              </a:ext>
            </a:extLst>
          </p:cNvPr>
          <p:cNvCxnSpPr>
            <a:cxnSpLocks/>
          </p:cNvCxnSpPr>
          <p:nvPr/>
        </p:nvCxnSpPr>
        <p:spPr>
          <a:xfrm flipV="1">
            <a:off x="6123751" y="81123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5680F63-F685-AEF2-B35A-1C0705F866B5}"/>
              </a:ext>
            </a:extLst>
          </p:cNvPr>
          <p:cNvCxnSpPr>
            <a:cxnSpLocks/>
          </p:cNvCxnSpPr>
          <p:nvPr/>
        </p:nvCxnSpPr>
        <p:spPr>
          <a:xfrm flipV="1">
            <a:off x="6123751" y="370904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2A4217C-39AC-2DCD-58AD-1A587B0DE1F6}"/>
              </a:ext>
            </a:extLst>
          </p:cNvPr>
          <p:cNvCxnSpPr>
            <a:cxnSpLocks/>
          </p:cNvCxnSpPr>
          <p:nvPr/>
        </p:nvCxnSpPr>
        <p:spPr>
          <a:xfrm flipV="1">
            <a:off x="9396083" y="81123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3627A06-43FA-4701-1D36-035D032B9400}"/>
              </a:ext>
            </a:extLst>
          </p:cNvPr>
          <p:cNvCxnSpPr>
            <a:cxnSpLocks/>
          </p:cNvCxnSpPr>
          <p:nvPr/>
        </p:nvCxnSpPr>
        <p:spPr>
          <a:xfrm flipV="1">
            <a:off x="9370374" y="370904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97FCFC5-B9F1-83A7-40F0-AB4FEDB6713F}"/>
              </a:ext>
            </a:extLst>
          </p:cNvPr>
          <p:cNvCxnSpPr>
            <a:cxnSpLocks/>
          </p:cNvCxnSpPr>
          <p:nvPr/>
        </p:nvCxnSpPr>
        <p:spPr>
          <a:xfrm>
            <a:off x="-36890" y="3352658"/>
            <a:ext cx="12181467" cy="95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29EE23E-61C3-800E-B44F-DD878C2E7706}"/>
              </a:ext>
            </a:extLst>
          </p:cNvPr>
          <p:cNvSpPr/>
          <p:nvPr/>
        </p:nvSpPr>
        <p:spPr>
          <a:xfrm>
            <a:off x="2821625" y="5478521"/>
            <a:ext cx="3018455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Test Strategy Improvement for traceability and maintenance through SRS-driven and CGM agnostic approach</a:t>
            </a:r>
          </a:p>
        </p:txBody>
      </p:sp>
      <p:pic>
        <p:nvPicPr>
          <p:cNvPr id="126" name="Picture 4" descr="Making a tool agnostic test framework">
            <a:extLst>
              <a:ext uri="{FF2B5EF4-FFF2-40B4-BE49-F238E27FC236}">
                <a16:creationId xmlns:a16="http://schemas.microsoft.com/office/drawing/2014/main" id="{55994872-F0C9-B4C0-6D6B-33BA1B6D6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807" y="3716755"/>
            <a:ext cx="2686061" cy="151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EB38CE32-C50C-6FF3-5E8F-E40E85495F10}"/>
              </a:ext>
            </a:extLst>
          </p:cNvPr>
          <p:cNvSpPr/>
          <p:nvPr/>
        </p:nvSpPr>
        <p:spPr>
          <a:xfrm>
            <a:off x="-9068" y="5527992"/>
            <a:ext cx="2675274" cy="2769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hlinkClick r:id="rId4" action="ppaction://hlinksldjump"/>
              </a:rPr>
              <a:t>24x7 Pod Automation Lab</a:t>
            </a:r>
            <a:endParaRPr lang="en-IN" sz="1200" dirty="0">
              <a:solidFill>
                <a:schemeClr val="bg1"/>
              </a:solidFill>
              <a:ea typeface="Tahoma"/>
              <a:cs typeface="Calibri"/>
            </a:endParaRPr>
          </a:p>
        </p:txBody>
      </p:sp>
      <p:pic>
        <p:nvPicPr>
          <p:cNvPr id="128" name="Picture 127" descr="A shelf with computers and wires&#10;&#10;Description automatically generated">
            <a:extLst>
              <a:ext uri="{FF2B5EF4-FFF2-40B4-BE49-F238E27FC236}">
                <a16:creationId xmlns:a16="http://schemas.microsoft.com/office/drawing/2014/main" id="{D21E15DA-2190-0548-9CBB-DC1DCA568C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50" y="3733676"/>
            <a:ext cx="2458907" cy="1454662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CD21BA51-490A-703A-2114-655A94DD2689}"/>
              </a:ext>
            </a:extLst>
          </p:cNvPr>
          <p:cNvSpPr/>
          <p:nvPr/>
        </p:nvSpPr>
        <p:spPr>
          <a:xfrm>
            <a:off x="6434590" y="5417854"/>
            <a:ext cx="2571946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Executed over 500+ test cases per sprint reducing functional effort by 240 man-days and accelerating release cycles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0" name="Picture 6" descr="What is Test Execution: Importance, Process | BrowserStack">
            <a:extLst>
              <a:ext uri="{FF2B5EF4-FFF2-40B4-BE49-F238E27FC236}">
                <a16:creationId xmlns:a16="http://schemas.microsoft.com/office/drawing/2014/main" id="{F0ECBB22-8D86-FB35-F5DA-F1D169795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590" y="3712592"/>
            <a:ext cx="2571946" cy="149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ED4E002E-A7F0-55D9-7F8D-BFC44500DFB1}"/>
              </a:ext>
            </a:extLst>
          </p:cNvPr>
          <p:cNvSpPr/>
          <p:nvPr/>
        </p:nvSpPr>
        <p:spPr>
          <a:xfrm>
            <a:off x="9498389" y="5389252"/>
            <a:ext cx="2590372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Improved efficiency -  44 Test cases optimized to 4 test cases for Smart Adjust 2.0 using </a:t>
            </a:r>
            <a:r>
              <a:rPr lang="en-US" sz="1200" dirty="0" err="1">
                <a:solidFill>
                  <a:schemeClr val="bg1"/>
                </a:solidFill>
                <a:ea typeface="+mn-lt"/>
                <a:cs typeface="+mn-lt"/>
              </a:rPr>
              <a:t>PyTest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32" name="Picture 10" descr="9 Steps to Create an Optimal Test Automation Framework">
            <a:extLst>
              <a:ext uri="{FF2B5EF4-FFF2-40B4-BE49-F238E27FC236}">
                <a16:creationId xmlns:a16="http://schemas.microsoft.com/office/drawing/2014/main" id="{06F267A2-CEBA-9182-CF73-6ED66F329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64" y="3700004"/>
            <a:ext cx="2346622" cy="148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0290A4-FD8F-4993-E4D6-8CAC9987E163}"/>
              </a:ext>
            </a:extLst>
          </p:cNvPr>
          <p:cNvSpPr txBox="1"/>
          <p:nvPr/>
        </p:nvSpPr>
        <p:spPr>
          <a:xfrm>
            <a:off x="6593416" y="2291940"/>
            <a:ext cx="253069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Enabling 100% Protocol coverage with automation framework including Whitebox and IPC Test cases</a:t>
            </a:r>
            <a:endParaRPr lang="en-US" dirty="0">
              <a:solidFill>
                <a:srgbClr val="FF0000"/>
              </a:solidFill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DCABA-0AF2-593E-F11A-D22521448B90}"/>
              </a:ext>
            </a:extLst>
          </p:cNvPr>
          <p:cNvSpPr txBox="1"/>
          <p:nvPr/>
        </p:nvSpPr>
        <p:spPr>
          <a:xfrm>
            <a:off x="9481577" y="2268301"/>
            <a:ext cx="2663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Developed a detailed SDD for validating  the Pod Algorithm Test Framework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B2A968-1FD3-03A4-082B-14EB5463FC76}"/>
              </a:ext>
            </a:extLst>
          </p:cNvPr>
          <p:cNvSpPr txBox="1"/>
          <p:nvPr/>
        </p:nvSpPr>
        <p:spPr>
          <a:xfrm>
            <a:off x="3206475" y="2489802"/>
            <a:ext cx="2548671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a typeface="+mn-lt"/>
                <a:cs typeface="+mn-lt"/>
                <a:hlinkClick r:id="rId8" action="ppaction://hlinksldjump"/>
              </a:rPr>
              <a:t>Automation Test Coverage 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- 68%.</a:t>
            </a:r>
            <a:endParaRPr lang="en-US" dirty="0">
              <a:solidFill>
                <a:schemeClr val="bg1"/>
              </a:solidFill>
              <a:ea typeface="Tahoma"/>
              <a:cs typeface="Tahoma"/>
            </a:endParaRPr>
          </a:p>
        </p:txBody>
      </p:sp>
      <p:sp>
        <p:nvSpPr>
          <p:cNvPr id="2" name="AutoShape 2" descr="A clean and professional logo representing 'Reliability Testing'. The logo should include a symbol of stability, trust, and endurance such as a shield or checkmark, with a subtle representation of gears or a test environment to indicate testing processes. The design should be modern and minimalistic with a focus on technological precision and reliability.">
            <a:extLst>
              <a:ext uri="{FF2B5EF4-FFF2-40B4-BE49-F238E27FC236}">
                <a16:creationId xmlns:a16="http://schemas.microsoft.com/office/drawing/2014/main" id="{210A2CE9-7691-7E78-712E-37AFA78DC4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 descr="A logo of a shield with a check mark and gears&#10;&#10;Description automatically generated">
            <a:extLst>
              <a:ext uri="{FF2B5EF4-FFF2-40B4-BE49-F238E27FC236}">
                <a16:creationId xmlns:a16="http://schemas.microsoft.com/office/drawing/2014/main" id="{039B518E-348A-FDCA-D054-FF6B6F7D5B6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200" y="556181"/>
            <a:ext cx="2271004" cy="1933621"/>
          </a:xfrm>
          <a:prstGeom prst="rect">
            <a:avLst/>
          </a:prstGeom>
        </p:spPr>
      </p:pic>
      <p:pic>
        <p:nvPicPr>
          <p:cNvPr id="17" name="Picture 16" descr="Best Test Automation Software | mabl">
            <a:extLst>
              <a:ext uri="{FF2B5EF4-FFF2-40B4-BE49-F238E27FC236}">
                <a16:creationId xmlns:a16="http://schemas.microsoft.com/office/drawing/2014/main" id="{B078E557-5E76-5202-78FD-1BF1BD18FBFB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778" b="98222" l="1778" r="97778">
                        <a14:foregroundMark x1="7556" y1="57333" x2="7556" y2="57333"/>
                        <a14:foregroundMark x1="1778" y1="60444" x2="1778" y2="60444"/>
                        <a14:foregroundMark x1="92000" y1="12889" x2="92000" y2="12889"/>
                        <a14:foregroundMark x1="97333" y1="5778" x2="97333" y2="5778"/>
                        <a14:foregroundMark x1="97333" y1="1778" x2="97333" y2="1778"/>
                        <a14:foregroundMark x1="15556" y1="82222" x2="15556" y2="82222"/>
                        <a14:foregroundMark x1="15556" y1="82222" x2="15556" y2="82222"/>
                        <a14:foregroundMark x1="15556" y1="82222" x2="15556" y2="82222"/>
                        <a14:foregroundMark x1="8889" y1="88889" x2="8889" y2="88889"/>
                        <a14:foregroundMark x1="6667" y1="91556" x2="6667" y2="91556"/>
                        <a14:foregroundMark x1="6667" y1="91556" x2="6667" y2="91556"/>
                        <a14:foregroundMark x1="6667" y1="91556" x2="6667" y2="91556"/>
                        <a14:foregroundMark x1="6667" y1="91556" x2="6667" y2="91556"/>
                        <a14:foregroundMark x1="50667" y1="83111" x2="50667" y2="83111"/>
                        <a14:foregroundMark x1="50667" y1="83111" x2="50667" y2="83111"/>
                        <a14:foregroundMark x1="50667" y1="83111" x2="50667" y2="83111"/>
                        <a14:foregroundMark x1="50667" y1="83111" x2="48444" y2="71556"/>
                        <a14:foregroundMark x1="48444" y1="71556" x2="48444" y2="71556"/>
                        <a14:foregroundMark x1="48444" y1="71556" x2="48444" y2="71556"/>
                        <a14:foregroundMark x1="48444" y1="79111" x2="48444" y2="79111"/>
                        <a14:foregroundMark x1="48444" y1="78667" x2="48444" y2="78667"/>
                        <a14:foregroundMark x1="48444" y1="78667" x2="48444" y2="78667"/>
                        <a14:foregroundMark x1="94667" y1="77333" x2="94667" y2="77333"/>
                        <a14:foregroundMark x1="90222" y1="58222" x2="90222" y2="58222"/>
                        <a14:foregroundMark x1="90222" y1="58222" x2="90222" y2="58222"/>
                        <a14:foregroundMark x1="90222" y1="58222" x2="90222" y2="58222"/>
                        <a14:foregroundMark x1="90222" y1="58222" x2="88444" y2="93778"/>
                        <a14:foregroundMark x1="88444" y1="93778" x2="76889" y2="56444"/>
                        <a14:foregroundMark x1="76889" y1="56444" x2="80889" y2="47111"/>
                        <a14:foregroundMark x1="80889" y1="47111" x2="80889" y2="47111"/>
                        <a14:foregroundMark x1="97778" y1="44889" x2="97778" y2="44889"/>
                        <a14:foregroundMark x1="97778" y1="44889" x2="97778" y2="44889"/>
                        <a14:foregroundMark x1="76444" y1="45333" x2="76444" y2="45333"/>
                        <a14:foregroundMark x1="76444" y1="45333" x2="76444" y2="45333"/>
                        <a14:foregroundMark x1="75556" y1="45333" x2="75556" y2="45333"/>
                        <a14:foregroundMark x1="75556" y1="45333" x2="75556" y2="45333"/>
                        <a14:foregroundMark x1="61333" y1="61778" x2="61778" y2="98222"/>
                        <a14:foregroundMark x1="61778" y1="98222" x2="39111" y2="87556"/>
                        <a14:foregroundMark x1="39111" y1="87556" x2="59111" y2="68444"/>
                        <a14:foregroundMark x1="59111" y1="68444" x2="60444" y2="84889"/>
                        <a14:foregroundMark x1="60444" y1="84889" x2="60444" y2="84889"/>
                        <a14:foregroundMark x1="60444" y1="84889" x2="60444" y2="84889"/>
                        <a14:foregroundMark x1="60444" y1="84889" x2="60444" y2="84889"/>
                        <a14:foregroundMark x1="60444" y1="84889" x2="60444" y2="84889"/>
                        <a14:foregroundMark x1="39111" y1="60000" x2="39111" y2="60000"/>
                        <a14:foregroundMark x1="39111" y1="60000" x2="39111" y2="60000"/>
                        <a14:foregroundMark x1="20444" y1="76000" x2="20444" y2="76000"/>
                        <a14:foregroundMark x1="20444" y1="76000" x2="20444" y2="76000"/>
                        <a14:foregroundMark x1="20444" y1="76000" x2="2667" y2="95556"/>
                        <a14:foregroundMark x1="2667" y1="95556" x2="24444" y2="95556"/>
                        <a14:foregroundMark x1="24444" y1="95556" x2="3111" y2="76889"/>
                        <a14:foregroundMark x1="3111" y1="76889" x2="12000" y2="89778"/>
                        <a14:foregroundMark x1="12000" y1="89778" x2="12000" y2="89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515" y="847086"/>
            <a:ext cx="2285911" cy="151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B93E2E32-FA83-FC42-3EA2-E180BB2E5D9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24814" y1="16544" x2="24814" y2="16544"/>
                        <a14:foregroundMark x1="73595" y1="54210" x2="73595" y2="53471"/>
                        <a14:foregroundMark x1="72428" y1="62334" x2="72428" y2="62334"/>
                        <a14:foregroundMark x1="72216" y1="42245" x2="72216" y2="42245"/>
                        <a14:foregroundMark x1="72534" y1="18021" x2="72534" y2="18021"/>
                        <a14:foregroundMark x1="55779" y1="13589" x2="55779" y2="13589"/>
                        <a14:foregroundMark x1="40827" y1="14032" x2="40827" y2="14032"/>
                        <a14:foregroundMark x1="31177" y1="24225" x2="31177" y2="24225"/>
                        <a14:foregroundMark x1="31177" y1="24225" x2="31177" y2="24225"/>
                        <a14:foregroundMark x1="32768" y1="28065" x2="32768" y2="28065"/>
                        <a14:foregroundMark x1="32768" y1="25258" x2="31601" y2="24225"/>
                        <a14:foregroundMark x1="37010" y1="31315" x2="44115" y2="38552"/>
                        <a14:foregroundMark x1="48250" y1="44313" x2="48250" y2="44313"/>
                        <a14:foregroundMark x1="48356" y1="41211" x2="48568" y2="40768"/>
                        <a14:foregroundMark x1="13892" y1="40916" x2="13786" y2="41211"/>
                        <a14:foregroundMark x1="16755" y1="38257" x2="23436" y2="31610"/>
                        <a14:foregroundMark x1="32768" y1="47120" x2="24390" y2="51994"/>
                        <a14:foregroundMark x1="24390" y1="51994" x2="30223" y2="61300"/>
                        <a14:foregroundMark x1="30223" y1="61300" x2="36797" y2="54210"/>
                        <a14:foregroundMark x1="36797" y1="54210" x2="31495" y2="46824"/>
                        <a14:foregroundMark x1="12619" y1="57016" x2="15164" y2="67061"/>
                        <a14:foregroundMark x1="19936" y1="69572" x2="18452" y2="80798"/>
                        <a14:foregroundMark x1="18452" y1="80798" x2="19512" y2="69572"/>
                        <a14:foregroundMark x1="12725" y1="55244" x2="15270" y2="67651"/>
                        <a14:foregroundMark x1="15270" y1="67651" x2="15376" y2="67651"/>
                        <a14:foregroundMark x1="12513" y1="58050" x2="15483" y2="67504"/>
                        <a14:foregroundMark x1="12937" y1="56278" x2="15376" y2="67208"/>
                        <a14:foregroundMark x1="15376" y1="67208" x2="15483" y2="67356"/>
                        <a14:foregroundMark x1="33616" y1="78582" x2="26405" y2="78287"/>
                        <a14:foregroundMark x1="42948" y1="70310" x2="41463" y2="81536"/>
                        <a14:foregroundMark x1="41463" y1="81536" x2="42418" y2="70015"/>
                        <a14:foregroundMark x1="48780" y1="56278" x2="46448" y2="67208"/>
                        <a14:foregroundMark x1="46448" y1="67208" x2="45493" y2="67651"/>
                        <a14:foregroundMark x1="16013" y1="38996" x2="16013" y2="38996"/>
                        <a14:foregroundMark x1="16013" y1="38996" x2="17073" y2="40177"/>
                        <a14:foregroundMark x1="12831" y1="55096" x2="13998" y2="55687"/>
                        <a14:foregroundMark x1="25557" y1="76957" x2="25133" y2="79616"/>
                        <a14:foregroundMark x1="34995" y1="76809" x2="36055" y2="799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231" y="725380"/>
            <a:ext cx="2243912" cy="1481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person and person running&#10;&#10;Description automatically generated">
            <a:extLst>
              <a:ext uri="{FF2B5EF4-FFF2-40B4-BE49-F238E27FC236}">
                <a16:creationId xmlns:a16="http://schemas.microsoft.com/office/drawing/2014/main" id="{3C476597-FE59-4AB3-168B-0D771505984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7453" y="847086"/>
            <a:ext cx="2333321" cy="14628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766A50-464D-6FDF-0B21-16AE4917E575}"/>
              </a:ext>
            </a:extLst>
          </p:cNvPr>
          <p:cNvSpPr txBox="1"/>
          <p:nvPr/>
        </p:nvSpPr>
        <p:spPr>
          <a:xfrm>
            <a:off x="217350" y="2431773"/>
            <a:ext cx="252517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ea typeface="Tahoma"/>
                <a:cs typeface="Tahoma"/>
              </a:rPr>
              <a:t>Taking part in PI planning has helped faster automation progress and improved alignment across teams </a:t>
            </a:r>
          </a:p>
        </p:txBody>
      </p:sp>
    </p:spTree>
    <p:extLst>
      <p:ext uri="{BB962C8B-B14F-4D97-AF65-F5344CB8AC3E}">
        <p14:creationId xmlns:p14="http://schemas.microsoft.com/office/powerpoint/2010/main" val="292408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5A09B171-B7CE-7AAC-066B-8B1A527FAEE3}"/>
              </a:ext>
            </a:extLst>
          </p:cNvPr>
          <p:cNvSpPr txBox="1">
            <a:spLocks/>
          </p:cNvSpPr>
          <p:nvPr/>
        </p:nvSpPr>
        <p:spPr>
          <a:xfrm>
            <a:off x="284425" y="257779"/>
            <a:ext cx="11268075" cy="79057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>
              <a:solidFill>
                <a:schemeClr val="bg1"/>
              </a:solidFill>
              <a:latin typeface="Anek Devanagari" pitchFamily="2" charset="0"/>
              <a:cs typeface="Anek Devanagari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FB0B69-667F-1457-4DEE-218698E066A5}"/>
              </a:ext>
            </a:extLst>
          </p:cNvPr>
          <p:cNvSpPr/>
          <p:nvPr/>
        </p:nvSpPr>
        <p:spPr>
          <a:xfrm>
            <a:off x="0" y="657308"/>
            <a:ext cx="12166350" cy="5710814"/>
          </a:xfrm>
          <a:prstGeom prst="rect">
            <a:avLst/>
          </a:prstGeom>
          <a:noFill/>
          <a:ln w="55000" cap="flat" cmpd="thickThin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4B4C3D-B01E-6393-7755-4DEED7399762}"/>
              </a:ext>
            </a:extLst>
          </p:cNvPr>
          <p:cNvSpPr/>
          <p:nvPr/>
        </p:nvSpPr>
        <p:spPr>
          <a:xfrm>
            <a:off x="34106" y="2345316"/>
            <a:ext cx="276181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  <a:latin typeface="+mj-lt"/>
                <a:cs typeface="Calibri"/>
                <a:hlinkClick r:id="rId2" action="ppaction://hlinksldjump"/>
              </a:rPr>
              <a:t>Driven major releases </a:t>
            </a:r>
            <a:r>
              <a:rPr lang="en-IN" sz="1200" dirty="0">
                <a:solidFill>
                  <a:schemeClr val="bg1"/>
                </a:solidFill>
                <a:latin typeface="+mj-lt"/>
                <a:cs typeface="Calibri"/>
              </a:rPr>
              <a:t>-</a:t>
            </a:r>
          </a:p>
          <a:p>
            <a:pPr algn="ctr"/>
            <a:r>
              <a:rPr lang="en-IN" sz="1200" dirty="0">
                <a:solidFill>
                  <a:schemeClr val="bg1"/>
                </a:solidFill>
                <a:latin typeface="+mj-lt"/>
                <a:ea typeface="Tahoma"/>
                <a:cs typeface="Calibri"/>
              </a:rPr>
              <a:t>iOS – LMR &amp; FMR, v3.0, v3.1, Atlas, SA 2.0 Pivotal, </a:t>
            </a:r>
            <a:r>
              <a:rPr lang="en-IN" sz="1200" dirty="0" err="1">
                <a:solidFill>
                  <a:schemeClr val="bg1"/>
                </a:solidFill>
                <a:latin typeface="+mj-lt"/>
                <a:ea typeface="Tahoma"/>
                <a:cs typeface="Calibri"/>
              </a:rPr>
              <a:t>Glooko</a:t>
            </a:r>
            <a:r>
              <a:rPr lang="en-IN" sz="1200" dirty="0">
                <a:solidFill>
                  <a:schemeClr val="bg1"/>
                </a:solidFill>
                <a:latin typeface="+mj-lt"/>
                <a:ea typeface="Tahoma"/>
                <a:cs typeface="Calibri"/>
              </a:rPr>
              <a:t> 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ADCCCA-7CD3-F191-732D-3879F210F78D}"/>
              </a:ext>
            </a:extLst>
          </p:cNvPr>
          <p:cNvSpPr/>
          <p:nvPr/>
        </p:nvSpPr>
        <p:spPr>
          <a:xfrm>
            <a:off x="9460229" y="4845670"/>
            <a:ext cx="26538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  <a:cs typeface="Calibri"/>
              </a:rPr>
              <a:t>Cross trained professionals of </a:t>
            </a:r>
            <a:r>
              <a:rPr lang="en-US" sz="1200" b="1" dirty="0">
                <a:solidFill>
                  <a:schemeClr val="bg1"/>
                </a:solidFill>
                <a:latin typeface="+mj-lt"/>
                <a:cs typeface="Calibri"/>
              </a:rPr>
              <a:t>72</a:t>
            </a:r>
            <a:r>
              <a:rPr lang="en-US" sz="1200" dirty="0">
                <a:solidFill>
                  <a:schemeClr val="bg1"/>
                </a:solidFill>
                <a:latin typeface="+mj-lt"/>
                <a:cs typeface="Calibri"/>
              </a:rPr>
              <a:t> working in Offshore &amp; Onshore model</a:t>
            </a:r>
            <a:endParaRPr lang="en-US" sz="1200" dirty="0">
              <a:solidFill>
                <a:schemeClr val="bg1"/>
              </a:solidFill>
              <a:latin typeface="+mj-lt"/>
              <a:ea typeface="Tahoma"/>
              <a:cs typeface="Calibri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B2039E-222D-FEB9-6B0F-5E1254E8C45D}"/>
              </a:ext>
            </a:extLst>
          </p:cNvPr>
          <p:cNvGrpSpPr/>
          <p:nvPr/>
        </p:nvGrpSpPr>
        <p:grpSpPr>
          <a:xfrm>
            <a:off x="7053728" y="1239011"/>
            <a:ext cx="1328976" cy="1118024"/>
            <a:chOff x="4027675" y="2339708"/>
            <a:chExt cx="2357437" cy="2148155"/>
          </a:xfrm>
          <a:solidFill>
            <a:schemeClr val="accent1"/>
          </a:solidFill>
        </p:grpSpPr>
        <p:sp>
          <p:nvSpPr>
            <p:cNvPr id="27" name="Oval 216">
              <a:extLst>
                <a:ext uri="{FF2B5EF4-FFF2-40B4-BE49-F238E27FC236}">
                  <a16:creationId xmlns:a16="http://schemas.microsoft.com/office/drawing/2014/main" id="{F8940F27-3EBC-2A06-57CC-DA70EC684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794" y="2408238"/>
              <a:ext cx="2079625" cy="20796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62560" tIns="81280" rIns="162560" bIns="8128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+mj-lt"/>
                <a:cs typeface="Calibri" panose="020F0502020204030204" pitchFamily="34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93B0962-CE11-A7E9-F0C2-3EB28FBABEE2}"/>
                </a:ext>
              </a:extLst>
            </p:cNvPr>
            <p:cNvGrpSpPr/>
            <p:nvPr/>
          </p:nvGrpSpPr>
          <p:grpSpPr>
            <a:xfrm>
              <a:off x="4027675" y="2339708"/>
              <a:ext cx="2357437" cy="2075132"/>
              <a:chOff x="4081463" y="2617788"/>
              <a:chExt cx="2041525" cy="1797051"/>
            </a:xfrm>
            <a:grpFill/>
          </p:grpSpPr>
          <p:sp>
            <p:nvSpPr>
              <p:cNvPr id="29" name="Freeform 155">
                <a:extLst>
                  <a:ext uri="{FF2B5EF4-FFF2-40B4-BE49-F238E27FC236}">
                    <a16:creationId xmlns:a16="http://schemas.microsoft.com/office/drawing/2014/main" id="{5B955CBE-EC74-45EE-B073-6FBA609DBA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463" y="2881313"/>
                <a:ext cx="941387" cy="1077913"/>
              </a:xfrm>
              <a:custGeom>
                <a:avLst/>
                <a:gdLst>
                  <a:gd name="T0" fmla="*/ 402 w 593"/>
                  <a:gd name="T1" fmla="*/ 0 h 679"/>
                  <a:gd name="T2" fmla="*/ 402 w 593"/>
                  <a:gd name="T3" fmla="*/ 0 h 679"/>
                  <a:gd name="T4" fmla="*/ 593 w 593"/>
                  <a:gd name="T5" fmla="*/ 535 h 679"/>
                  <a:gd name="T6" fmla="*/ 190 w 593"/>
                  <a:gd name="T7" fmla="*/ 679 h 679"/>
                  <a:gd name="T8" fmla="*/ 0 w 593"/>
                  <a:gd name="T9" fmla="*/ 144 h 679"/>
                  <a:gd name="T10" fmla="*/ 402 w 593"/>
                  <a:gd name="T11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93" h="679">
                    <a:moveTo>
                      <a:pt x="402" y="0"/>
                    </a:moveTo>
                    <a:lnTo>
                      <a:pt x="402" y="0"/>
                    </a:lnTo>
                    <a:lnTo>
                      <a:pt x="593" y="535"/>
                    </a:lnTo>
                    <a:lnTo>
                      <a:pt x="190" y="679"/>
                    </a:lnTo>
                    <a:lnTo>
                      <a:pt x="0" y="144"/>
                    </a:lnTo>
                    <a:lnTo>
                      <a:pt x="40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Freeform 156">
                <a:extLst>
                  <a:ext uri="{FF2B5EF4-FFF2-40B4-BE49-F238E27FC236}">
                    <a16:creationId xmlns:a16="http://schemas.microsoft.com/office/drawing/2014/main" id="{99AE91F8-AA38-EC19-6F45-E9C653664A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0050" y="3076576"/>
                <a:ext cx="712787" cy="781050"/>
              </a:xfrm>
              <a:custGeom>
                <a:avLst/>
                <a:gdLst>
                  <a:gd name="T0" fmla="*/ 52 w 449"/>
                  <a:gd name="T1" fmla="*/ 258 h 492"/>
                  <a:gd name="T2" fmla="*/ 366 w 449"/>
                  <a:gd name="T3" fmla="*/ 146 h 492"/>
                  <a:gd name="T4" fmla="*/ 371 w 449"/>
                  <a:gd name="T5" fmla="*/ 162 h 492"/>
                  <a:gd name="T6" fmla="*/ 57 w 449"/>
                  <a:gd name="T7" fmla="*/ 274 h 492"/>
                  <a:gd name="T8" fmla="*/ 52 w 449"/>
                  <a:gd name="T9" fmla="*/ 258 h 492"/>
                  <a:gd name="T10" fmla="*/ 0 w 449"/>
                  <a:gd name="T11" fmla="*/ 113 h 492"/>
                  <a:gd name="T12" fmla="*/ 314 w 449"/>
                  <a:gd name="T13" fmla="*/ 0 h 492"/>
                  <a:gd name="T14" fmla="*/ 319 w 449"/>
                  <a:gd name="T15" fmla="*/ 16 h 492"/>
                  <a:gd name="T16" fmla="*/ 5 w 449"/>
                  <a:gd name="T17" fmla="*/ 128 h 492"/>
                  <a:gd name="T18" fmla="*/ 0 w 449"/>
                  <a:gd name="T19" fmla="*/ 113 h 492"/>
                  <a:gd name="T20" fmla="*/ 26 w 449"/>
                  <a:gd name="T21" fmla="*/ 185 h 492"/>
                  <a:gd name="T22" fmla="*/ 340 w 449"/>
                  <a:gd name="T23" fmla="*/ 73 h 492"/>
                  <a:gd name="T24" fmla="*/ 345 w 449"/>
                  <a:gd name="T25" fmla="*/ 89 h 492"/>
                  <a:gd name="T26" fmla="*/ 31 w 449"/>
                  <a:gd name="T27" fmla="*/ 201 h 492"/>
                  <a:gd name="T28" fmla="*/ 26 w 449"/>
                  <a:gd name="T29" fmla="*/ 185 h 492"/>
                  <a:gd name="T30" fmla="*/ 130 w 449"/>
                  <a:gd name="T31" fmla="*/ 476 h 492"/>
                  <a:gd name="T32" fmla="*/ 443 w 449"/>
                  <a:gd name="T33" fmla="*/ 364 h 492"/>
                  <a:gd name="T34" fmla="*/ 449 w 449"/>
                  <a:gd name="T35" fmla="*/ 380 h 492"/>
                  <a:gd name="T36" fmla="*/ 135 w 449"/>
                  <a:gd name="T37" fmla="*/ 492 h 492"/>
                  <a:gd name="T38" fmla="*/ 130 w 449"/>
                  <a:gd name="T39" fmla="*/ 476 h 492"/>
                  <a:gd name="T40" fmla="*/ 104 w 449"/>
                  <a:gd name="T41" fmla="*/ 403 h 492"/>
                  <a:gd name="T42" fmla="*/ 418 w 449"/>
                  <a:gd name="T43" fmla="*/ 292 h 492"/>
                  <a:gd name="T44" fmla="*/ 423 w 449"/>
                  <a:gd name="T45" fmla="*/ 307 h 492"/>
                  <a:gd name="T46" fmla="*/ 109 w 449"/>
                  <a:gd name="T47" fmla="*/ 419 h 492"/>
                  <a:gd name="T48" fmla="*/ 104 w 449"/>
                  <a:gd name="T49" fmla="*/ 403 h 492"/>
                  <a:gd name="T50" fmla="*/ 78 w 449"/>
                  <a:gd name="T51" fmla="*/ 331 h 492"/>
                  <a:gd name="T52" fmla="*/ 392 w 449"/>
                  <a:gd name="T53" fmla="*/ 219 h 492"/>
                  <a:gd name="T54" fmla="*/ 397 w 449"/>
                  <a:gd name="T55" fmla="*/ 234 h 492"/>
                  <a:gd name="T56" fmla="*/ 83 w 449"/>
                  <a:gd name="T57" fmla="*/ 347 h 492"/>
                  <a:gd name="T58" fmla="*/ 78 w 449"/>
                  <a:gd name="T59" fmla="*/ 331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49" h="492">
                    <a:moveTo>
                      <a:pt x="52" y="258"/>
                    </a:moveTo>
                    <a:lnTo>
                      <a:pt x="366" y="146"/>
                    </a:lnTo>
                    <a:lnTo>
                      <a:pt x="371" y="162"/>
                    </a:lnTo>
                    <a:lnTo>
                      <a:pt x="57" y="274"/>
                    </a:lnTo>
                    <a:lnTo>
                      <a:pt x="52" y="258"/>
                    </a:lnTo>
                    <a:close/>
                    <a:moveTo>
                      <a:pt x="0" y="113"/>
                    </a:moveTo>
                    <a:lnTo>
                      <a:pt x="314" y="0"/>
                    </a:lnTo>
                    <a:lnTo>
                      <a:pt x="319" y="16"/>
                    </a:lnTo>
                    <a:lnTo>
                      <a:pt x="5" y="128"/>
                    </a:lnTo>
                    <a:lnTo>
                      <a:pt x="0" y="113"/>
                    </a:lnTo>
                    <a:close/>
                    <a:moveTo>
                      <a:pt x="26" y="185"/>
                    </a:moveTo>
                    <a:lnTo>
                      <a:pt x="340" y="73"/>
                    </a:lnTo>
                    <a:lnTo>
                      <a:pt x="345" y="89"/>
                    </a:lnTo>
                    <a:lnTo>
                      <a:pt x="31" y="201"/>
                    </a:lnTo>
                    <a:lnTo>
                      <a:pt x="26" y="185"/>
                    </a:lnTo>
                    <a:close/>
                    <a:moveTo>
                      <a:pt x="130" y="476"/>
                    </a:moveTo>
                    <a:lnTo>
                      <a:pt x="443" y="364"/>
                    </a:lnTo>
                    <a:lnTo>
                      <a:pt x="449" y="380"/>
                    </a:lnTo>
                    <a:lnTo>
                      <a:pt x="135" y="492"/>
                    </a:lnTo>
                    <a:lnTo>
                      <a:pt x="130" y="476"/>
                    </a:lnTo>
                    <a:close/>
                    <a:moveTo>
                      <a:pt x="104" y="403"/>
                    </a:moveTo>
                    <a:lnTo>
                      <a:pt x="418" y="292"/>
                    </a:lnTo>
                    <a:lnTo>
                      <a:pt x="423" y="307"/>
                    </a:lnTo>
                    <a:lnTo>
                      <a:pt x="109" y="419"/>
                    </a:lnTo>
                    <a:lnTo>
                      <a:pt x="104" y="403"/>
                    </a:lnTo>
                    <a:close/>
                    <a:moveTo>
                      <a:pt x="78" y="331"/>
                    </a:moveTo>
                    <a:lnTo>
                      <a:pt x="392" y="219"/>
                    </a:lnTo>
                    <a:lnTo>
                      <a:pt x="397" y="234"/>
                    </a:lnTo>
                    <a:lnTo>
                      <a:pt x="83" y="347"/>
                    </a:lnTo>
                    <a:lnTo>
                      <a:pt x="78" y="3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Freeform 157">
                <a:extLst>
                  <a:ext uri="{FF2B5EF4-FFF2-40B4-BE49-F238E27FC236}">
                    <a16:creationId xmlns:a16="http://schemas.microsoft.com/office/drawing/2014/main" id="{65164FD7-0796-1048-47B1-DFD4695E6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538" y="2747963"/>
                <a:ext cx="995362" cy="1322388"/>
              </a:xfrm>
              <a:custGeom>
                <a:avLst/>
                <a:gdLst>
                  <a:gd name="T0" fmla="*/ 627 w 627"/>
                  <a:gd name="T1" fmla="*/ 0 h 833"/>
                  <a:gd name="T2" fmla="*/ 627 w 627"/>
                  <a:gd name="T3" fmla="*/ 0 h 833"/>
                  <a:gd name="T4" fmla="*/ 627 w 627"/>
                  <a:gd name="T5" fmla="*/ 833 h 833"/>
                  <a:gd name="T6" fmla="*/ 0 w 627"/>
                  <a:gd name="T7" fmla="*/ 833 h 833"/>
                  <a:gd name="T8" fmla="*/ 0 w 627"/>
                  <a:gd name="T9" fmla="*/ 0 h 833"/>
                  <a:gd name="T10" fmla="*/ 627 w 627"/>
                  <a:gd name="T11" fmla="*/ 0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7" h="833">
                    <a:moveTo>
                      <a:pt x="627" y="0"/>
                    </a:moveTo>
                    <a:lnTo>
                      <a:pt x="627" y="0"/>
                    </a:lnTo>
                    <a:lnTo>
                      <a:pt x="627" y="833"/>
                    </a:lnTo>
                    <a:lnTo>
                      <a:pt x="0" y="833"/>
                    </a:lnTo>
                    <a:lnTo>
                      <a:pt x="0" y="0"/>
                    </a:lnTo>
                    <a:lnTo>
                      <a:pt x="62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Freeform 158">
                <a:extLst>
                  <a:ext uri="{FF2B5EF4-FFF2-40B4-BE49-F238E27FC236}">
                    <a16:creationId xmlns:a16="http://schemas.microsoft.com/office/drawing/2014/main" id="{411E154F-B7C2-2EA4-58AD-5459804536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21250" y="2940051"/>
                <a:ext cx="776287" cy="938213"/>
              </a:xfrm>
              <a:custGeom>
                <a:avLst/>
                <a:gdLst>
                  <a:gd name="T0" fmla="*/ 0 w 489"/>
                  <a:gd name="T1" fmla="*/ 226 h 591"/>
                  <a:gd name="T2" fmla="*/ 489 w 489"/>
                  <a:gd name="T3" fmla="*/ 226 h 591"/>
                  <a:gd name="T4" fmla="*/ 489 w 489"/>
                  <a:gd name="T5" fmla="*/ 251 h 591"/>
                  <a:gd name="T6" fmla="*/ 0 w 489"/>
                  <a:gd name="T7" fmla="*/ 251 h 591"/>
                  <a:gd name="T8" fmla="*/ 0 w 489"/>
                  <a:gd name="T9" fmla="*/ 226 h 591"/>
                  <a:gd name="T10" fmla="*/ 0 w 489"/>
                  <a:gd name="T11" fmla="*/ 0 h 591"/>
                  <a:gd name="T12" fmla="*/ 489 w 489"/>
                  <a:gd name="T13" fmla="*/ 0 h 591"/>
                  <a:gd name="T14" fmla="*/ 489 w 489"/>
                  <a:gd name="T15" fmla="*/ 24 h 591"/>
                  <a:gd name="T16" fmla="*/ 0 w 489"/>
                  <a:gd name="T17" fmla="*/ 24 h 591"/>
                  <a:gd name="T18" fmla="*/ 0 w 489"/>
                  <a:gd name="T19" fmla="*/ 0 h 591"/>
                  <a:gd name="T20" fmla="*/ 0 w 489"/>
                  <a:gd name="T21" fmla="*/ 113 h 591"/>
                  <a:gd name="T22" fmla="*/ 489 w 489"/>
                  <a:gd name="T23" fmla="*/ 113 h 591"/>
                  <a:gd name="T24" fmla="*/ 489 w 489"/>
                  <a:gd name="T25" fmla="*/ 137 h 591"/>
                  <a:gd name="T26" fmla="*/ 0 w 489"/>
                  <a:gd name="T27" fmla="*/ 137 h 591"/>
                  <a:gd name="T28" fmla="*/ 0 w 489"/>
                  <a:gd name="T29" fmla="*/ 113 h 591"/>
                  <a:gd name="T30" fmla="*/ 0 w 489"/>
                  <a:gd name="T31" fmla="*/ 566 h 591"/>
                  <a:gd name="T32" fmla="*/ 489 w 489"/>
                  <a:gd name="T33" fmla="*/ 566 h 591"/>
                  <a:gd name="T34" fmla="*/ 489 w 489"/>
                  <a:gd name="T35" fmla="*/ 591 h 591"/>
                  <a:gd name="T36" fmla="*/ 0 w 489"/>
                  <a:gd name="T37" fmla="*/ 591 h 591"/>
                  <a:gd name="T38" fmla="*/ 0 w 489"/>
                  <a:gd name="T39" fmla="*/ 566 h 591"/>
                  <a:gd name="T40" fmla="*/ 0 w 489"/>
                  <a:gd name="T41" fmla="*/ 453 h 591"/>
                  <a:gd name="T42" fmla="*/ 489 w 489"/>
                  <a:gd name="T43" fmla="*/ 453 h 591"/>
                  <a:gd name="T44" fmla="*/ 489 w 489"/>
                  <a:gd name="T45" fmla="*/ 477 h 591"/>
                  <a:gd name="T46" fmla="*/ 0 w 489"/>
                  <a:gd name="T47" fmla="*/ 478 h 591"/>
                  <a:gd name="T48" fmla="*/ 0 w 489"/>
                  <a:gd name="T49" fmla="*/ 453 h 591"/>
                  <a:gd name="T50" fmla="*/ 0 w 489"/>
                  <a:gd name="T51" fmla="*/ 340 h 591"/>
                  <a:gd name="T52" fmla="*/ 489 w 489"/>
                  <a:gd name="T53" fmla="*/ 340 h 591"/>
                  <a:gd name="T54" fmla="*/ 489 w 489"/>
                  <a:gd name="T55" fmla="*/ 364 h 591"/>
                  <a:gd name="T56" fmla="*/ 0 w 489"/>
                  <a:gd name="T57" fmla="*/ 364 h 591"/>
                  <a:gd name="T58" fmla="*/ 0 w 489"/>
                  <a:gd name="T59" fmla="*/ 340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89" h="591">
                    <a:moveTo>
                      <a:pt x="0" y="226"/>
                    </a:moveTo>
                    <a:lnTo>
                      <a:pt x="489" y="226"/>
                    </a:lnTo>
                    <a:lnTo>
                      <a:pt x="489" y="251"/>
                    </a:lnTo>
                    <a:lnTo>
                      <a:pt x="0" y="251"/>
                    </a:lnTo>
                    <a:lnTo>
                      <a:pt x="0" y="226"/>
                    </a:lnTo>
                    <a:close/>
                    <a:moveTo>
                      <a:pt x="0" y="0"/>
                    </a:moveTo>
                    <a:lnTo>
                      <a:pt x="489" y="0"/>
                    </a:lnTo>
                    <a:lnTo>
                      <a:pt x="489" y="24"/>
                    </a:lnTo>
                    <a:lnTo>
                      <a:pt x="0" y="24"/>
                    </a:lnTo>
                    <a:lnTo>
                      <a:pt x="0" y="0"/>
                    </a:lnTo>
                    <a:close/>
                    <a:moveTo>
                      <a:pt x="0" y="113"/>
                    </a:moveTo>
                    <a:lnTo>
                      <a:pt x="489" y="113"/>
                    </a:lnTo>
                    <a:lnTo>
                      <a:pt x="489" y="137"/>
                    </a:lnTo>
                    <a:lnTo>
                      <a:pt x="0" y="137"/>
                    </a:lnTo>
                    <a:lnTo>
                      <a:pt x="0" y="113"/>
                    </a:lnTo>
                    <a:close/>
                    <a:moveTo>
                      <a:pt x="0" y="566"/>
                    </a:moveTo>
                    <a:lnTo>
                      <a:pt x="489" y="566"/>
                    </a:lnTo>
                    <a:lnTo>
                      <a:pt x="489" y="591"/>
                    </a:lnTo>
                    <a:lnTo>
                      <a:pt x="0" y="591"/>
                    </a:lnTo>
                    <a:lnTo>
                      <a:pt x="0" y="566"/>
                    </a:lnTo>
                    <a:close/>
                    <a:moveTo>
                      <a:pt x="0" y="453"/>
                    </a:moveTo>
                    <a:lnTo>
                      <a:pt x="489" y="453"/>
                    </a:lnTo>
                    <a:lnTo>
                      <a:pt x="489" y="477"/>
                    </a:lnTo>
                    <a:lnTo>
                      <a:pt x="0" y="478"/>
                    </a:lnTo>
                    <a:lnTo>
                      <a:pt x="0" y="453"/>
                    </a:lnTo>
                    <a:close/>
                    <a:moveTo>
                      <a:pt x="0" y="340"/>
                    </a:moveTo>
                    <a:lnTo>
                      <a:pt x="489" y="340"/>
                    </a:lnTo>
                    <a:lnTo>
                      <a:pt x="489" y="364"/>
                    </a:lnTo>
                    <a:lnTo>
                      <a:pt x="0" y="364"/>
                    </a:lnTo>
                    <a:lnTo>
                      <a:pt x="0" y="3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3" name="Rectangle 159">
                <a:extLst>
                  <a:ext uri="{FF2B5EF4-FFF2-40B4-BE49-F238E27FC236}">
                    <a16:creationId xmlns:a16="http://schemas.microsoft.com/office/drawing/2014/main" id="{63D1D9F3-C567-8571-4162-6BB41DF89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5600" y="3643313"/>
                <a:ext cx="527050" cy="5810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Freeform 160">
                <a:extLst>
                  <a:ext uri="{FF2B5EF4-FFF2-40B4-BE49-F238E27FC236}">
                    <a16:creationId xmlns:a16="http://schemas.microsoft.com/office/drawing/2014/main" id="{3EE1FCB3-28CE-493A-B6AE-2004DA83DC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43375" y="3494088"/>
                <a:ext cx="571500" cy="149225"/>
              </a:xfrm>
              <a:custGeom>
                <a:avLst/>
                <a:gdLst>
                  <a:gd name="T0" fmla="*/ 991 w 1025"/>
                  <a:gd name="T1" fmla="*/ 267 h 267"/>
                  <a:gd name="T2" fmla="*/ 513 w 1025"/>
                  <a:gd name="T3" fmla="*/ 267 h 267"/>
                  <a:gd name="T4" fmla="*/ 34 w 1025"/>
                  <a:gd name="T5" fmla="*/ 267 h 267"/>
                  <a:gd name="T6" fmla="*/ 0 w 1025"/>
                  <a:gd name="T7" fmla="*/ 233 h 267"/>
                  <a:gd name="T8" fmla="*/ 0 w 1025"/>
                  <a:gd name="T9" fmla="*/ 182 h 267"/>
                  <a:gd name="T10" fmla="*/ 34 w 1025"/>
                  <a:gd name="T11" fmla="*/ 148 h 267"/>
                  <a:gd name="T12" fmla="*/ 379 w 1025"/>
                  <a:gd name="T13" fmla="*/ 148 h 267"/>
                  <a:gd name="T14" fmla="*/ 379 w 1025"/>
                  <a:gd name="T15" fmla="*/ 133 h 267"/>
                  <a:gd name="T16" fmla="*/ 513 w 1025"/>
                  <a:gd name="T17" fmla="*/ 0 h 267"/>
                  <a:gd name="T18" fmla="*/ 647 w 1025"/>
                  <a:gd name="T19" fmla="*/ 133 h 267"/>
                  <a:gd name="T20" fmla="*/ 646 w 1025"/>
                  <a:gd name="T21" fmla="*/ 148 h 267"/>
                  <a:gd name="T22" fmla="*/ 991 w 1025"/>
                  <a:gd name="T23" fmla="*/ 148 h 267"/>
                  <a:gd name="T24" fmla="*/ 1025 w 1025"/>
                  <a:gd name="T25" fmla="*/ 182 h 267"/>
                  <a:gd name="T26" fmla="*/ 1025 w 1025"/>
                  <a:gd name="T27" fmla="*/ 233 h 267"/>
                  <a:gd name="T28" fmla="*/ 991 w 1025"/>
                  <a:gd name="T29" fmla="*/ 267 h 267"/>
                  <a:gd name="T30" fmla="*/ 513 w 1025"/>
                  <a:gd name="T31" fmla="*/ 82 h 267"/>
                  <a:gd name="T32" fmla="*/ 461 w 1025"/>
                  <a:gd name="T33" fmla="*/ 133 h 267"/>
                  <a:gd name="T34" fmla="*/ 513 w 1025"/>
                  <a:gd name="T35" fmla="*/ 185 h 267"/>
                  <a:gd name="T36" fmla="*/ 564 w 1025"/>
                  <a:gd name="T37" fmla="*/ 133 h 267"/>
                  <a:gd name="T38" fmla="*/ 513 w 1025"/>
                  <a:gd name="T39" fmla="*/ 82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25" h="267">
                    <a:moveTo>
                      <a:pt x="991" y="267"/>
                    </a:moveTo>
                    <a:cubicBezTo>
                      <a:pt x="513" y="267"/>
                      <a:pt x="513" y="267"/>
                      <a:pt x="513" y="267"/>
                    </a:cubicBezTo>
                    <a:cubicBezTo>
                      <a:pt x="34" y="267"/>
                      <a:pt x="34" y="267"/>
                      <a:pt x="34" y="267"/>
                    </a:cubicBezTo>
                    <a:cubicBezTo>
                      <a:pt x="15" y="267"/>
                      <a:pt x="0" y="252"/>
                      <a:pt x="0" y="23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63"/>
                      <a:pt x="15" y="148"/>
                      <a:pt x="34" y="148"/>
                    </a:cubicBezTo>
                    <a:cubicBezTo>
                      <a:pt x="379" y="148"/>
                      <a:pt x="379" y="148"/>
                      <a:pt x="379" y="148"/>
                    </a:cubicBezTo>
                    <a:cubicBezTo>
                      <a:pt x="379" y="143"/>
                      <a:pt x="379" y="138"/>
                      <a:pt x="379" y="133"/>
                    </a:cubicBezTo>
                    <a:cubicBezTo>
                      <a:pt x="379" y="60"/>
                      <a:pt x="439" y="0"/>
                      <a:pt x="513" y="0"/>
                    </a:cubicBezTo>
                    <a:cubicBezTo>
                      <a:pt x="586" y="0"/>
                      <a:pt x="647" y="60"/>
                      <a:pt x="647" y="133"/>
                    </a:cubicBezTo>
                    <a:cubicBezTo>
                      <a:pt x="647" y="138"/>
                      <a:pt x="646" y="143"/>
                      <a:pt x="646" y="148"/>
                    </a:cubicBezTo>
                    <a:cubicBezTo>
                      <a:pt x="991" y="148"/>
                      <a:pt x="991" y="148"/>
                      <a:pt x="991" y="148"/>
                    </a:cubicBezTo>
                    <a:cubicBezTo>
                      <a:pt x="1010" y="148"/>
                      <a:pt x="1025" y="163"/>
                      <a:pt x="1025" y="182"/>
                    </a:cubicBezTo>
                    <a:cubicBezTo>
                      <a:pt x="1025" y="233"/>
                      <a:pt x="1025" y="233"/>
                      <a:pt x="1025" y="233"/>
                    </a:cubicBezTo>
                    <a:cubicBezTo>
                      <a:pt x="1025" y="252"/>
                      <a:pt x="1010" y="267"/>
                      <a:pt x="991" y="267"/>
                    </a:cubicBezTo>
                    <a:close/>
                    <a:moveTo>
                      <a:pt x="513" y="82"/>
                    </a:moveTo>
                    <a:cubicBezTo>
                      <a:pt x="484" y="82"/>
                      <a:pt x="461" y="105"/>
                      <a:pt x="461" y="133"/>
                    </a:cubicBezTo>
                    <a:cubicBezTo>
                      <a:pt x="461" y="162"/>
                      <a:pt x="484" y="185"/>
                      <a:pt x="513" y="185"/>
                    </a:cubicBezTo>
                    <a:cubicBezTo>
                      <a:pt x="541" y="185"/>
                      <a:pt x="564" y="162"/>
                      <a:pt x="564" y="133"/>
                    </a:cubicBezTo>
                    <a:cubicBezTo>
                      <a:pt x="564" y="105"/>
                      <a:pt x="541" y="82"/>
                      <a:pt x="513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Freeform 161">
                <a:extLst>
                  <a:ext uri="{FF2B5EF4-FFF2-40B4-BE49-F238E27FC236}">
                    <a16:creationId xmlns:a16="http://schemas.microsoft.com/office/drawing/2014/main" id="{9A21009E-EA91-1222-CB85-96C48AFF3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3375" y="3624263"/>
                <a:ext cx="571500" cy="19050"/>
              </a:xfrm>
              <a:custGeom>
                <a:avLst/>
                <a:gdLst>
                  <a:gd name="T0" fmla="*/ 991 w 1025"/>
                  <a:gd name="T1" fmla="*/ 34 h 34"/>
                  <a:gd name="T2" fmla="*/ 513 w 1025"/>
                  <a:gd name="T3" fmla="*/ 34 h 34"/>
                  <a:gd name="T4" fmla="*/ 34 w 1025"/>
                  <a:gd name="T5" fmla="*/ 34 h 34"/>
                  <a:gd name="T6" fmla="*/ 0 w 1025"/>
                  <a:gd name="T7" fmla="*/ 0 h 34"/>
                  <a:gd name="T8" fmla="*/ 0 w 1025"/>
                  <a:gd name="T9" fmla="*/ 0 h 34"/>
                  <a:gd name="T10" fmla="*/ 1025 w 1025"/>
                  <a:gd name="T11" fmla="*/ 0 h 34"/>
                  <a:gd name="T12" fmla="*/ 1025 w 1025"/>
                  <a:gd name="T13" fmla="*/ 0 h 34"/>
                  <a:gd name="T14" fmla="*/ 991 w 1025"/>
                  <a:gd name="T1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25" h="34">
                    <a:moveTo>
                      <a:pt x="991" y="34"/>
                    </a:moveTo>
                    <a:cubicBezTo>
                      <a:pt x="513" y="34"/>
                      <a:pt x="513" y="34"/>
                      <a:pt x="513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15" y="34"/>
                      <a:pt x="0" y="19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25" y="0"/>
                      <a:pt x="1025" y="0"/>
                      <a:pt x="1025" y="0"/>
                    </a:cubicBezTo>
                    <a:cubicBezTo>
                      <a:pt x="1025" y="0"/>
                      <a:pt x="1025" y="0"/>
                      <a:pt x="1025" y="0"/>
                    </a:cubicBezTo>
                    <a:cubicBezTo>
                      <a:pt x="1025" y="19"/>
                      <a:pt x="1010" y="34"/>
                      <a:pt x="991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Freeform 162">
                <a:extLst>
                  <a:ext uri="{FF2B5EF4-FFF2-40B4-BE49-F238E27FC236}">
                    <a16:creationId xmlns:a16="http://schemas.microsoft.com/office/drawing/2014/main" id="{2EAB6923-BC76-B200-6D86-12EBF5283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925" y="4138613"/>
                <a:ext cx="85725" cy="85725"/>
              </a:xfrm>
              <a:custGeom>
                <a:avLst/>
                <a:gdLst>
                  <a:gd name="T0" fmla="*/ 0 w 54"/>
                  <a:gd name="T1" fmla="*/ 54 h 54"/>
                  <a:gd name="T2" fmla="*/ 54 w 54"/>
                  <a:gd name="T3" fmla="*/ 0 h 54"/>
                  <a:gd name="T4" fmla="*/ 0 w 54"/>
                  <a:gd name="T5" fmla="*/ 0 h 54"/>
                  <a:gd name="T6" fmla="*/ 0 w 54"/>
                  <a:gd name="T7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54">
                    <a:moveTo>
                      <a:pt x="0" y="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Freeform 163">
                <a:extLst>
                  <a:ext uri="{FF2B5EF4-FFF2-40B4-BE49-F238E27FC236}">
                    <a16:creationId xmlns:a16="http://schemas.microsoft.com/office/drawing/2014/main" id="{3819AFBA-E56C-5726-54F0-CB7B1CE6F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3743326"/>
                <a:ext cx="279400" cy="26988"/>
              </a:xfrm>
              <a:custGeom>
                <a:avLst/>
                <a:gdLst>
                  <a:gd name="T0" fmla="*/ 478 w 501"/>
                  <a:gd name="T1" fmla="*/ 0 h 47"/>
                  <a:gd name="T2" fmla="*/ 24 w 501"/>
                  <a:gd name="T3" fmla="*/ 0 h 47"/>
                  <a:gd name="T4" fmla="*/ 0 w 501"/>
                  <a:gd name="T5" fmla="*/ 23 h 47"/>
                  <a:gd name="T6" fmla="*/ 0 w 501"/>
                  <a:gd name="T7" fmla="*/ 23 h 47"/>
                  <a:gd name="T8" fmla="*/ 24 w 501"/>
                  <a:gd name="T9" fmla="*/ 47 h 47"/>
                  <a:gd name="T10" fmla="*/ 478 w 501"/>
                  <a:gd name="T11" fmla="*/ 47 h 47"/>
                  <a:gd name="T12" fmla="*/ 501 w 501"/>
                  <a:gd name="T13" fmla="*/ 23 h 47"/>
                  <a:gd name="T14" fmla="*/ 501 w 501"/>
                  <a:gd name="T15" fmla="*/ 23 h 47"/>
                  <a:gd name="T16" fmla="*/ 478 w 501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1" h="47">
                    <a:moveTo>
                      <a:pt x="47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36"/>
                      <a:pt x="11" y="47"/>
                      <a:pt x="24" y="47"/>
                    </a:cubicBezTo>
                    <a:cubicBezTo>
                      <a:pt x="478" y="47"/>
                      <a:pt x="478" y="47"/>
                      <a:pt x="478" y="47"/>
                    </a:cubicBezTo>
                    <a:cubicBezTo>
                      <a:pt x="490" y="47"/>
                      <a:pt x="501" y="36"/>
                      <a:pt x="501" y="23"/>
                    </a:cubicBezTo>
                    <a:cubicBezTo>
                      <a:pt x="501" y="23"/>
                      <a:pt x="501" y="23"/>
                      <a:pt x="501" y="23"/>
                    </a:cubicBezTo>
                    <a:cubicBezTo>
                      <a:pt x="501" y="11"/>
                      <a:pt x="490" y="0"/>
                      <a:pt x="47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Freeform 164">
                <a:extLst>
                  <a:ext uri="{FF2B5EF4-FFF2-40B4-BE49-F238E27FC236}">
                    <a16:creationId xmlns:a16="http://schemas.microsoft.com/office/drawing/2014/main" id="{F84A0E5D-CC93-4418-DC87-43F621E48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963" y="3889376"/>
                <a:ext cx="242887" cy="25400"/>
              </a:xfrm>
              <a:custGeom>
                <a:avLst/>
                <a:gdLst>
                  <a:gd name="T0" fmla="*/ 412 w 435"/>
                  <a:gd name="T1" fmla="*/ 0 h 46"/>
                  <a:gd name="T2" fmla="*/ 23 w 435"/>
                  <a:gd name="T3" fmla="*/ 0 h 46"/>
                  <a:gd name="T4" fmla="*/ 0 w 435"/>
                  <a:gd name="T5" fmla="*/ 23 h 46"/>
                  <a:gd name="T6" fmla="*/ 0 w 435"/>
                  <a:gd name="T7" fmla="*/ 23 h 46"/>
                  <a:gd name="T8" fmla="*/ 23 w 435"/>
                  <a:gd name="T9" fmla="*/ 46 h 46"/>
                  <a:gd name="T10" fmla="*/ 412 w 435"/>
                  <a:gd name="T11" fmla="*/ 46 h 46"/>
                  <a:gd name="T12" fmla="*/ 435 w 435"/>
                  <a:gd name="T13" fmla="*/ 23 h 46"/>
                  <a:gd name="T14" fmla="*/ 435 w 435"/>
                  <a:gd name="T15" fmla="*/ 23 h 46"/>
                  <a:gd name="T16" fmla="*/ 412 w 435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5" h="46">
                    <a:moveTo>
                      <a:pt x="412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36"/>
                      <a:pt x="10" y="46"/>
                      <a:pt x="23" y="46"/>
                    </a:cubicBezTo>
                    <a:cubicBezTo>
                      <a:pt x="412" y="46"/>
                      <a:pt x="412" y="46"/>
                      <a:pt x="412" y="46"/>
                    </a:cubicBezTo>
                    <a:cubicBezTo>
                      <a:pt x="425" y="46"/>
                      <a:pt x="435" y="36"/>
                      <a:pt x="435" y="23"/>
                    </a:cubicBezTo>
                    <a:cubicBezTo>
                      <a:pt x="435" y="23"/>
                      <a:pt x="435" y="23"/>
                      <a:pt x="435" y="23"/>
                    </a:cubicBezTo>
                    <a:cubicBezTo>
                      <a:pt x="435" y="10"/>
                      <a:pt x="425" y="0"/>
                      <a:pt x="4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Freeform 165">
                <a:extLst>
                  <a:ext uri="{FF2B5EF4-FFF2-40B4-BE49-F238E27FC236}">
                    <a16:creationId xmlns:a16="http://schemas.microsoft.com/office/drawing/2014/main" id="{B46ECD5D-FCD4-7A9F-42D1-B61D63DF5E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6400" y="3697288"/>
                <a:ext cx="119062" cy="119063"/>
              </a:xfrm>
              <a:custGeom>
                <a:avLst/>
                <a:gdLst>
                  <a:gd name="T0" fmla="*/ 107 w 214"/>
                  <a:gd name="T1" fmla="*/ 0 h 214"/>
                  <a:gd name="T2" fmla="*/ 214 w 214"/>
                  <a:gd name="T3" fmla="*/ 107 h 214"/>
                  <a:gd name="T4" fmla="*/ 107 w 214"/>
                  <a:gd name="T5" fmla="*/ 214 h 214"/>
                  <a:gd name="T6" fmla="*/ 0 w 214"/>
                  <a:gd name="T7" fmla="*/ 107 h 214"/>
                  <a:gd name="T8" fmla="*/ 107 w 214"/>
                  <a:gd name="T9" fmla="*/ 0 h 214"/>
                  <a:gd name="T10" fmla="*/ 101 w 214"/>
                  <a:gd name="T11" fmla="*/ 63 h 214"/>
                  <a:gd name="T12" fmla="*/ 101 w 214"/>
                  <a:gd name="T13" fmla="*/ 163 h 214"/>
                  <a:gd name="T14" fmla="*/ 107 w 214"/>
                  <a:gd name="T15" fmla="*/ 169 h 214"/>
                  <a:gd name="T16" fmla="*/ 113 w 214"/>
                  <a:gd name="T17" fmla="*/ 163 h 214"/>
                  <a:gd name="T18" fmla="*/ 113 w 214"/>
                  <a:gd name="T19" fmla="*/ 52 h 214"/>
                  <a:gd name="T20" fmla="*/ 107 w 214"/>
                  <a:gd name="T21" fmla="*/ 46 h 214"/>
                  <a:gd name="T22" fmla="*/ 103 w 214"/>
                  <a:gd name="T23" fmla="*/ 47 h 214"/>
                  <a:gd name="T24" fmla="*/ 75 w 214"/>
                  <a:gd name="T25" fmla="*/ 67 h 214"/>
                  <a:gd name="T26" fmla="*/ 73 w 214"/>
                  <a:gd name="T27" fmla="*/ 72 h 214"/>
                  <a:gd name="T28" fmla="*/ 79 w 214"/>
                  <a:gd name="T29" fmla="*/ 77 h 214"/>
                  <a:gd name="T30" fmla="*/ 82 w 214"/>
                  <a:gd name="T31" fmla="*/ 76 h 214"/>
                  <a:gd name="T32" fmla="*/ 101 w 214"/>
                  <a:gd name="T33" fmla="*/ 63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4" h="214">
                    <a:moveTo>
                      <a:pt x="107" y="0"/>
                    </a:moveTo>
                    <a:cubicBezTo>
                      <a:pt x="166" y="0"/>
                      <a:pt x="214" y="48"/>
                      <a:pt x="214" y="107"/>
                    </a:cubicBezTo>
                    <a:cubicBezTo>
                      <a:pt x="214" y="166"/>
                      <a:pt x="166" y="214"/>
                      <a:pt x="107" y="214"/>
                    </a:cubicBezTo>
                    <a:cubicBezTo>
                      <a:pt x="48" y="214"/>
                      <a:pt x="0" y="166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lose/>
                    <a:moveTo>
                      <a:pt x="101" y="63"/>
                    </a:moveTo>
                    <a:cubicBezTo>
                      <a:pt x="101" y="163"/>
                      <a:pt x="101" y="163"/>
                      <a:pt x="101" y="163"/>
                    </a:cubicBezTo>
                    <a:cubicBezTo>
                      <a:pt x="101" y="166"/>
                      <a:pt x="104" y="169"/>
                      <a:pt x="107" y="169"/>
                    </a:cubicBezTo>
                    <a:cubicBezTo>
                      <a:pt x="110" y="169"/>
                      <a:pt x="113" y="166"/>
                      <a:pt x="113" y="163"/>
                    </a:cubicBezTo>
                    <a:cubicBezTo>
                      <a:pt x="113" y="52"/>
                      <a:pt x="113" y="52"/>
                      <a:pt x="113" y="52"/>
                    </a:cubicBezTo>
                    <a:cubicBezTo>
                      <a:pt x="113" y="49"/>
                      <a:pt x="110" y="46"/>
                      <a:pt x="107" y="46"/>
                    </a:cubicBezTo>
                    <a:cubicBezTo>
                      <a:pt x="106" y="46"/>
                      <a:pt x="105" y="47"/>
                      <a:pt x="103" y="47"/>
                    </a:cubicBezTo>
                    <a:cubicBezTo>
                      <a:pt x="75" y="67"/>
                      <a:pt x="75" y="67"/>
                      <a:pt x="75" y="67"/>
                    </a:cubicBezTo>
                    <a:cubicBezTo>
                      <a:pt x="74" y="68"/>
                      <a:pt x="73" y="70"/>
                      <a:pt x="73" y="72"/>
                    </a:cubicBezTo>
                    <a:cubicBezTo>
                      <a:pt x="73" y="75"/>
                      <a:pt x="76" y="77"/>
                      <a:pt x="79" y="77"/>
                    </a:cubicBezTo>
                    <a:cubicBezTo>
                      <a:pt x="80" y="77"/>
                      <a:pt x="81" y="77"/>
                      <a:pt x="82" y="76"/>
                    </a:cubicBezTo>
                    <a:lnTo>
                      <a:pt x="101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Freeform 166">
                <a:extLst>
                  <a:ext uri="{FF2B5EF4-FFF2-40B4-BE49-F238E27FC236}">
                    <a16:creationId xmlns:a16="http://schemas.microsoft.com/office/drawing/2014/main" id="{59F58865-FC50-C161-55C7-C85D9DE49B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4035426"/>
                <a:ext cx="279400" cy="25400"/>
              </a:xfrm>
              <a:custGeom>
                <a:avLst/>
                <a:gdLst>
                  <a:gd name="T0" fmla="*/ 478 w 501"/>
                  <a:gd name="T1" fmla="*/ 0 h 46"/>
                  <a:gd name="T2" fmla="*/ 24 w 501"/>
                  <a:gd name="T3" fmla="*/ 0 h 46"/>
                  <a:gd name="T4" fmla="*/ 0 w 501"/>
                  <a:gd name="T5" fmla="*/ 23 h 46"/>
                  <a:gd name="T6" fmla="*/ 0 w 501"/>
                  <a:gd name="T7" fmla="*/ 23 h 46"/>
                  <a:gd name="T8" fmla="*/ 24 w 501"/>
                  <a:gd name="T9" fmla="*/ 46 h 46"/>
                  <a:gd name="T10" fmla="*/ 478 w 501"/>
                  <a:gd name="T11" fmla="*/ 46 h 46"/>
                  <a:gd name="T12" fmla="*/ 501 w 501"/>
                  <a:gd name="T13" fmla="*/ 23 h 46"/>
                  <a:gd name="T14" fmla="*/ 501 w 501"/>
                  <a:gd name="T15" fmla="*/ 23 h 46"/>
                  <a:gd name="T16" fmla="*/ 478 w 501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1" h="46">
                    <a:moveTo>
                      <a:pt x="47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0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36"/>
                      <a:pt x="11" y="46"/>
                      <a:pt x="24" y="46"/>
                    </a:cubicBezTo>
                    <a:cubicBezTo>
                      <a:pt x="478" y="46"/>
                      <a:pt x="478" y="46"/>
                      <a:pt x="478" y="46"/>
                    </a:cubicBezTo>
                    <a:cubicBezTo>
                      <a:pt x="490" y="46"/>
                      <a:pt x="501" y="36"/>
                      <a:pt x="501" y="23"/>
                    </a:cubicBezTo>
                    <a:cubicBezTo>
                      <a:pt x="501" y="23"/>
                      <a:pt x="501" y="23"/>
                      <a:pt x="501" y="23"/>
                    </a:cubicBezTo>
                    <a:cubicBezTo>
                      <a:pt x="501" y="10"/>
                      <a:pt x="490" y="0"/>
                      <a:pt x="47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1" name="Freeform 167">
                <a:extLst>
                  <a:ext uri="{FF2B5EF4-FFF2-40B4-BE49-F238E27FC236}">
                    <a16:creationId xmlns:a16="http://schemas.microsoft.com/office/drawing/2014/main" id="{903AF333-9569-8DF7-F644-DA1459AA211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8950" y="3843338"/>
                <a:ext cx="119062" cy="119063"/>
              </a:xfrm>
              <a:custGeom>
                <a:avLst/>
                <a:gdLst>
                  <a:gd name="T0" fmla="*/ 107 w 214"/>
                  <a:gd name="T1" fmla="*/ 0 h 214"/>
                  <a:gd name="T2" fmla="*/ 214 w 214"/>
                  <a:gd name="T3" fmla="*/ 107 h 214"/>
                  <a:gd name="T4" fmla="*/ 107 w 214"/>
                  <a:gd name="T5" fmla="*/ 214 h 214"/>
                  <a:gd name="T6" fmla="*/ 0 w 214"/>
                  <a:gd name="T7" fmla="*/ 107 h 214"/>
                  <a:gd name="T8" fmla="*/ 107 w 214"/>
                  <a:gd name="T9" fmla="*/ 0 h 214"/>
                  <a:gd name="T10" fmla="*/ 72 w 214"/>
                  <a:gd name="T11" fmla="*/ 68 h 214"/>
                  <a:gd name="T12" fmla="*/ 71 w 214"/>
                  <a:gd name="T13" fmla="*/ 69 h 214"/>
                  <a:gd name="T14" fmla="*/ 77 w 214"/>
                  <a:gd name="T15" fmla="*/ 75 h 214"/>
                  <a:gd name="T16" fmla="*/ 82 w 214"/>
                  <a:gd name="T17" fmla="*/ 72 h 214"/>
                  <a:gd name="T18" fmla="*/ 107 w 214"/>
                  <a:gd name="T19" fmla="*/ 55 h 214"/>
                  <a:gd name="T20" fmla="*/ 134 w 214"/>
                  <a:gd name="T21" fmla="*/ 79 h 214"/>
                  <a:gd name="T22" fmla="*/ 67 w 214"/>
                  <a:gd name="T23" fmla="*/ 161 h 214"/>
                  <a:gd name="T24" fmla="*/ 73 w 214"/>
                  <a:gd name="T25" fmla="*/ 167 h 214"/>
                  <a:gd name="T26" fmla="*/ 142 w 214"/>
                  <a:gd name="T27" fmla="*/ 167 h 214"/>
                  <a:gd name="T28" fmla="*/ 147 w 214"/>
                  <a:gd name="T29" fmla="*/ 161 h 214"/>
                  <a:gd name="T30" fmla="*/ 142 w 214"/>
                  <a:gd name="T31" fmla="*/ 155 h 214"/>
                  <a:gd name="T32" fmla="*/ 79 w 214"/>
                  <a:gd name="T33" fmla="*/ 155 h 214"/>
                  <a:gd name="T34" fmla="*/ 145 w 214"/>
                  <a:gd name="T35" fmla="*/ 79 h 214"/>
                  <a:gd name="T36" fmla="*/ 107 w 214"/>
                  <a:gd name="T37" fmla="*/ 45 h 214"/>
                  <a:gd name="T38" fmla="*/ 72 w 214"/>
                  <a:gd name="T39" fmla="*/ 68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4" h="214">
                    <a:moveTo>
                      <a:pt x="107" y="0"/>
                    </a:moveTo>
                    <a:cubicBezTo>
                      <a:pt x="166" y="0"/>
                      <a:pt x="214" y="48"/>
                      <a:pt x="214" y="107"/>
                    </a:cubicBezTo>
                    <a:cubicBezTo>
                      <a:pt x="214" y="166"/>
                      <a:pt x="166" y="214"/>
                      <a:pt x="107" y="214"/>
                    </a:cubicBezTo>
                    <a:cubicBezTo>
                      <a:pt x="48" y="214"/>
                      <a:pt x="0" y="166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lose/>
                    <a:moveTo>
                      <a:pt x="72" y="68"/>
                    </a:moveTo>
                    <a:cubicBezTo>
                      <a:pt x="71" y="69"/>
                      <a:pt x="71" y="69"/>
                      <a:pt x="71" y="69"/>
                    </a:cubicBezTo>
                    <a:cubicBezTo>
                      <a:pt x="71" y="73"/>
                      <a:pt x="74" y="75"/>
                      <a:pt x="77" y="75"/>
                    </a:cubicBezTo>
                    <a:cubicBezTo>
                      <a:pt x="79" y="75"/>
                      <a:pt x="81" y="74"/>
                      <a:pt x="82" y="72"/>
                    </a:cubicBezTo>
                    <a:cubicBezTo>
                      <a:pt x="86" y="63"/>
                      <a:pt x="93" y="55"/>
                      <a:pt x="107" y="55"/>
                    </a:cubicBezTo>
                    <a:cubicBezTo>
                      <a:pt x="124" y="55"/>
                      <a:pt x="134" y="65"/>
                      <a:pt x="134" y="79"/>
                    </a:cubicBezTo>
                    <a:cubicBezTo>
                      <a:pt x="134" y="118"/>
                      <a:pt x="67" y="122"/>
                      <a:pt x="67" y="161"/>
                    </a:cubicBezTo>
                    <a:cubicBezTo>
                      <a:pt x="67" y="164"/>
                      <a:pt x="70" y="167"/>
                      <a:pt x="73" y="167"/>
                    </a:cubicBezTo>
                    <a:cubicBezTo>
                      <a:pt x="142" y="167"/>
                      <a:pt x="142" y="167"/>
                      <a:pt x="142" y="167"/>
                    </a:cubicBezTo>
                    <a:cubicBezTo>
                      <a:pt x="144" y="167"/>
                      <a:pt x="147" y="164"/>
                      <a:pt x="147" y="161"/>
                    </a:cubicBezTo>
                    <a:cubicBezTo>
                      <a:pt x="147" y="158"/>
                      <a:pt x="144" y="155"/>
                      <a:pt x="142" y="155"/>
                    </a:cubicBezTo>
                    <a:cubicBezTo>
                      <a:pt x="79" y="155"/>
                      <a:pt x="79" y="155"/>
                      <a:pt x="79" y="155"/>
                    </a:cubicBezTo>
                    <a:cubicBezTo>
                      <a:pt x="79" y="134"/>
                      <a:pt x="145" y="122"/>
                      <a:pt x="145" y="79"/>
                    </a:cubicBezTo>
                    <a:cubicBezTo>
                      <a:pt x="145" y="58"/>
                      <a:pt x="131" y="45"/>
                      <a:pt x="107" y="45"/>
                    </a:cubicBezTo>
                    <a:cubicBezTo>
                      <a:pt x="89" y="45"/>
                      <a:pt x="77" y="53"/>
                      <a:pt x="72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Freeform 168">
                <a:extLst>
                  <a:ext uri="{FF2B5EF4-FFF2-40B4-BE49-F238E27FC236}">
                    <a16:creationId xmlns:a16="http://schemas.microsoft.com/office/drawing/2014/main" id="{B64F1674-FDEA-641A-BC4C-27862DA19A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6400" y="3987801"/>
                <a:ext cx="119062" cy="119063"/>
              </a:xfrm>
              <a:custGeom>
                <a:avLst/>
                <a:gdLst>
                  <a:gd name="T0" fmla="*/ 107 w 214"/>
                  <a:gd name="T1" fmla="*/ 0 h 214"/>
                  <a:gd name="T2" fmla="*/ 214 w 214"/>
                  <a:gd name="T3" fmla="*/ 107 h 214"/>
                  <a:gd name="T4" fmla="*/ 107 w 214"/>
                  <a:gd name="T5" fmla="*/ 214 h 214"/>
                  <a:gd name="T6" fmla="*/ 0 w 214"/>
                  <a:gd name="T7" fmla="*/ 107 h 214"/>
                  <a:gd name="T8" fmla="*/ 107 w 214"/>
                  <a:gd name="T9" fmla="*/ 0 h 214"/>
                  <a:gd name="T10" fmla="*/ 108 w 214"/>
                  <a:gd name="T11" fmla="*/ 93 h 214"/>
                  <a:gd name="T12" fmla="*/ 141 w 214"/>
                  <a:gd name="T13" fmla="*/ 55 h 214"/>
                  <a:gd name="T14" fmla="*/ 143 w 214"/>
                  <a:gd name="T15" fmla="*/ 51 h 214"/>
                  <a:gd name="T16" fmla="*/ 137 w 214"/>
                  <a:gd name="T17" fmla="*/ 46 h 214"/>
                  <a:gd name="T18" fmla="*/ 79 w 214"/>
                  <a:gd name="T19" fmla="*/ 46 h 214"/>
                  <a:gd name="T20" fmla="*/ 74 w 214"/>
                  <a:gd name="T21" fmla="*/ 51 h 214"/>
                  <a:gd name="T22" fmla="*/ 79 w 214"/>
                  <a:gd name="T23" fmla="*/ 57 h 214"/>
                  <a:gd name="T24" fmla="*/ 125 w 214"/>
                  <a:gd name="T25" fmla="*/ 57 h 214"/>
                  <a:gd name="T26" fmla="*/ 92 w 214"/>
                  <a:gd name="T27" fmla="*/ 95 h 214"/>
                  <a:gd name="T28" fmla="*/ 91 w 214"/>
                  <a:gd name="T29" fmla="*/ 98 h 214"/>
                  <a:gd name="T30" fmla="*/ 96 w 214"/>
                  <a:gd name="T31" fmla="*/ 104 h 214"/>
                  <a:gd name="T32" fmla="*/ 109 w 214"/>
                  <a:gd name="T33" fmla="*/ 104 h 214"/>
                  <a:gd name="T34" fmla="*/ 136 w 214"/>
                  <a:gd name="T35" fmla="*/ 131 h 214"/>
                  <a:gd name="T36" fmla="*/ 106 w 214"/>
                  <a:gd name="T37" fmla="*/ 157 h 214"/>
                  <a:gd name="T38" fmla="*/ 77 w 214"/>
                  <a:gd name="T39" fmla="*/ 142 h 214"/>
                  <a:gd name="T40" fmla="*/ 73 w 214"/>
                  <a:gd name="T41" fmla="*/ 140 h 214"/>
                  <a:gd name="T42" fmla="*/ 67 w 214"/>
                  <a:gd name="T43" fmla="*/ 145 h 214"/>
                  <a:gd name="T44" fmla="*/ 68 w 214"/>
                  <a:gd name="T45" fmla="*/ 148 h 214"/>
                  <a:gd name="T46" fmla="*/ 106 w 214"/>
                  <a:gd name="T47" fmla="*/ 168 h 214"/>
                  <a:gd name="T48" fmla="*/ 147 w 214"/>
                  <a:gd name="T49" fmla="*/ 131 h 214"/>
                  <a:gd name="T50" fmla="*/ 110 w 214"/>
                  <a:gd name="T51" fmla="*/ 93 h 214"/>
                  <a:gd name="T52" fmla="*/ 108 w 214"/>
                  <a:gd name="T53" fmla="*/ 93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4" h="214">
                    <a:moveTo>
                      <a:pt x="107" y="0"/>
                    </a:moveTo>
                    <a:cubicBezTo>
                      <a:pt x="166" y="0"/>
                      <a:pt x="214" y="48"/>
                      <a:pt x="214" y="107"/>
                    </a:cubicBezTo>
                    <a:cubicBezTo>
                      <a:pt x="214" y="166"/>
                      <a:pt x="166" y="214"/>
                      <a:pt x="107" y="214"/>
                    </a:cubicBezTo>
                    <a:cubicBezTo>
                      <a:pt x="48" y="214"/>
                      <a:pt x="0" y="166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lose/>
                    <a:moveTo>
                      <a:pt x="108" y="93"/>
                    </a:moveTo>
                    <a:cubicBezTo>
                      <a:pt x="141" y="55"/>
                      <a:pt x="141" y="55"/>
                      <a:pt x="141" y="55"/>
                    </a:cubicBezTo>
                    <a:cubicBezTo>
                      <a:pt x="142" y="54"/>
                      <a:pt x="143" y="53"/>
                      <a:pt x="143" y="51"/>
                    </a:cubicBezTo>
                    <a:cubicBezTo>
                      <a:pt x="143" y="48"/>
                      <a:pt x="140" y="46"/>
                      <a:pt x="137" y="46"/>
                    </a:cubicBezTo>
                    <a:cubicBezTo>
                      <a:pt x="79" y="46"/>
                      <a:pt x="79" y="46"/>
                      <a:pt x="79" y="46"/>
                    </a:cubicBezTo>
                    <a:cubicBezTo>
                      <a:pt x="76" y="46"/>
                      <a:pt x="74" y="48"/>
                      <a:pt x="74" y="51"/>
                    </a:cubicBezTo>
                    <a:cubicBezTo>
                      <a:pt x="74" y="54"/>
                      <a:pt x="76" y="57"/>
                      <a:pt x="79" y="57"/>
                    </a:cubicBezTo>
                    <a:cubicBezTo>
                      <a:pt x="125" y="57"/>
                      <a:pt x="125" y="57"/>
                      <a:pt x="125" y="57"/>
                    </a:cubicBezTo>
                    <a:cubicBezTo>
                      <a:pt x="92" y="95"/>
                      <a:pt x="92" y="95"/>
                      <a:pt x="92" y="95"/>
                    </a:cubicBezTo>
                    <a:cubicBezTo>
                      <a:pt x="92" y="96"/>
                      <a:pt x="91" y="97"/>
                      <a:pt x="91" y="98"/>
                    </a:cubicBezTo>
                    <a:cubicBezTo>
                      <a:pt x="91" y="102"/>
                      <a:pt x="93" y="104"/>
                      <a:pt x="96" y="104"/>
                    </a:cubicBezTo>
                    <a:cubicBezTo>
                      <a:pt x="109" y="104"/>
                      <a:pt x="109" y="104"/>
                      <a:pt x="109" y="104"/>
                    </a:cubicBezTo>
                    <a:cubicBezTo>
                      <a:pt x="129" y="104"/>
                      <a:pt x="136" y="115"/>
                      <a:pt x="136" y="131"/>
                    </a:cubicBezTo>
                    <a:cubicBezTo>
                      <a:pt x="136" y="148"/>
                      <a:pt x="126" y="157"/>
                      <a:pt x="106" y="157"/>
                    </a:cubicBezTo>
                    <a:cubicBezTo>
                      <a:pt x="92" y="157"/>
                      <a:pt x="83" y="151"/>
                      <a:pt x="77" y="142"/>
                    </a:cubicBezTo>
                    <a:cubicBezTo>
                      <a:pt x="76" y="140"/>
                      <a:pt x="74" y="140"/>
                      <a:pt x="73" y="140"/>
                    </a:cubicBezTo>
                    <a:cubicBezTo>
                      <a:pt x="70" y="140"/>
                      <a:pt x="67" y="142"/>
                      <a:pt x="67" y="145"/>
                    </a:cubicBezTo>
                    <a:cubicBezTo>
                      <a:pt x="67" y="146"/>
                      <a:pt x="68" y="147"/>
                      <a:pt x="68" y="148"/>
                    </a:cubicBezTo>
                    <a:cubicBezTo>
                      <a:pt x="75" y="159"/>
                      <a:pt x="87" y="168"/>
                      <a:pt x="106" y="168"/>
                    </a:cubicBezTo>
                    <a:cubicBezTo>
                      <a:pt x="133" y="168"/>
                      <a:pt x="147" y="155"/>
                      <a:pt x="147" y="131"/>
                    </a:cubicBezTo>
                    <a:cubicBezTo>
                      <a:pt x="147" y="112"/>
                      <a:pt x="139" y="93"/>
                      <a:pt x="110" y="93"/>
                    </a:cubicBezTo>
                    <a:lnTo>
                      <a:pt x="108" y="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Freeform 169">
                <a:extLst>
                  <a:ext uri="{FF2B5EF4-FFF2-40B4-BE49-F238E27FC236}">
                    <a16:creationId xmlns:a16="http://schemas.microsoft.com/office/drawing/2014/main" id="{43E9FF77-081E-5EA4-8FDD-19A61E930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213" y="4195763"/>
                <a:ext cx="300037" cy="104775"/>
              </a:xfrm>
              <a:custGeom>
                <a:avLst/>
                <a:gdLst>
                  <a:gd name="T0" fmla="*/ 269 w 538"/>
                  <a:gd name="T1" fmla="*/ 149 h 186"/>
                  <a:gd name="T2" fmla="*/ 414 w 538"/>
                  <a:gd name="T3" fmla="*/ 186 h 186"/>
                  <a:gd name="T4" fmla="*/ 419 w 538"/>
                  <a:gd name="T5" fmla="*/ 0 h 186"/>
                  <a:gd name="T6" fmla="*/ 272 w 538"/>
                  <a:gd name="T7" fmla="*/ 36 h 186"/>
                  <a:gd name="T8" fmla="*/ 269 w 538"/>
                  <a:gd name="T9" fmla="*/ 149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8" h="186">
                    <a:moveTo>
                      <a:pt x="269" y="149"/>
                    </a:moveTo>
                    <a:cubicBezTo>
                      <a:pt x="414" y="186"/>
                      <a:pt x="414" y="186"/>
                      <a:pt x="414" y="186"/>
                    </a:cubicBezTo>
                    <a:cubicBezTo>
                      <a:pt x="525" y="123"/>
                      <a:pt x="538" y="61"/>
                      <a:pt x="419" y="0"/>
                    </a:cubicBezTo>
                    <a:cubicBezTo>
                      <a:pt x="272" y="36"/>
                      <a:pt x="272" y="36"/>
                      <a:pt x="272" y="36"/>
                    </a:cubicBezTo>
                    <a:cubicBezTo>
                      <a:pt x="0" y="104"/>
                      <a:pt x="6" y="80"/>
                      <a:pt x="269" y="1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Freeform 170">
                <a:extLst>
                  <a:ext uri="{FF2B5EF4-FFF2-40B4-BE49-F238E27FC236}">
                    <a16:creationId xmlns:a16="http://schemas.microsoft.com/office/drawing/2014/main" id="{6619C288-6489-1C90-5D66-ABD382003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8325" y="4224338"/>
                <a:ext cx="114300" cy="46038"/>
              </a:xfrm>
              <a:custGeom>
                <a:avLst/>
                <a:gdLst>
                  <a:gd name="T0" fmla="*/ 179 w 205"/>
                  <a:gd name="T1" fmla="*/ 0 h 80"/>
                  <a:gd name="T2" fmla="*/ 177 w 205"/>
                  <a:gd name="T3" fmla="*/ 80 h 80"/>
                  <a:gd name="T4" fmla="*/ 204 w 205"/>
                  <a:gd name="T5" fmla="*/ 40 h 80"/>
                  <a:gd name="T6" fmla="*/ 179 w 205"/>
                  <a:gd name="T7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5" h="80">
                    <a:moveTo>
                      <a:pt x="179" y="0"/>
                    </a:moveTo>
                    <a:cubicBezTo>
                      <a:pt x="0" y="43"/>
                      <a:pt x="4" y="38"/>
                      <a:pt x="177" y="80"/>
                    </a:cubicBezTo>
                    <a:cubicBezTo>
                      <a:pt x="194" y="70"/>
                      <a:pt x="204" y="56"/>
                      <a:pt x="204" y="40"/>
                    </a:cubicBezTo>
                    <a:cubicBezTo>
                      <a:pt x="205" y="25"/>
                      <a:pt x="195" y="11"/>
                      <a:pt x="17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Freeform 171">
                <a:extLst>
                  <a:ext uri="{FF2B5EF4-FFF2-40B4-BE49-F238E27FC236}">
                    <a16:creationId xmlns:a16="http://schemas.microsoft.com/office/drawing/2014/main" id="{76F1A70E-37FB-BB82-9D4A-80242FD76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463" y="4187826"/>
                <a:ext cx="608012" cy="41275"/>
              </a:xfrm>
              <a:custGeom>
                <a:avLst/>
                <a:gdLst>
                  <a:gd name="T0" fmla="*/ 928 w 1088"/>
                  <a:gd name="T1" fmla="*/ 73 h 74"/>
                  <a:gd name="T2" fmla="*/ 841 w 1088"/>
                  <a:gd name="T3" fmla="*/ 73 h 74"/>
                  <a:gd name="T4" fmla="*/ 71 w 1088"/>
                  <a:gd name="T5" fmla="*/ 72 h 74"/>
                  <a:gd name="T6" fmla="*/ 0 w 1088"/>
                  <a:gd name="T7" fmla="*/ 36 h 74"/>
                  <a:gd name="T8" fmla="*/ 0 w 1088"/>
                  <a:gd name="T9" fmla="*/ 36 h 74"/>
                  <a:gd name="T10" fmla="*/ 73 w 1088"/>
                  <a:gd name="T11" fmla="*/ 0 h 74"/>
                  <a:gd name="T12" fmla="*/ 930 w 1088"/>
                  <a:gd name="T13" fmla="*/ 2 h 74"/>
                  <a:gd name="T14" fmla="*/ 939 w 1088"/>
                  <a:gd name="T15" fmla="*/ 2 h 74"/>
                  <a:gd name="T16" fmla="*/ 1027 w 1088"/>
                  <a:gd name="T17" fmla="*/ 3 h 74"/>
                  <a:gd name="T18" fmla="*/ 1088 w 1088"/>
                  <a:gd name="T19" fmla="*/ 33 h 74"/>
                  <a:gd name="T20" fmla="*/ 1087 w 1088"/>
                  <a:gd name="T21" fmla="*/ 74 h 74"/>
                  <a:gd name="T22" fmla="*/ 928 w 1088"/>
                  <a:gd name="T23" fmla="*/ 73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88" h="74">
                    <a:moveTo>
                      <a:pt x="928" y="73"/>
                    </a:moveTo>
                    <a:cubicBezTo>
                      <a:pt x="841" y="73"/>
                      <a:pt x="841" y="73"/>
                      <a:pt x="841" y="73"/>
                    </a:cubicBezTo>
                    <a:cubicBezTo>
                      <a:pt x="71" y="72"/>
                      <a:pt x="71" y="72"/>
                      <a:pt x="71" y="72"/>
                    </a:cubicBezTo>
                    <a:cubicBezTo>
                      <a:pt x="32" y="72"/>
                      <a:pt x="0" y="5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1" y="16"/>
                      <a:pt x="34" y="0"/>
                      <a:pt x="73" y="0"/>
                    </a:cubicBezTo>
                    <a:cubicBezTo>
                      <a:pt x="930" y="2"/>
                      <a:pt x="930" y="2"/>
                      <a:pt x="930" y="2"/>
                    </a:cubicBezTo>
                    <a:cubicBezTo>
                      <a:pt x="933" y="2"/>
                      <a:pt x="936" y="2"/>
                      <a:pt x="939" y="2"/>
                    </a:cubicBezTo>
                    <a:cubicBezTo>
                      <a:pt x="1027" y="3"/>
                      <a:pt x="1027" y="3"/>
                      <a:pt x="1027" y="3"/>
                    </a:cubicBezTo>
                    <a:cubicBezTo>
                      <a:pt x="1061" y="3"/>
                      <a:pt x="1088" y="17"/>
                      <a:pt x="1088" y="33"/>
                    </a:cubicBezTo>
                    <a:cubicBezTo>
                      <a:pt x="1087" y="74"/>
                      <a:pt x="1087" y="74"/>
                      <a:pt x="1087" y="74"/>
                    </a:cubicBezTo>
                    <a:lnTo>
                      <a:pt x="928" y="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Freeform 172">
                <a:extLst>
                  <a:ext uri="{FF2B5EF4-FFF2-40B4-BE49-F238E27FC236}">
                    <a16:creationId xmlns:a16="http://schemas.microsoft.com/office/drawing/2014/main" id="{CC3F5402-29B8-9125-67FB-C07A2C76C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463" y="4222751"/>
                <a:ext cx="606425" cy="46038"/>
              </a:xfrm>
              <a:custGeom>
                <a:avLst/>
                <a:gdLst>
                  <a:gd name="T0" fmla="*/ 930 w 1089"/>
                  <a:gd name="T1" fmla="*/ 3 h 84"/>
                  <a:gd name="T2" fmla="*/ 843 w 1089"/>
                  <a:gd name="T3" fmla="*/ 3 h 84"/>
                  <a:gd name="T4" fmla="*/ 73 w 1089"/>
                  <a:gd name="T5" fmla="*/ 0 h 84"/>
                  <a:gd name="T6" fmla="*/ 0 w 1089"/>
                  <a:gd name="T7" fmla="*/ 40 h 84"/>
                  <a:gd name="T8" fmla="*/ 0 w 1089"/>
                  <a:gd name="T9" fmla="*/ 40 h 84"/>
                  <a:gd name="T10" fmla="*/ 71 w 1089"/>
                  <a:gd name="T11" fmla="*/ 81 h 84"/>
                  <a:gd name="T12" fmla="*/ 841 w 1089"/>
                  <a:gd name="T13" fmla="*/ 83 h 84"/>
                  <a:gd name="T14" fmla="*/ 928 w 1089"/>
                  <a:gd name="T15" fmla="*/ 84 h 84"/>
                  <a:gd name="T16" fmla="*/ 1087 w 1089"/>
                  <a:gd name="T17" fmla="*/ 84 h 84"/>
                  <a:gd name="T18" fmla="*/ 1089 w 1089"/>
                  <a:gd name="T19" fmla="*/ 3 h 84"/>
                  <a:gd name="T20" fmla="*/ 930 w 1089"/>
                  <a:gd name="T21" fmla="*/ 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9" h="84">
                    <a:moveTo>
                      <a:pt x="930" y="3"/>
                    </a:moveTo>
                    <a:cubicBezTo>
                      <a:pt x="843" y="3"/>
                      <a:pt x="843" y="3"/>
                      <a:pt x="843" y="3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34" y="0"/>
                      <a:pt x="1" y="18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63"/>
                      <a:pt x="32" y="81"/>
                      <a:pt x="71" y="81"/>
                    </a:cubicBezTo>
                    <a:cubicBezTo>
                      <a:pt x="841" y="83"/>
                      <a:pt x="841" y="83"/>
                      <a:pt x="841" y="83"/>
                    </a:cubicBezTo>
                    <a:cubicBezTo>
                      <a:pt x="928" y="84"/>
                      <a:pt x="928" y="84"/>
                      <a:pt x="928" y="84"/>
                    </a:cubicBezTo>
                    <a:cubicBezTo>
                      <a:pt x="1087" y="84"/>
                      <a:pt x="1087" y="84"/>
                      <a:pt x="1087" y="84"/>
                    </a:cubicBezTo>
                    <a:cubicBezTo>
                      <a:pt x="1089" y="3"/>
                      <a:pt x="1089" y="3"/>
                      <a:pt x="1089" y="3"/>
                    </a:cubicBezTo>
                    <a:lnTo>
                      <a:pt x="93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Freeform 173">
                <a:extLst>
                  <a:ext uri="{FF2B5EF4-FFF2-40B4-BE49-F238E27FC236}">
                    <a16:creationId xmlns:a16="http://schemas.microsoft.com/office/drawing/2014/main" id="{69302545-1141-BE42-71A0-F2558ED44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875" y="4260851"/>
                <a:ext cx="608012" cy="47625"/>
              </a:xfrm>
              <a:custGeom>
                <a:avLst/>
                <a:gdLst>
                  <a:gd name="T0" fmla="*/ 928 w 1089"/>
                  <a:gd name="T1" fmla="*/ 85 h 85"/>
                  <a:gd name="T2" fmla="*/ 894 w 1089"/>
                  <a:gd name="T3" fmla="*/ 85 h 85"/>
                  <a:gd name="T4" fmla="*/ 71 w 1089"/>
                  <a:gd name="T5" fmla="*/ 82 h 85"/>
                  <a:gd name="T6" fmla="*/ 1 w 1089"/>
                  <a:gd name="T7" fmla="*/ 41 h 85"/>
                  <a:gd name="T8" fmla="*/ 1 w 1089"/>
                  <a:gd name="T9" fmla="*/ 41 h 85"/>
                  <a:gd name="T10" fmla="*/ 73 w 1089"/>
                  <a:gd name="T11" fmla="*/ 0 h 85"/>
                  <a:gd name="T12" fmla="*/ 843 w 1089"/>
                  <a:gd name="T13" fmla="*/ 2 h 85"/>
                  <a:gd name="T14" fmla="*/ 930 w 1089"/>
                  <a:gd name="T15" fmla="*/ 3 h 85"/>
                  <a:gd name="T16" fmla="*/ 1089 w 1089"/>
                  <a:gd name="T17" fmla="*/ 3 h 85"/>
                  <a:gd name="T18" fmla="*/ 1088 w 1089"/>
                  <a:gd name="T19" fmla="*/ 51 h 85"/>
                  <a:gd name="T20" fmla="*/ 1034 w 1089"/>
                  <a:gd name="T21" fmla="*/ 85 h 85"/>
                  <a:gd name="T22" fmla="*/ 928 w 1089"/>
                  <a:gd name="T23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89" h="85">
                    <a:moveTo>
                      <a:pt x="928" y="85"/>
                    </a:moveTo>
                    <a:cubicBezTo>
                      <a:pt x="894" y="85"/>
                      <a:pt x="894" y="85"/>
                      <a:pt x="894" y="85"/>
                    </a:cubicBezTo>
                    <a:cubicBezTo>
                      <a:pt x="71" y="82"/>
                      <a:pt x="71" y="82"/>
                      <a:pt x="71" y="82"/>
                    </a:cubicBezTo>
                    <a:cubicBezTo>
                      <a:pt x="32" y="82"/>
                      <a:pt x="0" y="64"/>
                      <a:pt x="1" y="41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1" y="18"/>
                      <a:pt x="34" y="0"/>
                      <a:pt x="73" y="0"/>
                    </a:cubicBezTo>
                    <a:cubicBezTo>
                      <a:pt x="843" y="2"/>
                      <a:pt x="843" y="2"/>
                      <a:pt x="843" y="2"/>
                    </a:cubicBezTo>
                    <a:cubicBezTo>
                      <a:pt x="930" y="3"/>
                      <a:pt x="930" y="3"/>
                      <a:pt x="930" y="3"/>
                    </a:cubicBezTo>
                    <a:cubicBezTo>
                      <a:pt x="1089" y="3"/>
                      <a:pt x="1089" y="3"/>
                      <a:pt x="1089" y="3"/>
                    </a:cubicBezTo>
                    <a:cubicBezTo>
                      <a:pt x="1088" y="51"/>
                      <a:pt x="1088" y="51"/>
                      <a:pt x="1088" y="51"/>
                    </a:cubicBezTo>
                    <a:cubicBezTo>
                      <a:pt x="1087" y="68"/>
                      <a:pt x="1064" y="83"/>
                      <a:pt x="1034" y="85"/>
                    </a:cubicBezTo>
                    <a:lnTo>
                      <a:pt x="928" y="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Freeform 174">
                <a:extLst>
                  <a:ext uri="{FF2B5EF4-FFF2-40B4-BE49-F238E27FC236}">
                    <a16:creationId xmlns:a16="http://schemas.microsoft.com/office/drawing/2014/main" id="{909DD0F2-C243-7DB5-1072-F33828E74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5088" y="4189413"/>
                <a:ext cx="141287" cy="120650"/>
              </a:xfrm>
              <a:custGeom>
                <a:avLst/>
                <a:gdLst>
                  <a:gd name="T0" fmla="*/ 250 w 251"/>
                  <a:gd name="T1" fmla="*/ 55 h 215"/>
                  <a:gd name="T2" fmla="*/ 247 w 251"/>
                  <a:gd name="T3" fmla="*/ 162 h 215"/>
                  <a:gd name="T4" fmla="*/ 192 w 251"/>
                  <a:gd name="T5" fmla="*/ 215 h 215"/>
                  <a:gd name="T6" fmla="*/ 53 w 251"/>
                  <a:gd name="T7" fmla="*/ 215 h 215"/>
                  <a:gd name="T8" fmla="*/ 1 w 251"/>
                  <a:gd name="T9" fmla="*/ 161 h 215"/>
                  <a:gd name="T10" fmla="*/ 4 w 251"/>
                  <a:gd name="T11" fmla="*/ 54 h 215"/>
                  <a:gd name="T12" fmla="*/ 59 w 251"/>
                  <a:gd name="T13" fmla="*/ 1 h 215"/>
                  <a:gd name="T14" fmla="*/ 198 w 251"/>
                  <a:gd name="T15" fmla="*/ 1 h 215"/>
                  <a:gd name="T16" fmla="*/ 250 w 251"/>
                  <a:gd name="T17" fmla="*/ 5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1" h="215">
                    <a:moveTo>
                      <a:pt x="250" y="55"/>
                    </a:moveTo>
                    <a:cubicBezTo>
                      <a:pt x="247" y="162"/>
                      <a:pt x="247" y="162"/>
                      <a:pt x="247" y="162"/>
                    </a:cubicBezTo>
                    <a:cubicBezTo>
                      <a:pt x="246" y="191"/>
                      <a:pt x="222" y="215"/>
                      <a:pt x="192" y="215"/>
                    </a:cubicBezTo>
                    <a:cubicBezTo>
                      <a:pt x="53" y="215"/>
                      <a:pt x="53" y="215"/>
                      <a:pt x="53" y="215"/>
                    </a:cubicBezTo>
                    <a:cubicBezTo>
                      <a:pt x="24" y="215"/>
                      <a:pt x="0" y="191"/>
                      <a:pt x="1" y="161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5" y="25"/>
                      <a:pt x="29" y="0"/>
                      <a:pt x="59" y="1"/>
                    </a:cubicBezTo>
                    <a:cubicBezTo>
                      <a:pt x="198" y="1"/>
                      <a:pt x="198" y="1"/>
                      <a:pt x="198" y="1"/>
                    </a:cubicBezTo>
                    <a:cubicBezTo>
                      <a:pt x="227" y="1"/>
                      <a:pt x="251" y="25"/>
                      <a:pt x="25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Freeform 175">
                <a:extLst>
                  <a:ext uri="{FF2B5EF4-FFF2-40B4-BE49-F238E27FC236}">
                    <a16:creationId xmlns:a16="http://schemas.microsoft.com/office/drawing/2014/main" id="{59D4E01E-0204-4AB5-F07A-59BE464784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1913" y="4191001"/>
                <a:ext cx="53975" cy="119063"/>
              </a:xfrm>
              <a:custGeom>
                <a:avLst/>
                <a:gdLst>
                  <a:gd name="T0" fmla="*/ 98 w 98"/>
                  <a:gd name="T1" fmla="*/ 23 h 215"/>
                  <a:gd name="T2" fmla="*/ 92 w 98"/>
                  <a:gd name="T3" fmla="*/ 192 h 215"/>
                  <a:gd name="T4" fmla="*/ 68 w 98"/>
                  <a:gd name="T5" fmla="*/ 215 h 215"/>
                  <a:gd name="T6" fmla="*/ 23 w 98"/>
                  <a:gd name="T7" fmla="*/ 215 h 215"/>
                  <a:gd name="T8" fmla="*/ 0 w 98"/>
                  <a:gd name="T9" fmla="*/ 192 h 215"/>
                  <a:gd name="T10" fmla="*/ 5 w 98"/>
                  <a:gd name="T11" fmla="*/ 23 h 215"/>
                  <a:gd name="T12" fmla="*/ 29 w 98"/>
                  <a:gd name="T13" fmla="*/ 0 h 215"/>
                  <a:gd name="T14" fmla="*/ 75 w 98"/>
                  <a:gd name="T15" fmla="*/ 0 h 215"/>
                  <a:gd name="T16" fmla="*/ 98 w 98"/>
                  <a:gd name="T17" fmla="*/ 23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15">
                    <a:moveTo>
                      <a:pt x="98" y="23"/>
                    </a:moveTo>
                    <a:cubicBezTo>
                      <a:pt x="92" y="192"/>
                      <a:pt x="92" y="192"/>
                      <a:pt x="92" y="192"/>
                    </a:cubicBezTo>
                    <a:cubicBezTo>
                      <a:pt x="92" y="204"/>
                      <a:pt x="81" y="215"/>
                      <a:pt x="68" y="215"/>
                    </a:cubicBezTo>
                    <a:cubicBezTo>
                      <a:pt x="23" y="215"/>
                      <a:pt x="23" y="215"/>
                      <a:pt x="23" y="215"/>
                    </a:cubicBezTo>
                    <a:cubicBezTo>
                      <a:pt x="10" y="215"/>
                      <a:pt x="0" y="204"/>
                      <a:pt x="0" y="192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11"/>
                      <a:pt x="17" y="0"/>
                      <a:pt x="29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88" y="0"/>
                      <a:pt x="98" y="11"/>
                      <a:pt x="98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Freeform 176">
                <a:extLst>
                  <a:ext uri="{FF2B5EF4-FFF2-40B4-BE49-F238E27FC236}">
                    <a16:creationId xmlns:a16="http://schemas.microsoft.com/office/drawing/2014/main" id="{A9575717-A421-1C79-3F95-14E94EAB5B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1263" y="2901951"/>
                <a:ext cx="473075" cy="473075"/>
              </a:xfrm>
              <a:custGeom>
                <a:avLst/>
                <a:gdLst>
                  <a:gd name="T0" fmla="*/ 0 w 846"/>
                  <a:gd name="T1" fmla="*/ 254 h 846"/>
                  <a:gd name="T2" fmla="*/ 236 w 846"/>
                  <a:gd name="T3" fmla="*/ 202 h 846"/>
                  <a:gd name="T4" fmla="*/ 229 w 846"/>
                  <a:gd name="T5" fmla="*/ 149 h 846"/>
                  <a:gd name="T6" fmla="*/ 197 w 846"/>
                  <a:gd name="T7" fmla="*/ 103 h 846"/>
                  <a:gd name="T8" fmla="*/ 256 w 846"/>
                  <a:gd name="T9" fmla="*/ 10 h 846"/>
                  <a:gd name="T10" fmla="*/ 349 w 846"/>
                  <a:gd name="T11" fmla="*/ 69 h 846"/>
                  <a:gd name="T12" fmla="*/ 341 w 846"/>
                  <a:gd name="T13" fmla="*/ 124 h 846"/>
                  <a:gd name="T14" fmla="*/ 357 w 846"/>
                  <a:gd name="T15" fmla="*/ 175 h 846"/>
                  <a:gd name="T16" fmla="*/ 592 w 846"/>
                  <a:gd name="T17" fmla="*/ 122 h 846"/>
                  <a:gd name="T18" fmla="*/ 644 w 846"/>
                  <a:gd name="T19" fmla="*/ 358 h 846"/>
                  <a:gd name="T20" fmla="*/ 697 w 846"/>
                  <a:gd name="T21" fmla="*/ 350 h 846"/>
                  <a:gd name="T22" fmla="*/ 743 w 846"/>
                  <a:gd name="T23" fmla="*/ 319 h 846"/>
                  <a:gd name="T24" fmla="*/ 837 w 846"/>
                  <a:gd name="T25" fmla="*/ 378 h 846"/>
                  <a:gd name="T26" fmla="*/ 777 w 846"/>
                  <a:gd name="T27" fmla="*/ 471 h 846"/>
                  <a:gd name="T28" fmla="*/ 722 w 846"/>
                  <a:gd name="T29" fmla="*/ 463 h 846"/>
                  <a:gd name="T30" fmla="*/ 671 w 846"/>
                  <a:gd name="T31" fmla="*/ 478 h 846"/>
                  <a:gd name="T32" fmla="*/ 724 w 846"/>
                  <a:gd name="T33" fmla="*/ 714 h 846"/>
                  <a:gd name="T34" fmla="*/ 485 w 846"/>
                  <a:gd name="T35" fmla="*/ 767 h 846"/>
                  <a:gd name="T36" fmla="*/ 473 w 846"/>
                  <a:gd name="T37" fmla="*/ 718 h 846"/>
                  <a:gd name="T38" fmla="*/ 482 w 846"/>
                  <a:gd name="T39" fmla="*/ 662 h 846"/>
                  <a:gd name="T40" fmla="*/ 389 w 846"/>
                  <a:gd name="T41" fmla="*/ 603 h 846"/>
                  <a:gd name="T42" fmla="*/ 330 w 846"/>
                  <a:gd name="T43" fmla="*/ 696 h 846"/>
                  <a:gd name="T44" fmla="*/ 361 w 846"/>
                  <a:gd name="T45" fmla="*/ 743 h 846"/>
                  <a:gd name="T46" fmla="*/ 371 w 846"/>
                  <a:gd name="T47" fmla="*/ 793 h 846"/>
                  <a:gd name="T48" fmla="*/ 132 w 846"/>
                  <a:gd name="T49" fmla="*/ 846 h 846"/>
                  <a:gd name="T50" fmla="*/ 79 w 846"/>
                  <a:gd name="T51" fmla="*/ 607 h 846"/>
                  <a:gd name="T52" fmla="*/ 128 w 846"/>
                  <a:gd name="T53" fmla="*/ 595 h 846"/>
                  <a:gd name="T54" fmla="*/ 184 w 846"/>
                  <a:gd name="T55" fmla="*/ 604 h 846"/>
                  <a:gd name="T56" fmla="*/ 243 w 846"/>
                  <a:gd name="T57" fmla="*/ 511 h 846"/>
                  <a:gd name="T58" fmla="*/ 150 w 846"/>
                  <a:gd name="T59" fmla="*/ 451 h 846"/>
                  <a:gd name="T60" fmla="*/ 103 w 846"/>
                  <a:gd name="T61" fmla="*/ 483 h 846"/>
                  <a:gd name="T62" fmla="*/ 54 w 846"/>
                  <a:gd name="T63" fmla="*/ 493 h 846"/>
                  <a:gd name="T64" fmla="*/ 0 w 846"/>
                  <a:gd name="T65" fmla="*/ 254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6" h="846">
                    <a:moveTo>
                      <a:pt x="0" y="254"/>
                    </a:moveTo>
                    <a:cubicBezTo>
                      <a:pt x="236" y="202"/>
                      <a:pt x="236" y="202"/>
                      <a:pt x="236" y="202"/>
                    </a:cubicBezTo>
                    <a:cubicBezTo>
                      <a:pt x="250" y="189"/>
                      <a:pt x="255" y="174"/>
                      <a:pt x="229" y="149"/>
                    </a:cubicBezTo>
                    <a:cubicBezTo>
                      <a:pt x="213" y="139"/>
                      <a:pt x="202" y="123"/>
                      <a:pt x="197" y="103"/>
                    </a:cubicBezTo>
                    <a:cubicBezTo>
                      <a:pt x="188" y="61"/>
                      <a:pt x="214" y="19"/>
                      <a:pt x="256" y="10"/>
                    </a:cubicBezTo>
                    <a:cubicBezTo>
                      <a:pt x="298" y="0"/>
                      <a:pt x="340" y="27"/>
                      <a:pt x="349" y="69"/>
                    </a:cubicBezTo>
                    <a:cubicBezTo>
                      <a:pt x="354" y="88"/>
                      <a:pt x="350" y="108"/>
                      <a:pt x="341" y="124"/>
                    </a:cubicBezTo>
                    <a:cubicBezTo>
                      <a:pt x="328" y="158"/>
                      <a:pt x="338" y="169"/>
                      <a:pt x="357" y="175"/>
                    </a:cubicBezTo>
                    <a:cubicBezTo>
                      <a:pt x="592" y="122"/>
                      <a:pt x="592" y="122"/>
                      <a:pt x="592" y="122"/>
                    </a:cubicBezTo>
                    <a:cubicBezTo>
                      <a:pt x="644" y="358"/>
                      <a:pt x="644" y="358"/>
                      <a:pt x="644" y="358"/>
                    </a:cubicBezTo>
                    <a:cubicBezTo>
                      <a:pt x="657" y="372"/>
                      <a:pt x="672" y="377"/>
                      <a:pt x="697" y="350"/>
                    </a:cubicBezTo>
                    <a:cubicBezTo>
                      <a:pt x="707" y="335"/>
                      <a:pt x="724" y="323"/>
                      <a:pt x="743" y="319"/>
                    </a:cubicBezTo>
                    <a:cubicBezTo>
                      <a:pt x="786" y="310"/>
                      <a:pt x="827" y="336"/>
                      <a:pt x="837" y="378"/>
                    </a:cubicBezTo>
                    <a:cubicBezTo>
                      <a:pt x="846" y="420"/>
                      <a:pt x="819" y="462"/>
                      <a:pt x="777" y="471"/>
                    </a:cubicBezTo>
                    <a:cubicBezTo>
                      <a:pt x="758" y="476"/>
                      <a:pt x="738" y="472"/>
                      <a:pt x="722" y="463"/>
                    </a:cubicBezTo>
                    <a:cubicBezTo>
                      <a:pt x="688" y="449"/>
                      <a:pt x="677" y="460"/>
                      <a:pt x="671" y="478"/>
                    </a:cubicBezTo>
                    <a:cubicBezTo>
                      <a:pt x="724" y="714"/>
                      <a:pt x="724" y="714"/>
                      <a:pt x="724" y="714"/>
                    </a:cubicBezTo>
                    <a:cubicBezTo>
                      <a:pt x="485" y="767"/>
                      <a:pt x="485" y="767"/>
                      <a:pt x="485" y="767"/>
                    </a:cubicBezTo>
                    <a:cubicBezTo>
                      <a:pt x="469" y="761"/>
                      <a:pt x="461" y="749"/>
                      <a:pt x="473" y="718"/>
                    </a:cubicBezTo>
                    <a:cubicBezTo>
                      <a:pt x="483" y="701"/>
                      <a:pt x="486" y="682"/>
                      <a:pt x="482" y="662"/>
                    </a:cubicBezTo>
                    <a:cubicBezTo>
                      <a:pt x="472" y="620"/>
                      <a:pt x="431" y="594"/>
                      <a:pt x="389" y="603"/>
                    </a:cubicBezTo>
                    <a:cubicBezTo>
                      <a:pt x="347" y="612"/>
                      <a:pt x="320" y="654"/>
                      <a:pt x="330" y="696"/>
                    </a:cubicBezTo>
                    <a:cubicBezTo>
                      <a:pt x="334" y="716"/>
                      <a:pt x="345" y="732"/>
                      <a:pt x="361" y="743"/>
                    </a:cubicBezTo>
                    <a:cubicBezTo>
                      <a:pt x="385" y="766"/>
                      <a:pt x="383" y="780"/>
                      <a:pt x="371" y="793"/>
                    </a:cubicBezTo>
                    <a:cubicBezTo>
                      <a:pt x="132" y="846"/>
                      <a:pt x="132" y="846"/>
                      <a:pt x="132" y="846"/>
                    </a:cubicBezTo>
                    <a:cubicBezTo>
                      <a:pt x="79" y="607"/>
                      <a:pt x="79" y="607"/>
                      <a:pt x="79" y="607"/>
                    </a:cubicBezTo>
                    <a:cubicBezTo>
                      <a:pt x="85" y="591"/>
                      <a:pt x="97" y="582"/>
                      <a:pt x="128" y="595"/>
                    </a:cubicBezTo>
                    <a:cubicBezTo>
                      <a:pt x="145" y="605"/>
                      <a:pt x="164" y="608"/>
                      <a:pt x="184" y="604"/>
                    </a:cubicBezTo>
                    <a:cubicBezTo>
                      <a:pt x="226" y="594"/>
                      <a:pt x="253" y="553"/>
                      <a:pt x="243" y="511"/>
                    </a:cubicBezTo>
                    <a:cubicBezTo>
                      <a:pt x="234" y="469"/>
                      <a:pt x="192" y="442"/>
                      <a:pt x="150" y="451"/>
                    </a:cubicBezTo>
                    <a:cubicBezTo>
                      <a:pt x="130" y="456"/>
                      <a:pt x="114" y="467"/>
                      <a:pt x="103" y="483"/>
                    </a:cubicBezTo>
                    <a:cubicBezTo>
                      <a:pt x="80" y="508"/>
                      <a:pt x="66" y="505"/>
                      <a:pt x="54" y="493"/>
                    </a:cubicBezTo>
                    <a:lnTo>
                      <a:pt x="0" y="2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Freeform 177">
                <a:extLst>
                  <a:ext uri="{FF2B5EF4-FFF2-40B4-BE49-F238E27FC236}">
                    <a16:creationId xmlns:a16="http://schemas.microsoft.com/office/drawing/2014/main" id="{EE17054C-F30B-3145-7646-4FDE9FCC3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0" y="2974976"/>
                <a:ext cx="471487" cy="473075"/>
              </a:xfrm>
              <a:custGeom>
                <a:avLst/>
                <a:gdLst>
                  <a:gd name="T0" fmla="*/ 0 w 845"/>
                  <a:gd name="T1" fmla="*/ 254 h 846"/>
                  <a:gd name="T2" fmla="*/ 235 w 845"/>
                  <a:gd name="T3" fmla="*/ 202 h 846"/>
                  <a:gd name="T4" fmla="*/ 228 w 845"/>
                  <a:gd name="T5" fmla="*/ 150 h 846"/>
                  <a:gd name="T6" fmla="*/ 197 w 845"/>
                  <a:gd name="T7" fmla="*/ 103 h 846"/>
                  <a:gd name="T8" fmla="*/ 256 w 845"/>
                  <a:gd name="T9" fmla="*/ 9 h 846"/>
                  <a:gd name="T10" fmla="*/ 349 w 845"/>
                  <a:gd name="T11" fmla="*/ 69 h 846"/>
                  <a:gd name="T12" fmla="*/ 340 w 845"/>
                  <a:gd name="T13" fmla="*/ 124 h 846"/>
                  <a:gd name="T14" fmla="*/ 356 w 845"/>
                  <a:gd name="T15" fmla="*/ 175 h 846"/>
                  <a:gd name="T16" fmla="*/ 591 w 845"/>
                  <a:gd name="T17" fmla="*/ 122 h 846"/>
                  <a:gd name="T18" fmla="*/ 644 w 845"/>
                  <a:gd name="T19" fmla="*/ 358 h 846"/>
                  <a:gd name="T20" fmla="*/ 696 w 845"/>
                  <a:gd name="T21" fmla="*/ 350 h 846"/>
                  <a:gd name="T22" fmla="*/ 743 w 845"/>
                  <a:gd name="T23" fmla="*/ 319 h 846"/>
                  <a:gd name="T24" fmla="*/ 836 w 845"/>
                  <a:gd name="T25" fmla="*/ 378 h 846"/>
                  <a:gd name="T26" fmla="*/ 777 w 845"/>
                  <a:gd name="T27" fmla="*/ 471 h 846"/>
                  <a:gd name="T28" fmla="*/ 721 w 845"/>
                  <a:gd name="T29" fmla="*/ 463 h 846"/>
                  <a:gd name="T30" fmla="*/ 671 w 845"/>
                  <a:gd name="T31" fmla="*/ 478 h 846"/>
                  <a:gd name="T32" fmla="*/ 724 w 845"/>
                  <a:gd name="T33" fmla="*/ 714 h 846"/>
                  <a:gd name="T34" fmla="*/ 485 w 845"/>
                  <a:gd name="T35" fmla="*/ 767 h 846"/>
                  <a:gd name="T36" fmla="*/ 473 w 845"/>
                  <a:gd name="T37" fmla="*/ 718 h 846"/>
                  <a:gd name="T38" fmla="*/ 481 w 845"/>
                  <a:gd name="T39" fmla="*/ 662 h 846"/>
                  <a:gd name="T40" fmla="*/ 388 w 845"/>
                  <a:gd name="T41" fmla="*/ 603 h 846"/>
                  <a:gd name="T42" fmla="*/ 329 w 845"/>
                  <a:gd name="T43" fmla="*/ 696 h 846"/>
                  <a:gd name="T44" fmla="*/ 360 w 845"/>
                  <a:gd name="T45" fmla="*/ 743 h 846"/>
                  <a:gd name="T46" fmla="*/ 370 w 845"/>
                  <a:gd name="T47" fmla="*/ 792 h 846"/>
                  <a:gd name="T48" fmla="*/ 132 w 845"/>
                  <a:gd name="T49" fmla="*/ 846 h 846"/>
                  <a:gd name="T50" fmla="*/ 79 w 845"/>
                  <a:gd name="T51" fmla="*/ 607 h 846"/>
                  <a:gd name="T52" fmla="*/ 128 w 845"/>
                  <a:gd name="T53" fmla="*/ 595 h 846"/>
                  <a:gd name="T54" fmla="*/ 184 w 845"/>
                  <a:gd name="T55" fmla="*/ 604 h 846"/>
                  <a:gd name="T56" fmla="*/ 242 w 845"/>
                  <a:gd name="T57" fmla="*/ 510 h 846"/>
                  <a:gd name="T58" fmla="*/ 150 w 845"/>
                  <a:gd name="T59" fmla="*/ 452 h 846"/>
                  <a:gd name="T60" fmla="*/ 103 w 845"/>
                  <a:gd name="T61" fmla="*/ 483 h 846"/>
                  <a:gd name="T62" fmla="*/ 53 w 845"/>
                  <a:gd name="T63" fmla="*/ 493 h 846"/>
                  <a:gd name="T64" fmla="*/ 0 w 845"/>
                  <a:gd name="T65" fmla="*/ 254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5" h="846">
                    <a:moveTo>
                      <a:pt x="0" y="254"/>
                    </a:moveTo>
                    <a:cubicBezTo>
                      <a:pt x="235" y="202"/>
                      <a:pt x="235" y="202"/>
                      <a:pt x="235" y="202"/>
                    </a:cubicBezTo>
                    <a:cubicBezTo>
                      <a:pt x="249" y="189"/>
                      <a:pt x="255" y="174"/>
                      <a:pt x="228" y="150"/>
                    </a:cubicBezTo>
                    <a:cubicBezTo>
                      <a:pt x="213" y="139"/>
                      <a:pt x="201" y="122"/>
                      <a:pt x="197" y="103"/>
                    </a:cubicBezTo>
                    <a:cubicBezTo>
                      <a:pt x="187" y="61"/>
                      <a:pt x="214" y="19"/>
                      <a:pt x="256" y="9"/>
                    </a:cubicBezTo>
                    <a:cubicBezTo>
                      <a:pt x="298" y="0"/>
                      <a:pt x="340" y="27"/>
                      <a:pt x="349" y="69"/>
                    </a:cubicBezTo>
                    <a:cubicBezTo>
                      <a:pt x="353" y="88"/>
                      <a:pt x="350" y="108"/>
                      <a:pt x="340" y="124"/>
                    </a:cubicBezTo>
                    <a:cubicBezTo>
                      <a:pt x="327" y="158"/>
                      <a:pt x="338" y="170"/>
                      <a:pt x="356" y="175"/>
                    </a:cubicBezTo>
                    <a:cubicBezTo>
                      <a:pt x="591" y="122"/>
                      <a:pt x="591" y="122"/>
                      <a:pt x="591" y="122"/>
                    </a:cubicBezTo>
                    <a:cubicBezTo>
                      <a:pt x="644" y="358"/>
                      <a:pt x="644" y="358"/>
                      <a:pt x="644" y="358"/>
                    </a:cubicBezTo>
                    <a:cubicBezTo>
                      <a:pt x="657" y="372"/>
                      <a:pt x="672" y="377"/>
                      <a:pt x="696" y="350"/>
                    </a:cubicBezTo>
                    <a:cubicBezTo>
                      <a:pt x="707" y="335"/>
                      <a:pt x="723" y="323"/>
                      <a:pt x="743" y="319"/>
                    </a:cubicBezTo>
                    <a:cubicBezTo>
                      <a:pt x="785" y="310"/>
                      <a:pt x="827" y="336"/>
                      <a:pt x="836" y="378"/>
                    </a:cubicBezTo>
                    <a:cubicBezTo>
                      <a:pt x="845" y="420"/>
                      <a:pt x="819" y="462"/>
                      <a:pt x="777" y="471"/>
                    </a:cubicBezTo>
                    <a:cubicBezTo>
                      <a:pt x="757" y="476"/>
                      <a:pt x="738" y="472"/>
                      <a:pt x="721" y="463"/>
                    </a:cubicBezTo>
                    <a:cubicBezTo>
                      <a:pt x="688" y="449"/>
                      <a:pt x="676" y="460"/>
                      <a:pt x="671" y="478"/>
                    </a:cubicBezTo>
                    <a:cubicBezTo>
                      <a:pt x="724" y="714"/>
                      <a:pt x="724" y="714"/>
                      <a:pt x="724" y="714"/>
                    </a:cubicBezTo>
                    <a:cubicBezTo>
                      <a:pt x="485" y="767"/>
                      <a:pt x="485" y="767"/>
                      <a:pt x="485" y="767"/>
                    </a:cubicBezTo>
                    <a:cubicBezTo>
                      <a:pt x="469" y="761"/>
                      <a:pt x="460" y="749"/>
                      <a:pt x="473" y="718"/>
                    </a:cubicBezTo>
                    <a:cubicBezTo>
                      <a:pt x="482" y="702"/>
                      <a:pt x="486" y="682"/>
                      <a:pt x="481" y="662"/>
                    </a:cubicBezTo>
                    <a:cubicBezTo>
                      <a:pt x="472" y="620"/>
                      <a:pt x="430" y="594"/>
                      <a:pt x="388" y="603"/>
                    </a:cubicBezTo>
                    <a:cubicBezTo>
                      <a:pt x="346" y="612"/>
                      <a:pt x="320" y="654"/>
                      <a:pt x="329" y="696"/>
                    </a:cubicBezTo>
                    <a:cubicBezTo>
                      <a:pt x="333" y="716"/>
                      <a:pt x="345" y="732"/>
                      <a:pt x="360" y="743"/>
                    </a:cubicBezTo>
                    <a:cubicBezTo>
                      <a:pt x="385" y="766"/>
                      <a:pt x="382" y="780"/>
                      <a:pt x="370" y="792"/>
                    </a:cubicBezTo>
                    <a:cubicBezTo>
                      <a:pt x="132" y="846"/>
                      <a:pt x="132" y="846"/>
                      <a:pt x="132" y="846"/>
                    </a:cubicBezTo>
                    <a:cubicBezTo>
                      <a:pt x="79" y="607"/>
                      <a:pt x="79" y="607"/>
                      <a:pt x="79" y="607"/>
                    </a:cubicBezTo>
                    <a:cubicBezTo>
                      <a:pt x="85" y="591"/>
                      <a:pt x="97" y="583"/>
                      <a:pt x="128" y="595"/>
                    </a:cubicBezTo>
                    <a:cubicBezTo>
                      <a:pt x="144" y="604"/>
                      <a:pt x="164" y="608"/>
                      <a:pt x="184" y="604"/>
                    </a:cubicBezTo>
                    <a:cubicBezTo>
                      <a:pt x="225" y="594"/>
                      <a:pt x="252" y="553"/>
                      <a:pt x="242" y="510"/>
                    </a:cubicBezTo>
                    <a:cubicBezTo>
                      <a:pt x="233" y="469"/>
                      <a:pt x="192" y="442"/>
                      <a:pt x="150" y="452"/>
                    </a:cubicBezTo>
                    <a:cubicBezTo>
                      <a:pt x="130" y="456"/>
                      <a:pt x="114" y="467"/>
                      <a:pt x="103" y="483"/>
                    </a:cubicBezTo>
                    <a:cubicBezTo>
                      <a:pt x="80" y="507"/>
                      <a:pt x="65" y="505"/>
                      <a:pt x="53" y="493"/>
                    </a:cubicBezTo>
                    <a:lnTo>
                      <a:pt x="0" y="2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Freeform 178">
                <a:extLst>
                  <a:ext uri="{FF2B5EF4-FFF2-40B4-BE49-F238E27FC236}">
                    <a16:creationId xmlns:a16="http://schemas.microsoft.com/office/drawing/2014/main" id="{355488D1-962A-386F-0ED4-4A7DD1C7B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7013" y="3319463"/>
                <a:ext cx="466725" cy="466725"/>
              </a:xfrm>
              <a:custGeom>
                <a:avLst/>
                <a:gdLst>
                  <a:gd name="T0" fmla="*/ 108 w 838"/>
                  <a:gd name="T1" fmla="*/ 134 h 837"/>
                  <a:gd name="T2" fmla="*/ 345 w 838"/>
                  <a:gd name="T3" fmla="*/ 176 h 837"/>
                  <a:gd name="T4" fmla="*/ 358 w 838"/>
                  <a:gd name="T5" fmla="*/ 126 h 837"/>
                  <a:gd name="T6" fmla="*/ 348 w 838"/>
                  <a:gd name="T7" fmla="*/ 70 h 837"/>
                  <a:gd name="T8" fmla="*/ 438 w 838"/>
                  <a:gd name="T9" fmla="*/ 7 h 837"/>
                  <a:gd name="T10" fmla="*/ 501 w 838"/>
                  <a:gd name="T11" fmla="*/ 98 h 837"/>
                  <a:gd name="T12" fmla="*/ 472 w 838"/>
                  <a:gd name="T13" fmla="*/ 146 h 837"/>
                  <a:gd name="T14" fmla="*/ 467 w 838"/>
                  <a:gd name="T15" fmla="*/ 198 h 837"/>
                  <a:gd name="T16" fmla="*/ 704 w 838"/>
                  <a:gd name="T17" fmla="*/ 241 h 837"/>
                  <a:gd name="T18" fmla="*/ 661 w 838"/>
                  <a:gd name="T19" fmla="*/ 478 h 837"/>
                  <a:gd name="T20" fmla="*/ 712 w 838"/>
                  <a:gd name="T21" fmla="*/ 492 h 837"/>
                  <a:gd name="T22" fmla="*/ 768 w 838"/>
                  <a:gd name="T23" fmla="*/ 481 h 837"/>
                  <a:gd name="T24" fmla="*/ 830 w 838"/>
                  <a:gd name="T25" fmla="*/ 571 h 837"/>
                  <a:gd name="T26" fmla="*/ 740 w 838"/>
                  <a:gd name="T27" fmla="*/ 634 h 837"/>
                  <a:gd name="T28" fmla="*/ 692 w 838"/>
                  <a:gd name="T29" fmla="*/ 605 h 837"/>
                  <a:gd name="T30" fmla="*/ 639 w 838"/>
                  <a:gd name="T31" fmla="*/ 600 h 837"/>
                  <a:gd name="T32" fmla="*/ 597 w 838"/>
                  <a:gd name="T33" fmla="*/ 837 h 837"/>
                  <a:gd name="T34" fmla="*/ 356 w 838"/>
                  <a:gd name="T35" fmla="*/ 794 h 837"/>
                  <a:gd name="T36" fmla="*/ 364 w 838"/>
                  <a:gd name="T37" fmla="*/ 744 h 837"/>
                  <a:gd name="T38" fmla="*/ 394 w 838"/>
                  <a:gd name="T39" fmla="*/ 696 h 837"/>
                  <a:gd name="T40" fmla="*/ 331 w 838"/>
                  <a:gd name="T41" fmla="*/ 606 h 837"/>
                  <a:gd name="T42" fmla="*/ 240 w 838"/>
                  <a:gd name="T43" fmla="*/ 669 h 837"/>
                  <a:gd name="T44" fmla="*/ 251 w 838"/>
                  <a:gd name="T45" fmla="*/ 724 h 837"/>
                  <a:gd name="T46" fmla="*/ 241 w 838"/>
                  <a:gd name="T47" fmla="*/ 774 h 837"/>
                  <a:gd name="T48" fmla="*/ 0 w 838"/>
                  <a:gd name="T49" fmla="*/ 730 h 837"/>
                  <a:gd name="T50" fmla="*/ 43 w 838"/>
                  <a:gd name="T51" fmla="*/ 490 h 837"/>
                  <a:gd name="T52" fmla="*/ 94 w 838"/>
                  <a:gd name="T53" fmla="*/ 498 h 837"/>
                  <a:gd name="T54" fmla="*/ 142 w 838"/>
                  <a:gd name="T55" fmla="*/ 527 h 837"/>
                  <a:gd name="T56" fmla="*/ 232 w 838"/>
                  <a:gd name="T57" fmla="*/ 464 h 837"/>
                  <a:gd name="T58" fmla="*/ 169 w 838"/>
                  <a:gd name="T59" fmla="*/ 374 h 837"/>
                  <a:gd name="T60" fmla="*/ 114 w 838"/>
                  <a:gd name="T61" fmla="*/ 384 h 837"/>
                  <a:gd name="T62" fmla="*/ 64 w 838"/>
                  <a:gd name="T63" fmla="*/ 374 h 837"/>
                  <a:gd name="T64" fmla="*/ 108 w 838"/>
                  <a:gd name="T65" fmla="*/ 134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38" h="837">
                    <a:moveTo>
                      <a:pt x="108" y="134"/>
                    </a:moveTo>
                    <a:cubicBezTo>
                      <a:pt x="345" y="176"/>
                      <a:pt x="345" y="176"/>
                      <a:pt x="345" y="176"/>
                    </a:cubicBezTo>
                    <a:cubicBezTo>
                      <a:pt x="363" y="170"/>
                      <a:pt x="373" y="158"/>
                      <a:pt x="358" y="126"/>
                    </a:cubicBezTo>
                    <a:cubicBezTo>
                      <a:pt x="348" y="110"/>
                      <a:pt x="344" y="90"/>
                      <a:pt x="348" y="70"/>
                    </a:cubicBezTo>
                    <a:cubicBezTo>
                      <a:pt x="355" y="28"/>
                      <a:pt x="396" y="0"/>
                      <a:pt x="438" y="7"/>
                    </a:cubicBezTo>
                    <a:cubicBezTo>
                      <a:pt x="480" y="15"/>
                      <a:pt x="508" y="55"/>
                      <a:pt x="501" y="98"/>
                    </a:cubicBezTo>
                    <a:cubicBezTo>
                      <a:pt x="497" y="118"/>
                      <a:pt x="487" y="134"/>
                      <a:pt x="472" y="146"/>
                    </a:cubicBezTo>
                    <a:cubicBezTo>
                      <a:pt x="446" y="171"/>
                      <a:pt x="452" y="186"/>
                      <a:pt x="467" y="198"/>
                    </a:cubicBezTo>
                    <a:cubicBezTo>
                      <a:pt x="704" y="241"/>
                      <a:pt x="704" y="241"/>
                      <a:pt x="704" y="241"/>
                    </a:cubicBezTo>
                    <a:cubicBezTo>
                      <a:pt x="661" y="478"/>
                      <a:pt x="661" y="478"/>
                      <a:pt x="661" y="478"/>
                    </a:cubicBezTo>
                    <a:cubicBezTo>
                      <a:pt x="668" y="496"/>
                      <a:pt x="680" y="507"/>
                      <a:pt x="712" y="492"/>
                    </a:cubicBezTo>
                    <a:cubicBezTo>
                      <a:pt x="728" y="482"/>
                      <a:pt x="748" y="477"/>
                      <a:pt x="768" y="481"/>
                    </a:cubicBezTo>
                    <a:cubicBezTo>
                      <a:pt x="810" y="489"/>
                      <a:pt x="838" y="529"/>
                      <a:pt x="830" y="571"/>
                    </a:cubicBezTo>
                    <a:cubicBezTo>
                      <a:pt x="823" y="614"/>
                      <a:pt x="782" y="642"/>
                      <a:pt x="740" y="634"/>
                    </a:cubicBezTo>
                    <a:cubicBezTo>
                      <a:pt x="720" y="631"/>
                      <a:pt x="704" y="620"/>
                      <a:pt x="692" y="605"/>
                    </a:cubicBezTo>
                    <a:cubicBezTo>
                      <a:pt x="666" y="580"/>
                      <a:pt x="651" y="585"/>
                      <a:pt x="639" y="600"/>
                    </a:cubicBezTo>
                    <a:cubicBezTo>
                      <a:pt x="597" y="837"/>
                      <a:pt x="597" y="837"/>
                      <a:pt x="597" y="837"/>
                    </a:cubicBezTo>
                    <a:cubicBezTo>
                      <a:pt x="356" y="794"/>
                      <a:pt x="356" y="794"/>
                      <a:pt x="356" y="794"/>
                    </a:cubicBezTo>
                    <a:cubicBezTo>
                      <a:pt x="344" y="783"/>
                      <a:pt x="341" y="768"/>
                      <a:pt x="364" y="744"/>
                    </a:cubicBezTo>
                    <a:cubicBezTo>
                      <a:pt x="379" y="733"/>
                      <a:pt x="390" y="716"/>
                      <a:pt x="394" y="696"/>
                    </a:cubicBezTo>
                    <a:cubicBezTo>
                      <a:pt x="401" y="654"/>
                      <a:pt x="373" y="613"/>
                      <a:pt x="331" y="606"/>
                    </a:cubicBezTo>
                    <a:cubicBezTo>
                      <a:pt x="288" y="598"/>
                      <a:pt x="248" y="626"/>
                      <a:pt x="240" y="669"/>
                    </a:cubicBezTo>
                    <a:cubicBezTo>
                      <a:pt x="237" y="688"/>
                      <a:pt x="241" y="708"/>
                      <a:pt x="251" y="724"/>
                    </a:cubicBezTo>
                    <a:cubicBezTo>
                      <a:pt x="265" y="755"/>
                      <a:pt x="257" y="767"/>
                      <a:pt x="241" y="774"/>
                    </a:cubicBezTo>
                    <a:cubicBezTo>
                      <a:pt x="0" y="730"/>
                      <a:pt x="0" y="730"/>
                      <a:pt x="0" y="730"/>
                    </a:cubicBezTo>
                    <a:cubicBezTo>
                      <a:pt x="43" y="490"/>
                      <a:pt x="43" y="490"/>
                      <a:pt x="43" y="490"/>
                    </a:cubicBezTo>
                    <a:cubicBezTo>
                      <a:pt x="55" y="477"/>
                      <a:pt x="70" y="474"/>
                      <a:pt x="94" y="498"/>
                    </a:cubicBezTo>
                    <a:cubicBezTo>
                      <a:pt x="105" y="513"/>
                      <a:pt x="122" y="524"/>
                      <a:pt x="142" y="527"/>
                    </a:cubicBezTo>
                    <a:cubicBezTo>
                      <a:pt x="184" y="535"/>
                      <a:pt x="224" y="506"/>
                      <a:pt x="232" y="464"/>
                    </a:cubicBezTo>
                    <a:cubicBezTo>
                      <a:pt x="240" y="422"/>
                      <a:pt x="212" y="381"/>
                      <a:pt x="169" y="374"/>
                    </a:cubicBezTo>
                    <a:cubicBezTo>
                      <a:pt x="149" y="370"/>
                      <a:pt x="130" y="374"/>
                      <a:pt x="114" y="384"/>
                    </a:cubicBezTo>
                    <a:cubicBezTo>
                      <a:pt x="83" y="398"/>
                      <a:pt x="71" y="390"/>
                      <a:pt x="64" y="374"/>
                    </a:cubicBezTo>
                    <a:lnTo>
                      <a:pt x="108" y="1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Freeform 179">
                <a:extLst>
                  <a:ext uri="{FF2B5EF4-FFF2-40B4-BE49-F238E27FC236}">
                    <a16:creationId xmlns:a16="http://schemas.microsoft.com/office/drawing/2014/main" id="{711FDEC8-FCEB-2108-E348-93F2E62B7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2188" y="3444876"/>
                <a:ext cx="473075" cy="474663"/>
              </a:xfrm>
              <a:custGeom>
                <a:avLst/>
                <a:gdLst>
                  <a:gd name="T0" fmla="*/ 0 w 849"/>
                  <a:gd name="T1" fmla="*/ 261 h 849"/>
                  <a:gd name="T2" fmla="*/ 234 w 849"/>
                  <a:gd name="T3" fmla="*/ 203 h 849"/>
                  <a:gd name="T4" fmla="*/ 226 w 849"/>
                  <a:gd name="T5" fmla="*/ 151 h 849"/>
                  <a:gd name="T6" fmla="*/ 193 w 849"/>
                  <a:gd name="T7" fmla="*/ 104 h 849"/>
                  <a:gd name="T8" fmla="*/ 250 w 849"/>
                  <a:gd name="T9" fmla="*/ 10 h 849"/>
                  <a:gd name="T10" fmla="*/ 345 w 849"/>
                  <a:gd name="T11" fmla="*/ 67 h 849"/>
                  <a:gd name="T12" fmla="*/ 338 w 849"/>
                  <a:gd name="T13" fmla="*/ 123 h 849"/>
                  <a:gd name="T14" fmla="*/ 354 w 849"/>
                  <a:gd name="T15" fmla="*/ 173 h 849"/>
                  <a:gd name="T16" fmla="*/ 589 w 849"/>
                  <a:gd name="T17" fmla="*/ 115 h 849"/>
                  <a:gd name="T18" fmla="*/ 646 w 849"/>
                  <a:gd name="T19" fmla="*/ 349 h 849"/>
                  <a:gd name="T20" fmla="*/ 699 w 849"/>
                  <a:gd name="T21" fmla="*/ 340 h 849"/>
                  <a:gd name="T22" fmla="*/ 745 w 849"/>
                  <a:gd name="T23" fmla="*/ 308 h 849"/>
                  <a:gd name="T24" fmla="*/ 839 w 849"/>
                  <a:gd name="T25" fmla="*/ 365 h 849"/>
                  <a:gd name="T26" fmla="*/ 782 w 849"/>
                  <a:gd name="T27" fmla="*/ 459 h 849"/>
                  <a:gd name="T28" fmla="*/ 726 w 849"/>
                  <a:gd name="T29" fmla="*/ 452 h 849"/>
                  <a:gd name="T30" fmla="*/ 676 w 849"/>
                  <a:gd name="T31" fmla="*/ 469 h 849"/>
                  <a:gd name="T32" fmla="*/ 734 w 849"/>
                  <a:gd name="T33" fmla="*/ 703 h 849"/>
                  <a:gd name="T34" fmla="*/ 497 w 849"/>
                  <a:gd name="T35" fmla="*/ 762 h 849"/>
                  <a:gd name="T36" fmla="*/ 484 w 849"/>
                  <a:gd name="T37" fmla="*/ 713 h 849"/>
                  <a:gd name="T38" fmla="*/ 491 w 849"/>
                  <a:gd name="T39" fmla="*/ 657 h 849"/>
                  <a:gd name="T40" fmla="*/ 397 w 849"/>
                  <a:gd name="T41" fmla="*/ 600 h 849"/>
                  <a:gd name="T42" fmla="*/ 340 w 849"/>
                  <a:gd name="T43" fmla="*/ 695 h 849"/>
                  <a:gd name="T44" fmla="*/ 372 w 849"/>
                  <a:gd name="T45" fmla="*/ 741 h 849"/>
                  <a:gd name="T46" fmla="*/ 383 w 849"/>
                  <a:gd name="T47" fmla="*/ 790 h 849"/>
                  <a:gd name="T48" fmla="*/ 146 w 849"/>
                  <a:gd name="T49" fmla="*/ 849 h 849"/>
                  <a:gd name="T50" fmla="*/ 87 w 849"/>
                  <a:gd name="T51" fmla="*/ 612 h 849"/>
                  <a:gd name="T52" fmla="*/ 136 w 849"/>
                  <a:gd name="T53" fmla="*/ 598 h 849"/>
                  <a:gd name="T54" fmla="*/ 192 w 849"/>
                  <a:gd name="T55" fmla="*/ 606 h 849"/>
                  <a:gd name="T56" fmla="*/ 249 w 849"/>
                  <a:gd name="T57" fmla="*/ 511 h 849"/>
                  <a:gd name="T58" fmla="*/ 154 w 849"/>
                  <a:gd name="T59" fmla="*/ 454 h 849"/>
                  <a:gd name="T60" fmla="*/ 108 w 849"/>
                  <a:gd name="T61" fmla="*/ 487 h 849"/>
                  <a:gd name="T62" fmla="*/ 59 w 849"/>
                  <a:gd name="T63" fmla="*/ 498 h 849"/>
                  <a:gd name="T64" fmla="*/ 0 w 849"/>
                  <a:gd name="T65" fmla="*/ 261 h 8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9" h="849">
                    <a:moveTo>
                      <a:pt x="0" y="261"/>
                    </a:moveTo>
                    <a:cubicBezTo>
                      <a:pt x="234" y="203"/>
                      <a:pt x="234" y="203"/>
                      <a:pt x="234" y="203"/>
                    </a:cubicBezTo>
                    <a:cubicBezTo>
                      <a:pt x="248" y="190"/>
                      <a:pt x="253" y="175"/>
                      <a:pt x="226" y="151"/>
                    </a:cubicBezTo>
                    <a:cubicBezTo>
                      <a:pt x="210" y="140"/>
                      <a:pt x="198" y="124"/>
                      <a:pt x="193" y="104"/>
                    </a:cubicBezTo>
                    <a:cubicBezTo>
                      <a:pt x="183" y="63"/>
                      <a:pt x="208" y="20"/>
                      <a:pt x="250" y="10"/>
                    </a:cubicBezTo>
                    <a:cubicBezTo>
                      <a:pt x="292" y="0"/>
                      <a:pt x="334" y="25"/>
                      <a:pt x="345" y="67"/>
                    </a:cubicBezTo>
                    <a:cubicBezTo>
                      <a:pt x="350" y="87"/>
                      <a:pt x="347" y="106"/>
                      <a:pt x="338" y="123"/>
                    </a:cubicBezTo>
                    <a:cubicBezTo>
                      <a:pt x="325" y="157"/>
                      <a:pt x="336" y="168"/>
                      <a:pt x="354" y="173"/>
                    </a:cubicBezTo>
                    <a:cubicBezTo>
                      <a:pt x="589" y="115"/>
                      <a:pt x="589" y="115"/>
                      <a:pt x="589" y="115"/>
                    </a:cubicBezTo>
                    <a:cubicBezTo>
                      <a:pt x="646" y="349"/>
                      <a:pt x="646" y="349"/>
                      <a:pt x="646" y="349"/>
                    </a:cubicBezTo>
                    <a:cubicBezTo>
                      <a:pt x="659" y="363"/>
                      <a:pt x="675" y="367"/>
                      <a:pt x="699" y="340"/>
                    </a:cubicBezTo>
                    <a:cubicBezTo>
                      <a:pt x="709" y="325"/>
                      <a:pt x="725" y="313"/>
                      <a:pt x="745" y="308"/>
                    </a:cubicBezTo>
                    <a:cubicBezTo>
                      <a:pt x="786" y="298"/>
                      <a:pt x="829" y="323"/>
                      <a:pt x="839" y="365"/>
                    </a:cubicBezTo>
                    <a:cubicBezTo>
                      <a:pt x="849" y="407"/>
                      <a:pt x="824" y="449"/>
                      <a:pt x="782" y="459"/>
                    </a:cubicBezTo>
                    <a:cubicBezTo>
                      <a:pt x="763" y="464"/>
                      <a:pt x="743" y="461"/>
                      <a:pt x="726" y="452"/>
                    </a:cubicBezTo>
                    <a:cubicBezTo>
                      <a:pt x="692" y="439"/>
                      <a:pt x="681" y="451"/>
                      <a:pt x="676" y="469"/>
                    </a:cubicBezTo>
                    <a:cubicBezTo>
                      <a:pt x="734" y="703"/>
                      <a:pt x="734" y="703"/>
                      <a:pt x="734" y="703"/>
                    </a:cubicBezTo>
                    <a:cubicBezTo>
                      <a:pt x="497" y="762"/>
                      <a:pt x="497" y="762"/>
                      <a:pt x="497" y="762"/>
                    </a:cubicBezTo>
                    <a:cubicBezTo>
                      <a:pt x="481" y="756"/>
                      <a:pt x="472" y="744"/>
                      <a:pt x="484" y="713"/>
                    </a:cubicBezTo>
                    <a:cubicBezTo>
                      <a:pt x="493" y="697"/>
                      <a:pt x="496" y="677"/>
                      <a:pt x="491" y="657"/>
                    </a:cubicBezTo>
                    <a:cubicBezTo>
                      <a:pt x="481" y="616"/>
                      <a:pt x="438" y="590"/>
                      <a:pt x="397" y="600"/>
                    </a:cubicBezTo>
                    <a:cubicBezTo>
                      <a:pt x="355" y="611"/>
                      <a:pt x="329" y="653"/>
                      <a:pt x="340" y="695"/>
                    </a:cubicBezTo>
                    <a:cubicBezTo>
                      <a:pt x="344" y="714"/>
                      <a:pt x="356" y="730"/>
                      <a:pt x="372" y="741"/>
                    </a:cubicBezTo>
                    <a:cubicBezTo>
                      <a:pt x="397" y="763"/>
                      <a:pt x="395" y="778"/>
                      <a:pt x="383" y="790"/>
                    </a:cubicBezTo>
                    <a:cubicBezTo>
                      <a:pt x="146" y="849"/>
                      <a:pt x="146" y="849"/>
                      <a:pt x="146" y="849"/>
                    </a:cubicBezTo>
                    <a:cubicBezTo>
                      <a:pt x="87" y="612"/>
                      <a:pt x="87" y="612"/>
                      <a:pt x="87" y="612"/>
                    </a:cubicBezTo>
                    <a:cubicBezTo>
                      <a:pt x="93" y="596"/>
                      <a:pt x="105" y="587"/>
                      <a:pt x="136" y="598"/>
                    </a:cubicBezTo>
                    <a:cubicBezTo>
                      <a:pt x="152" y="608"/>
                      <a:pt x="172" y="610"/>
                      <a:pt x="192" y="606"/>
                    </a:cubicBezTo>
                    <a:cubicBezTo>
                      <a:pt x="234" y="595"/>
                      <a:pt x="259" y="553"/>
                      <a:pt x="249" y="511"/>
                    </a:cubicBezTo>
                    <a:cubicBezTo>
                      <a:pt x="238" y="469"/>
                      <a:pt x="196" y="444"/>
                      <a:pt x="154" y="454"/>
                    </a:cubicBezTo>
                    <a:cubicBezTo>
                      <a:pt x="135" y="459"/>
                      <a:pt x="119" y="471"/>
                      <a:pt x="108" y="487"/>
                    </a:cubicBezTo>
                    <a:cubicBezTo>
                      <a:pt x="86" y="512"/>
                      <a:pt x="71" y="510"/>
                      <a:pt x="59" y="498"/>
                    </a:cubicBezTo>
                    <a:lnTo>
                      <a:pt x="0" y="2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Freeform 180">
                <a:extLst>
                  <a:ext uri="{FF2B5EF4-FFF2-40B4-BE49-F238E27FC236}">
                    <a16:creationId xmlns:a16="http://schemas.microsoft.com/office/drawing/2014/main" id="{7EA636BB-8D02-FCE2-F662-1904DA00F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8125" y="3975101"/>
                <a:ext cx="639762" cy="439738"/>
              </a:xfrm>
              <a:custGeom>
                <a:avLst/>
                <a:gdLst>
                  <a:gd name="T0" fmla="*/ 41 w 1148"/>
                  <a:gd name="T1" fmla="*/ 0 h 789"/>
                  <a:gd name="T2" fmla="*/ 1107 w 1148"/>
                  <a:gd name="T3" fmla="*/ 0 h 789"/>
                  <a:gd name="T4" fmla="*/ 1148 w 1148"/>
                  <a:gd name="T5" fmla="*/ 41 h 789"/>
                  <a:gd name="T6" fmla="*/ 1148 w 1148"/>
                  <a:gd name="T7" fmla="*/ 747 h 789"/>
                  <a:gd name="T8" fmla="*/ 1107 w 1148"/>
                  <a:gd name="T9" fmla="*/ 789 h 789"/>
                  <a:gd name="T10" fmla="*/ 41 w 1148"/>
                  <a:gd name="T11" fmla="*/ 789 h 789"/>
                  <a:gd name="T12" fmla="*/ 0 w 1148"/>
                  <a:gd name="T13" fmla="*/ 747 h 789"/>
                  <a:gd name="T14" fmla="*/ 0 w 1148"/>
                  <a:gd name="T15" fmla="*/ 41 h 789"/>
                  <a:gd name="T16" fmla="*/ 41 w 1148"/>
                  <a:gd name="T17" fmla="*/ 0 h 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8" h="789">
                    <a:moveTo>
                      <a:pt x="41" y="0"/>
                    </a:moveTo>
                    <a:cubicBezTo>
                      <a:pt x="1107" y="0"/>
                      <a:pt x="1107" y="0"/>
                      <a:pt x="1107" y="0"/>
                    </a:cubicBezTo>
                    <a:cubicBezTo>
                      <a:pt x="1129" y="0"/>
                      <a:pt x="1148" y="19"/>
                      <a:pt x="1148" y="41"/>
                    </a:cubicBezTo>
                    <a:cubicBezTo>
                      <a:pt x="1148" y="747"/>
                      <a:pt x="1148" y="747"/>
                      <a:pt x="1148" y="747"/>
                    </a:cubicBezTo>
                    <a:cubicBezTo>
                      <a:pt x="1148" y="770"/>
                      <a:pt x="1129" y="789"/>
                      <a:pt x="1107" y="789"/>
                    </a:cubicBezTo>
                    <a:cubicBezTo>
                      <a:pt x="41" y="789"/>
                      <a:pt x="41" y="789"/>
                      <a:pt x="41" y="789"/>
                    </a:cubicBezTo>
                    <a:cubicBezTo>
                      <a:pt x="18" y="789"/>
                      <a:pt x="0" y="770"/>
                      <a:pt x="0" y="747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9"/>
                      <a:pt x="18" y="0"/>
                      <a:pt x="4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Freeform 181">
                <a:extLst>
                  <a:ext uri="{FF2B5EF4-FFF2-40B4-BE49-F238E27FC236}">
                    <a16:creationId xmlns:a16="http://schemas.microsoft.com/office/drawing/2014/main" id="{3D55BD7A-5D01-3457-ED5E-374092CD6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8125" y="3871913"/>
                <a:ext cx="639762" cy="146050"/>
              </a:xfrm>
              <a:custGeom>
                <a:avLst/>
                <a:gdLst>
                  <a:gd name="T0" fmla="*/ 48 w 1148"/>
                  <a:gd name="T1" fmla="*/ 0 h 261"/>
                  <a:gd name="T2" fmla="*/ 1100 w 1148"/>
                  <a:gd name="T3" fmla="*/ 0 h 261"/>
                  <a:gd name="T4" fmla="*/ 1148 w 1148"/>
                  <a:gd name="T5" fmla="*/ 48 h 261"/>
                  <a:gd name="T6" fmla="*/ 1148 w 1148"/>
                  <a:gd name="T7" fmla="*/ 214 h 261"/>
                  <a:gd name="T8" fmla="*/ 1100 w 1148"/>
                  <a:gd name="T9" fmla="*/ 261 h 261"/>
                  <a:gd name="T10" fmla="*/ 48 w 1148"/>
                  <a:gd name="T11" fmla="*/ 261 h 261"/>
                  <a:gd name="T12" fmla="*/ 0 w 1148"/>
                  <a:gd name="T13" fmla="*/ 214 h 261"/>
                  <a:gd name="T14" fmla="*/ 0 w 1148"/>
                  <a:gd name="T15" fmla="*/ 48 h 261"/>
                  <a:gd name="T16" fmla="*/ 48 w 1148"/>
                  <a:gd name="T17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8" h="261">
                    <a:moveTo>
                      <a:pt x="48" y="0"/>
                    </a:moveTo>
                    <a:cubicBezTo>
                      <a:pt x="1100" y="0"/>
                      <a:pt x="1100" y="0"/>
                      <a:pt x="1100" y="0"/>
                    </a:cubicBezTo>
                    <a:cubicBezTo>
                      <a:pt x="1126" y="0"/>
                      <a:pt x="1148" y="22"/>
                      <a:pt x="1148" y="48"/>
                    </a:cubicBezTo>
                    <a:cubicBezTo>
                      <a:pt x="1148" y="214"/>
                      <a:pt x="1148" y="214"/>
                      <a:pt x="1148" y="214"/>
                    </a:cubicBezTo>
                    <a:cubicBezTo>
                      <a:pt x="1148" y="240"/>
                      <a:pt x="1126" y="261"/>
                      <a:pt x="1100" y="261"/>
                    </a:cubicBezTo>
                    <a:cubicBezTo>
                      <a:pt x="48" y="261"/>
                      <a:pt x="48" y="261"/>
                      <a:pt x="48" y="261"/>
                    </a:cubicBezTo>
                    <a:cubicBezTo>
                      <a:pt x="21" y="261"/>
                      <a:pt x="0" y="240"/>
                      <a:pt x="0" y="21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2"/>
                      <a:pt x="21" y="0"/>
                      <a:pt x="4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6" name="Oval 182">
                <a:extLst>
                  <a:ext uri="{FF2B5EF4-FFF2-40B4-BE49-F238E27FC236}">
                    <a16:creationId xmlns:a16="http://schemas.microsoft.com/office/drawing/2014/main" id="{166E7E7D-AA20-1860-62CF-C7FBE7802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2100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Oval 183">
                <a:extLst>
                  <a:ext uri="{FF2B5EF4-FFF2-40B4-BE49-F238E27FC236}">
                    <a16:creationId xmlns:a16="http://schemas.microsoft.com/office/drawing/2014/main" id="{7F5304F4-2F8E-3D05-6325-39ADE3EF9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4650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8" name="Oval 184">
                <a:extLst>
                  <a:ext uri="{FF2B5EF4-FFF2-40B4-BE49-F238E27FC236}">
                    <a16:creationId xmlns:a16="http://schemas.microsoft.com/office/drawing/2014/main" id="{EEFA59D0-2743-78E0-7EFA-E64ED40C2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5613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59" name="Oval 185">
                <a:extLst>
                  <a:ext uri="{FF2B5EF4-FFF2-40B4-BE49-F238E27FC236}">
                    <a16:creationId xmlns:a16="http://schemas.microsoft.com/office/drawing/2014/main" id="{2E74A751-4953-1437-29BF-C6DFBDE39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6575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0" name="Oval 186">
                <a:extLst>
                  <a:ext uri="{FF2B5EF4-FFF2-40B4-BE49-F238E27FC236}">
                    <a16:creationId xmlns:a16="http://schemas.microsoft.com/office/drawing/2014/main" id="{5E2316B4-4292-717E-30EC-53DEA0C81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9125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1" name="Oval 187">
                <a:extLst>
                  <a:ext uri="{FF2B5EF4-FFF2-40B4-BE49-F238E27FC236}">
                    <a16:creationId xmlns:a16="http://schemas.microsoft.com/office/drawing/2014/main" id="{90894B2E-2225-6B47-2482-CD85C79C61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0088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2" name="Oval 188">
                <a:extLst>
                  <a:ext uri="{FF2B5EF4-FFF2-40B4-BE49-F238E27FC236}">
                    <a16:creationId xmlns:a16="http://schemas.microsoft.com/office/drawing/2014/main" id="{AE145721-79C7-C7B3-9A9C-56459E97C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1050" y="3884613"/>
                <a:ext cx="41275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3" name="Freeform 189">
                <a:extLst>
                  <a:ext uri="{FF2B5EF4-FFF2-40B4-BE49-F238E27FC236}">
                    <a16:creationId xmlns:a16="http://schemas.microsoft.com/office/drawing/2014/main" id="{10E6CD3E-E2AB-4013-C02C-883432451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8450" y="3835401"/>
                <a:ext cx="31750" cy="74613"/>
              </a:xfrm>
              <a:custGeom>
                <a:avLst/>
                <a:gdLst>
                  <a:gd name="T0" fmla="*/ 27 w 55"/>
                  <a:gd name="T1" fmla="*/ 0 h 132"/>
                  <a:gd name="T2" fmla="*/ 27 w 55"/>
                  <a:gd name="T3" fmla="*/ 0 h 132"/>
                  <a:gd name="T4" fmla="*/ 55 w 55"/>
                  <a:gd name="T5" fmla="*/ 28 h 132"/>
                  <a:gd name="T6" fmla="*/ 55 w 55"/>
                  <a:gd name="T7" fmla="*/ 104 h 132"/>
                  <a:gd name="T8" fmla="*/ 27 w 55"/>
                  <a:gd name="T9" fmla="*/ 132 h 132"/>
                  <a:gd name="T10" fmla="*/ 27 w 55"/>
                  <a:gd name="T11" fmla="*/ 132 h 132"/>
                  <a:gd name="T12" fmla="*/ 0 w 55"/>
                  <a:gd name="T13" fmla="*/ 104 h 132"/>
                  <a:gd name="T14" fmla="*/ 0 w 55"/>
                  <a:gd name="T15" fmla="*/ 28 h 132"/>
                  <a:gd name="T16" fmla="*/ 27 w 55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5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Freeform 190">
                <a:extLst>
                  <a:ext uri="{FF2B5EF4-FFF2-40B4-BE49-F238E27FC236}">
                    <a16:creationId xmlns:a16="http://schemas.microsoft.com/office/drawing/2014/main" id="{22E39981-CDF0-36B8-5FDB-B67E954D2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1000" y="3835401"/>
                <a:ext cx="30162" cy="74613"/>
              </a:xfrm>
              <a:custGeom>
                <a:avLst/>
                <a:gdLst>
                  <a:gd name="T0" fmla="*/ 27 w 55"/>
                  <a:gd name="T1" fmla="*/ 0 h 132"/>
                  <a:gd name="T2" fmla="*/ 27 w 55"/>
                  <a:gd name="T3" fmla="*/ 0 h 132"/>
                  <a:gd name="T4" fmla="*/ 55 w 55"/>
                  <a:gd name="T5" fmla="*/ 28 h 132"/>
                  <a:gd name="T6" fmla="*/ 55 w 55"/>
                  <a:gd name="T7" fmla="*/ 104 h 132"/>
                  <a:gd name="T8" fmla="*/ 27 w 55"/>
                  <a:gd name="T9" fmla="*/ 132 h 132"/>
                  <a:gd name="T10" fmla="*/ 27 w 55"/>
                  <a:gd name="T11" fmla="*/ 132 h 132"/>
                  <a:gd name="T12" fmla="*/ 0 w 55"/>
                  <a:gd name="T13" fmla="*/ 104 h 132"/>
                  <a:gd name="T14" fmla="*/ 0 w 55"/>
                  <a:gd name="T15" fmla="*/ 28 h 132"/>
                  <a:gd name="T16" fmla="*/ 27 w 55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5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Freeform 191">
                <a:extLst>
                  <a:ext uri="{FF2B5EF4-FFF2-40B4-BE49-F238E27FC236}">
                    <a16:creationId xmlns:a16="http://schemas.microsoft.com/office/drawing/2014/main" id="{30C80DA3-1A4D-AA90-6887-E95BE11A3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1963" y="3835401"/>
                <a:ext cx="30162" cy="74613"/>
              </a:xfrm>
              <a:custGeom>
                <a:avLst/>
                <a:gdLst>
                  <a:gd name="T0" fmla="*/ 27 w 54"/>
                  <a:gd name="T1" fmla="*/ 0 h 132"/>
                  <a:gd name="T2" fmla="*/ 27 w 54"/>
                  <a:gd name="T3" fmla="*/ 0 h 132"/>
                  <a:gd name="T4" fmla="*/ 54 w 54"/>
                  <a:gd name="T5" fmla="*/ 28 h 132"/>
                  <a:gd name="T6" fmla="*/ 54 w 54"/>
                  <a:gd name="T7" fmla="*/ 104 h 132"/>
                  <a:gd name="T8" fmla="*/ 27 w 54"/>
                  <a:gd name="T9" fmla="*/ 132 h 132"/>
                  <a:gd name="T10" fmla="*/ 27 w 54"/>
                  <a:gd name="T11" fmla="*/ 132 h 132"/>
                  <a:gd name="T12" fmla="*/ 0 w 54"/>
                  <a:gd name="T13" fmla="*/ 104 h 132"/>
                  <a:gd name="T14" fmla="*/ 0 w 54"/>
                  <a:gd name="T15" fmla="*/ 28 h 132"/>
                  <a:gd name="T16" fmla="*/ 27 w 54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4" y="13"/>
                      <a:pt x="54" y="28"/>
                    </a:cubicBezTo>
                    <a:cubicBezTo>
                      <a:pt x="54" y="104"/>
                      <a:pt x="54" y="104"/>
                      <a:pt x="54" y="104"/>
                    </a:cubicBezTo>
                    <a:cubicBezTo>
                      <a:pt x="54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6" name="Freeform 192">
                <a:extLst>
                  <a:ext uri="{FF2B5EF4-FFF2-40B4-BE49-F238E27FC236}">
                    <a16:creationId xmlns:a16="http://schemas.microsoft.com/office/drawing/2014/main" id="{CD6503BD-637E-C1DB-BF1F-CAE66FF54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2925" y="3835401"/>
                <a:ext cx="31750" cy="74613"/>
              </a:xfrm>
              <a:custGeom>
                <a:avLst/>
                <a:gdLst>
                  <a:gd name="T0" fmla="*/ 28 w 56"/>
                  <a:gd name="T1" fmla="*/ 0 h 132"/>
                  <a:gd name="T2" fmla="*/ 28 w 56"/>
                  <a:gd name="T3" fmla="*/ 0 h 132"/>
                  <a:gd name="T4" fmla="*/ 56 w 56"/>
                  <a:gd name="T5" fmla="*/ 28 h 132"/>
                  <a:gd name="T6" fmla="*/ 56 w 56"/>
                  <a:gd name="T7" fmla="*/ 104 h 132"/>
                  <a:gd name="T8" fmla="*/ 28 w 56"/>
                  <a:gd name="T9" fmla="*/ 132 h 132"/>
                  <a:gd name="T10" fmla="*/ 28 w 56"/>
                  <a:gd name="T11" fmla="*/ 132 h 132"/>
                  <a:gd name="T12" fmla="*/ 0 w 56"/>
                  <a:gd name="T13" fmla="*/ 104 h 132"/>
                  <a:gd name="T14" fmla="*/ 0 w 56"/>
                  <a:gd name="T15" fmla="*/ 28 h 132"/>
                  <a:gd name="T16" fmla="*/ 28 w 56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132">
                    <a:moveTo>
                      <a:pt x="28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43" y="0"/>
                      <a:pt x="56" y="13"/>
                      <a:pt x="56" y="28"/>
                    </a:cubicBezTo>
                    <a:cubicBezTo>
                      <a:pt x="56" y="104"/>
                      <a:pt x="56" y="104"/>
                      <a:pt x="56" y="104"/>
                    </a:cubicBezTo>
                    <a:cubicBezTo>
                      <a:pt x="56" y="120"/>
                      <a:pt x="43" y="132"/>
                      <a:pt x="28" y="132"/>
                    </a:cubicBezTo>
                    <a:cubicBezTo>
                      <a:pt x="28" y="132"/>
                      <a:pt x="28" y="132"/>
                      <a:pt x="28" y="132"/>
                    </a:cubicBezTo>
                    <a:cubicBezTo>
                      <a:pt x="13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3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7" name="Freeform 193">
                <a:extLst>
                  <a:ext uri="{FF2B5EF4-FFF2-40B4-BE49-F238E27FC236}">
                    <a16:creationId xmlns:a16="http://schemas.microsoft.com/office/drawing/2014/main" id="{1DCF8475-92E4-4C28-F922-679ABBA6B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3888" y="3835401"/>
                <a:ext cx="31750" cy="74613"/>
              </a:xfrm>
              <a:custGeom>
                <a:avLst/>
                <a:gdLst>
                  <a:gd name="T0" fmla="*/ 28 w 56"/>
                  <a:gd name="T1" fmla="*/ 0 h 132"/>
                  <a:gd name="T2" fmla="*/ 28 w 56"/>
                  <a:gd name="T3" fmla="*/ 0 h 132"/>
                  <a:gd name="T4" fmla="*/ 56 w 56"/>
                  <a:gd name="T5" fmla="*/ 28 h 132"/>
                  <a:gd name="T6" fmla="*/ 56 w 56"/>
                  <a:gd name="T7" fmla="*/ 104 h 132"/>
                  <a:gd name="T8" fmla="*/ 28 w 56"/>
                  <a:gd name="T9" fmla="*/ 132 h 132"/>
                  <a:gd name="T10" fmla="*/ 28 w 56"/>
                  <a:gd name="T11" fmla="*/ 132 h 132"/>
                  <a:gd name="T12" fmla="*/ 0 w 56"/>
                  <a:gd name="T13" fmla="*/ 104 h 132"/>
                  <a:gd name="T14" fmla="*/ 0 w 56"/>
                  <a:gd name="T15" fmla="*/ 28 h 132"/>
                  <a:gd name="T16" fmla="*/ 28 w 56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132">
                    <a:moveTo>
                      <a:pt x="28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43" y="0"/>
                      <a:pt x="56" y="13"/>
                      <a:pt x="56" y="28"/>
                    </a:cubicBezTo>
                    <a:cubicBezTo>
                      <a:pt x="56" y="104"/>
                      <a:pt x="56" y="104"/>
                      <a:pt x="56" y="104"/>
                    </a:cubicBezTo>
                    <a:cubicBezTo>
                      <a:pt x="56" y="120"/>
                      <a:pt x="43" y="132"/>
                      <a:pt x="28" y="132"/>
                    </a:cubicBezTo>
                    <a:cubicBezTo>
                      <a:pt x="28" y="132"/>
                      <a:pt x="28" y="132"/>
                      <a:pt x="28" y="132"/>
                    </a:cubicBezTo>
                    <a:cubicBezTo>
                      <a:pt x="13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3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Freeform 194">
                <a:extLst>
                  <a:ext uri="{FF2B5EF4-FFF2-40B4-BE49-F238E27FC236}">
                    <a16:creationId xmlns:a16="http://schemas.microsoft.com/office/drawing/2014/main" id="{9C6E0CE7-F372-7510-F2DF-D2B7DBD45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438" y="3835401"/>
                <a:ext cx="30162" cy="74613"/>
              </a:xfrm>
              <a:custGeom>
                <a:avLst/>
                <a:gdLst>
                  <a:gd name="T0" fmla="*/ 27 w 55"/>
                  <a:gd name="T1" fmla="*/ 0 h 132"/>
                  <a:gd name="T2" fmla="*/ 27 w 55"/>
                  <a:gd name="T3" fmla="*/ 0 h 132"/>
                  <a:gd name="T4" fmla="*/ 55 w 55"/>
                  <a:gd name="T5" fmla="*/ 28 h 132"/>
                  <a:gd name="T6" fmla="*/ 55 w 55"/>
                  <a:gd name="T7" fmla="*/ 104 h 132"/>
                  <a:gd name="T8" fmla="*/ 27 w 55"/>
                  <a:gd name="T9" fmla="*/ 132 h 132"/>
                  <a:gd name="T10" fmla="*/ 27 w 55"/>
                  <a:gd name="T11" fmla="*/ 132 h 132"/>
                  <a:gd name="T12" fmla="*/ 0 w 55"/>
                  <a:gd name="T13" fmla="*/ 104 h 132"/>
                  <a:gd name="T14" fmla="*/ 0 w 55"/>
                  <a:gd name="T15" fmla="*/ 28 h 132"/>
                  <a:gd name="T16" fmla="*/ 27 w 55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5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Freeform 195">
                <a:extLst>
                  <a:ext uri="{FF2B5EF4-FFF2-40B4-BE49-F238E27FC236}">
                    <a16:creationId xmlns:a16="http://schemas.microsoft.com/office/drawing/2014/main" id="{225023E9-727C-1635-06CB-1348055DF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835401"/>
                <a:ext cx="30162" cy="74613"/>
              </a:xfrm>
              <a:custGeom>
                <a:avLst/>
                <a:gdLst>
                  <a:gd name="T0" fmla="*/ 27 w 54"/>
                  <a:gd name="T1" fmla="*/ 0 h 132"/>
                  <a:gd name="T2" fmla="*/ 27 w 54"/>
                  <a:gd name="T3" fmla="*/ 0 h 132"/>
                  <a:gd name="T4" fmla="*/ 54 w 54"/>
                  <a:gd name="T5" fmla="*/ 28 h 132"/>
                  <a:gd name="T6" fmla="*/ 54 w 54"/>
                  <a:gd name="T7" fmla="*/ 104 h 132"/>
                  <a:gd name="T8" fmla="*/ 27 w 54"/>
                  <a:gd name="T9" fmla="*/ 132 h 132"/>
                  <a:gd name="T10" fmla="*/ 27 w 54"/>
                  <a:gd name="T11" fmla="*/ 132 h 132"/>
                  <a:gd name="T12" fmla="*/ 0 w 54"/>
                  <a:gd name="T13" fmla="*/ 104 h 132"/>
                  <a:gd name="T14" fmla="*/ 0 w 54"/>
                  <a:gd name="T15" fmla="*/ 28 h 132"/>
                  <a:gd name="T16" fmla="*/ 27 w 54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4" y="13"/>
                      <a:pt x="54" y="28"/>
                    </a:cubicBezTo>
                    <a:cubicBezTo>
                      <a:pt x="54" y="104"/>
                      <a:pt x="54" y="104"/>
                      <a:pt x="54" y="104"/>
                    </a:cubicBezTo>
                    <a:cubicBezTo>
                      <a:pt x="54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Rectangle 196">
                <a:extLst>
                  <a:ext uri="{FF2B5EF4-FFF2-40B4-BE49-F238E27FC236}">
                    <a16:creationId xmlns:a16="http://schemas.microsoft.com/office/drawing/2014/main" id="{0A44C6FC-DBF8-66AF-42C5-33634C8DF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863" y="4084638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Rectangle 197">
                <a:extLst>
                  <a:ext uri="{FF2B5EF4-FFF2-40B4-BE49-F238E27FC236}">
                    <a16:creationId xmlns:a16="http://schemas.microsoft.com/office/drawing/2014/main" id="{0C27144F-0395-F0D4-FEBF-39A6548A7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863" y="419100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Rectangle 198">
                <a:extLst>
                  <a:ext uri="{FF2B5EF4-FFF2-40B4-BE49-F238E27FC236}">
                    <a16:creationId xmlns:a16="http://schemas.microsoft.com/office/drawing/2014/main" id="{75293577-EF15-6032-B95D-520C65389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1163" y="4084638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Rectangle 199">
                <a:extLst>
                  <a:ext uri="{FF2B5EF4-FFF2-40B4-BE49-F238E27FC236}">
                    <a16:creationId xmlns:a16="http://schemas.microsoft.com/office/drawing/2014/main" id="{7F1AB19C-D3B4-FD9B-C8AC-E9B493857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1163" y="419100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Rectangle 200">
                <a:extLst>
                  <a:ext uri="{FF2B5EF4-FFF2-40B4-BE49-F238E27FC236}">
                    <a16:creationId xmlns:a16="http://schemas.microsoft.com/office/drawing/2014/main" id="{D0411A65-F012-4C18-A1CF-BD5CE75BF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7050" y="4084638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Rectangle 201">
                <a:extLst>
                  <a:ext uri="{FF2B5EF4-FFF2-40B4-BE49-F238E27FC236}">
                    <a16:creationId xmlns:a16="http://schemas.microsoft.com/office/drawing/2014/main" id="{5187DD51-90E9-721E-6C07-6898106DC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7050" y="419100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Rectangle 202">
                <a:extLst>
                  <a:ext uri="{FF2B5EF4-FFF2-40B4-BE49-F238E27FC236}">
                    <a16:creationId xmlns:a16="http://schemas.microsoft.com/office/drawing/2014/main" id="{825A490A-BA8A-12BD-CC68-74BFAB1A7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1350" y="4084638"/>
                <a:ext cx="65087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Rectangle 203">
                <a:extLst>
                  <a:ext uri="{FF2B5EF4-FFF2-40B4-BE49-F238E27FC236}">
                    <a16:creationId xmlns:a16="http://schemas.microsoft.com/office/drawing/2014/main" id="{4BABB70E-9FE9-F6C6-4C52-6F6DACB20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1350" y="4191001"/>
                <a:ext cx="65087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Rectangle 204">
                <a:extLst>
                  <a:ext uri="{FF2B5EF4-FFF2-40B4-BE49-F238E27FC236}">
                    <a16:creationId xmlns:a16="http://schemas.microsoft.com/office/drawing/2014/main" id="{9A8DF9E3-98D9-64BC-F1FD-C50D9F181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7238" y="419100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Rectangle 205">
                <a:extLst>
                  <a:ext uri="{FF2B5EF4-FFF2-40B4-BE49-F238E27FC236}">
                    <a16:creationId xmlns:a16="http://schemas.microsoft.com/office/drawing/2014/main" id="{29390818-79FB-0BED-F84B-F1A847CDA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863" y="429895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Rectangle 206">
                <a:extLst>
                  <a:ext uri="{FF2B5EF4-FFF2-40B4-BE49-F238E27FC236}">
                    <a16:creationId xmlns:a16="http://schemas.microsoft.com/office/drawing/2014/main" id="{2F819A82-482E-9AD0-DFF1-3A98F7884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1163" y="429895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Rectangle 207">
                <a:extLst>
                  <a:ext uri="{FF2B5EF4-FFF2-40B4-BE49-F238E27FC236}">
                    <a16:creationId xmlns:a16="http://schemas.microsoft.com/office/drawing/2014/main" id="{2299FD3E-B03E-9823-29E8-48FC7820A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7050" y="429895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Rectangle 208">
                <a:extLst>
                  <a:ext uri="{FF2B5EF4-FFF2-40B4-BE49-F238E27FC236}">
                    <a16:creationId xmlns:a16="http://schemas.microsoft.com/office/drawing/2014/main" id="{B91517EE-3B2F-C6E9-41B1-CBB7E643B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1350" y="4298951"/>
                <a:ext cx="65087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3" name="Rectangle 209">
                <a:extLst>
                  <a:ext uri="{FF2B5EF4-FFF2-40B4-BE49-F238E27FC236}">
                    <a16:creationId xmlns:a16="http://schemas.microsoft.com/office/drawing/2014/main" id="{A8CB54DE-7390-D7A7-FE12-A3C5209FC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7238" y="4298951"/>
                <a:ext cx="63500" cy="635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Oval 210">
                <a:extLst>
                  <a:ext uri="{FF2B5EF4-FFF2-40B4-BE49-F238E27FC236}">
                    <a16:creationId xmlns:a16="http://schemas.microsoft.com/office/drawing/2014/main" id="{F17895F6-FEAF-3BC7-24EC-930908189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3425" y="4043363"/>
                <a:ext cx="123825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5" name="Freeform 211">
                <a:extLst>
                  <a:ext uri="{FF2B5EF4-FFF2-40B4-BE49-F238E27FC236}">
                    <a16:creationId xmlns:a16="http://schemas.microsoft.com/office/drawing/2014/main" id="{0B3278C2-3403-F4FB-D0FA-BBFD59A2A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0413" y="4021138"/>
                <a:ext cx="107950" cy="125413"/>
              </a:xfrm>
              <a:custGeom>
                <a:avLst/>
                <a:gdLst>
                  <a:gd name="T0" fmla="*/ 0 w 68"/>
                  <a:gd name="T1" fmla="*/ 44 h 79"/>
                  <a:gd name="T2" fmla="*/ 20 w 68"/>
                  <a:gd name="T3" fmla="*/ 79 h 79"/>
                  <a:gd name="T4" fmla="*/ 68 w 68"/>
                  <a:gd name="T5" fmla="*/ 0 h 79"/>
                  <a:gd name="T6" fmla="*/ 21 w 68"/>
                  <a:gd name="T7" fmla="*/ 54 h 79"/>
                  <a:gd name="T8" fmla="*/ 0 w 68"/>
                  <a:gd name="T9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79">
                    <a:moveTo>
                      <a:pt x="0" y="44"/>
                    </a:moveTo>
                    <a:lnTo>
                      <a:pt x="20" y="79"/>
                    </a:lnTo>
                    <a:lnTo>
                      <a:pt x="68" y="0"/>
                    </a:lnTo>
                    <a:lnTo>
                      <a:pt x="21" y="54"/>
                    </a:lnTo>
                    <a:lnTo>
                      <a:pt x="0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86" name="Freeform 212">
                <a:extLst>
                  <a:ext uri="{FF2B5EF4-FFF2-40B4-BE49-F238E27FC236}">
                    <a16:creationId xmlns:a16="http://schemas.microsoft.com/office/drawing/2014/main" id="{435E3F80-ACED-F1B3-B34A-59CB394BF7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24363" y="2617788"/>
                <a:ext cx="1698625" cy="1109663"/>
              </a:xfrm>
              <a:custGeom>
                <a:avLst/>
                <a:gdLst>
                  <a:gd name="T0" fmla="*/ 30 w 3044"/>
                  <a:gd name="T1" fmla="*/ 1246 h 1988"/>
                  <a:gd name="T2" fmla="*/ 0 w 3044"/>
                  <a:gd name="T3" fmla="*/ 925 h 1988"/>
                  <a:gd name="T4" fmla="*/ 59 w 3044"/>
                  <a:gd name="T5" fmla="*/ 691 h 1988"/>
                  <a:gd name="T6" fmla="*/ 59 w 3044"/>
                  <a:gd name="T7" fmla="*/ 285 h 1988"/>
                  <a:gd name="T8" fmla="*/ 2 w 3044"/>
                  <a:gd name="T9" fmla="*/ 269 h 1988"/>
                  <a:gd name="T10" fmla="*/ 4 w 3044"/>
                  <a:gd name="T11" fmla="*/ 252 h 1988"/>
                  <a:gd name="T12" fmla="*/ 8 w 3044"/>
                  <a:gd name="T13" fmla="*/ 235 h 1988"/>
                  <a:gd name="T14" fmla="*/ 12 w 3044"/>
                  <a:gd name="T15" fmla="*/ 219 h 1988"/>
                  <a:gd name="T16" fmla="*/ 66 w 3044"/>
                  <a:gd name="T17" fmla="*/ 242 h 1988"/>
                  <a:gd name="T18" fmla="*/ 63 w 3044"/>
                  <a:gd name="T19" fmla="*/ 255 h 1988"/>
                  <a:gd name="T20" fmla="*/ 61 w 3044"/>
                  <a:gd name="T21" fmla="*/ 269 h 1988"/>
                  <a:gd name="T22" fmla="*/ 60 w 3044"/>
                  <a:gd name="T23" fmla="*/ 283 h 1988"/>
                  <a:gd name="T24" fmla="*/ 126 w 3044"/>
                  <a:gd name="T25" fmla="*/ 56 h 1988"/>
                  <a:gd name="T26" fmla="*/ 140 w 3044"/>
                  <a:gd name="T27" fmla="*/ 47 h 1988"/>
                  <a:gd name="T28" fmla="*/ 154 w 3044"/>
                  <a:gd name="T29" fmla="*/ 39 h 1988"/>
                  <a:gd name="T30" fmla="*/ 168 w 3044"/>
                  <a:gd name="T31" fmla="*/ 31 h 1988"/>
                  <a:gd name="T32" fmla="*/ 198 w 3044"/>
                  <a:gd name="T33" fmla="*/ 81 h 1988"/>
                  <a:gd name="T34" fmla="*/ 186 w 3044"/>
                  <a:gd name="T35" fmla="*/ 87 h 1988"/>
                  <a:gd name="T36" fmla="*/ 175 w 3044"/>
                  <a:gd name="T37" fmla="*/ 94 h 1988"/>
                  <a:gd name="T38" fmla="*/ 164 w 3044"/>
                  <a:gd name="T39" fmla="*/ 101 h 1988"/>
                  <a:gd name="T40" fmla="*/ 330 w 3044"/>
                  <a:gd name="T41" fmla="*/ 29 h 1988"/>
                  <a:gd name="T42" fmla="*/ 652 w 3044"/>
                  <a:gd name="T43" fmla="*/ 0 h 1988"/>
                  <a:gd name="T44" fmla="*/ 885 w 3044"/>
                  <a:gd name="T45" fmla="*/ 58 h 1988"/>
                  <a:gd name="T46" fmla="*/ 1293 w 3044"/>
                  <a:gd name="T47" fmla="*/ 58 h 1988"/>
                  <a:gd name="T48" fmla="*/ 1527 w 3044"/>
                  <a:gd name="T49" fmla="*/ 0 h 1988"/>
                  <a:gd name="T50" fmla="*/ 1848 w 3044"/>
                  <a:gd name="T51" fmla="*/ 29 h 1988"/>
                  <a:gd name="T52" fmla="*/ 1994 w 3044"/>
                  <a:gd name="T53" fmla="*/ 58 h 1988"/>
                  <a:gd name="T54" fmla="*/ 2432 w 3044"/>
                  <a:gd name="T55" fmla="*/ 29 h 1988"/>
                  <a:gd name="T56" fmla="*/ 2742 w 3044"/>
                  <a:gd name="T57" fmla="*/ 0 h 1988"/>
                  <a:gd name="T58" fmla="*/ 2752 w 3044"/>
                  <a:gd name="T59" fmla="*/ 58 h 1988"/>
                  <a:gd name="T60" fmla="*/ 2895 w 3044"/>
                  <a:gd name="T61" fmla="*/ 113 h 1988"/>
                  <a:gd name="T62" fmla="*/ 2942 w 3044"/>
                  <a:gd name="T63" fmla="*/ 76 h 1988"/>
                  <a:gd name="T64" fmla="*/ 2954 w 3044"/>
                  <a:gd name="T65" fmla="*/ 87 h 1988"/>
                  <a:gd name="T66" fmla="*/ 2965 w 3044"/>
                  <a:gd name="T67" fmla="*/ 99 h 1988"/>
                  <a:gd name="T68" fmla="*/ 2975 w 3044"/>
                  <a:gd name="T69" fmla="*/ 111 h 1988"/>
                  <a:gd name="T70" fmla="*/ 2927 w 3044"/>
                  <a:gd name="T71" fmla="*/ 144 h 1988"/>
                  <a:gd name="T72" fmla="*/ 2919 w 3044"/>
                  <a:gd name="T73" fmla="*/ 135 h 1988"/>
                  <a:gd name="T74" fmla="*/ 2909 w 3044"/>
                  <a:gd name="T75" fmla="*/ 125 h 1988"/>
                  <a:gd name="T76" fmla="*/ 2899 w 3044"/>
                  <a:gd name="T77" fmla="*/ 116 h 1988"/>
                  <a:gd name="T78" fmla="*/ 3043 w 3044"/>
                  <a:gd name="T79" fmla="*/ 295 h 1988"/>
                  <a:gd name="T80" fmla="*/ 2985 w 3044"/>
                  <a:gd name="T81" fmla="*/ 298 h 1988"/>
                  <a:gd name="T82" fmla="*/ 2985 w 3044"/>
                  <a:gd name="T83" fmla="*/ 585 h 1988"/>
                  <a:gd name="T84" fmla="*/ 2985 w 3044"/>
                  <a:gd name="T85" fmla="*/ 994 h 1988"/>
                  <a:gd name="T86" fmla="*/ 3043 w 3044"/>
                  <a:gd name="T87" fmla="*/ 1227 h 1988"/>
                  <a:gd name="T88" fmla="*/ 3014 w 3044"/>
                  <a:gd name="T89" fmla="*/ 1548 h 1988"/>
                  <a:gd name="T90" fmla="*/ 3043 w 3044"/>
                  <a:gd name="T91" fmla="*/ 1702 h 1988"/>
                  <a:gd name="T92" fmla="*/ 3042 w 3044"/>
                  <a:gd name="T93" fmla="*/ 1719 h 1988"/>
                  <a:gd name="T94" fmla="*/ 3039 w 3044"/>
                  <a:gd name="T95" fmla="*/ 1736 h 1988"/>
                  <a:gd name="T96" fmla="*/ 3036 w 3044"/>
                  <a:gd name="T97" fmla="*/ 1753 h 1988"/>
                  <a:gd name="T98" fmla="*/ 2979 w 3044"/>
                  <a:gd name="T99" fmla="*/ 1741 h 1988"/>
                  <a:gd name="T100" fmla="*/ 2981 w 3044"/>
                  <a:gd name="T101" fmla="*/ 1728 h 1988"/>
                  <a:gd name="T102" fmla="*/ 2983 w 3044"/>
                  <a:gd name="T103" fmla="*/ 1715 h 1988"/>
                  <a:gd name="T104" fmla="*/ 2985 w 3044"/>
                  <a:gd name="T105" fmla="*/ 1701 h 1988"/>
                  <a:gd name="T106" fmla="*/ 2932 w 3044"/>
                  <a:gd name="T107" fmla="*/ 1920 h 1988"/>
                  <a:gd name="T108" fmla="*/ 2919 w 3044"/>
                  <a:gd name="T109" fmla="*/ 1930 h 1988"/>
                  <a:gd name="T110" fmla="*/ 2906 w 3044"/>
                  <a:gd name="T111" fmla="*/ 1940 h 1988"/>
                  <a:gd name="T112" fmla="*/ 2892 w 3044"/>
                  <a:gd name="T113" fmla="*/ 1948 h 1988"/>
                  <a:gd name="T114" fmla="*/ 2879 w 3044"/>
                  <a:gd name="T115" fmla="*/ 1955 h 1988"/>
                  <a:gd name="T116" fmla="*/ 2860 w 3044"/>
                  <a:gd name="T117" fmla="*/ 1899 h 1988"/>
                  <a:gd name="T118" fmla="*/ 2871 w 3044"/>
                  <a:gd name="T119" fmla="*/ 1892 h 1988"/>
                  <a:gd name="T120" fmla="*/ 2882 w 3044"/>
                  <a:gd name="T121" fmla="*/ 1885 h 1988"/>
                  <a:gd name="T122" fmla="*/ 2893 w 3044"/>
                  <a:gd name="T123" fmla="*/ 1877 h 1988"/>
                  <a:gd name="T124" fmla="*/ 2637 w 3044"/>
                  <a:gd name="T125" fmla="*/ 1930 h 1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044" h="1988">
                    <a:moveTo>
                      <a:pt x="59" y="1450"/>
                    </a:moveTo>
                    <a:cubicBezTo>
                      <a:pt x="59" y="1466"/>
                      <a:pt x="46" y="1479"/>
                      <a:pt x="30" y="1479"/>
                    </a:cubicBezTo>
                    <a:cubicBezTo>
                      <a:pt x="13" y="1479"/>
                      <a:pt x="0" y="1466"/>
                      <a:pt x="0" y="1450"/>
                    </a:cubicBezTo>
                    <a:cubicBezTo>
                      <a:pt x="0" y="1392"/>
                      <a:pt x="0" y="1392"/>
                      <a:pt x="0" y="1392"/>
                    </a:cubicBezTo>
                    <a:cubicBezTo>
                      <a:pt x="0" y="1376"/>
                      <a:pt x="13" y="1363"/>
                      <a:pt x="30" y="1363"/>
                    </a:cubicBezTo>
                    <a:cubicBezTo>
                      <a:pt x="46" y="1363"/>
                      <a:pt x="59" y="1376"/>
                      <a:pt x="59" y="1392"/>
                    </a:cubicBezTo>
                    <a:lnTo>
                      <a:pt x="59" y="1450"/>
                    </a:lnTo>
                    <a:close/>
                    <a:moveTo>
                      <a:pt x="59" y="1217"/>
                    </a:moveTo>
                    <a:cubicBezTo>
                      <a:pt x="59" y="1233"/>
                      <a:pt x="46" y="1246"/>
                      <a:pt x="30" y="1246"/>
                    </a:cubicBezTo>
                    <a:cubicBezTo>
                      <a:pt x="13" y="1246"/>
                      <a:pt x="0" y="1233"/>
                      <a:pt x="0" y="1217"/>
                    </a:cubicBezTo>
                    <a:cubicBezTo>
                      <a:pt x="0" y="1158"/>
                      <a:pt x="0" y="1158"/>
                      <a:pt x="0" y="1158"/>
                    </a:cubicBezTo>
                    <a:cubicBezTo>
                      <a:pt x="0" y="1142"/>
                      <a:pt x="13" y="1129"/>
                      <a:pt x="30" y="1129"/>
                    </a:cubicBezTo>
                    <a:cubicBezTo>
                      <a:pt x="46" y="1129"/>
                      <a:pt x="59" y="1142"/>
                      <a:pt x="59" y="1158"/>
                    </a:cubicBezTo>
                    <a:lnTo>
                      <a:pt x="59" y="1217"/>
                    </a:lnTo>
                    <a:close/>
                    <a:moveTo>
                      <a:pt x="59" y="983"/>
                    </a:moveTo>
                    <a:cubicBezTo>
                      <a:pt x="59" y="999"/>
                      <a:pt x="46" y="1013"/>
                      <a:pt x="30" y="1013"/>
                    </a:cubicBezTo>
                    <a:cubicBezTo>
                      <a:pt x="13" y="1013"/>
                      <a:pt x="0" y="999"/>
                      <a:pt x="0" y="983"/>
                    </a:cubicBezTo>
                    <a:cubicBezTo>
                      <a:pt x="0" y="925"/>
                      <a:pt x="0" y="925"/>
                      <a:pt x="0" y="925"/>
                    </a:cubicBezTo>
                    <a:cubicBezTo>
                      <a:pt x="0" y="909"/>
                      <a:pt x="13" y="896"/>
                      <a:pt x="30" y="896"/>
                    </a:cubicBezTo>
                    <a:cubicBezTo>
                      <a:pt x="46" y="896"/>
                      <a:pt x="59" y="909"/>
                      <a:pt x="59" y="925"/>
                    </a:cubicBezTo>
                    <a:lnTo>
                      <a:pt x="59" y="983"/>
                    </a:lnTo>
                    <a:close/>
                    <a:moveTo>
                      <a:pt x="59" y="750"/>
                    </a:moveTo>
                    <a:cubicBezTo>
                      <a:pt x="59" y="766"/>
                      <a:pt x="46" y="779"/>
                      <a:pt x="30" y="779"/>
                    </a:cubicBezTo>
                    <a:cubicBezTo>
                      <a:pt x="13" y="779"/>
                      <a:pt x="0" y="766"/>
                      <a:pt x="0" y="750"/>
                    </a:cubicBezTo>
                    <a:cubicBezTo>
                      <a:pt x="0" y="691"/>
                      <a:pt x="0" y="691"/>
                      <a:pt x="0" y="691"/>
                    </a:cubicBezTo>
                    <a:cubicBezTo>
                      <a:pt x="0" y="675"/>
                      <a:pt x="13" y="662"/>
                      <a:pt x="30" y="662"/>
                    </a:cubicBezTo>
                    <a:cubicBezTo>
                      <a:pt x="46" y="662"/>
                      <a:pt x="59" y="675"/>
                      <a:pt x="59" y="691"/>
                    </a:cubicBezTo>
                    <a:lnTo>
                      <a:pt x="59" y="750"/>
                    </a:lnTo>
                    <a:close/>
                    <a:moveTo>
                      <a:pt x="59" y="516"/>
                    </a:moveTo>
                    <a:cubicBezTo>
                      <a:pt x="59" y="532"/>
                      <a:pt x="46" y="545"/>
                      <a:pt x="30" y="545"/>
                    </a:cubicBezTo>
                    <a:cubicBezTo>
                      <a:pt x="13" y="545"/>
                      <a:pt x="0" y="532"/>
                      <a:pt x="0" y="516"/>
                    </a:cubicBezTo>
                    <a:cubicBezTo>
                      <a:pt x="0" y="458"/>
                      <a:pt x="0" y="458"/>
                      <a:pt x="0" y="458"/>
                    </a:cubicBezTo>
                    <a:cubicBezTo>
                      <a:pt x="0" y="442"/>
                      <a:pt x="13" y="429"/>
                      <a:pt x="30" y="429"/>
                    </a:cubicBezTo>
                    <a:cubicBezTo>
                      <a:pt x="46" y="429"/>
                      <a:pt x="59" y="442"/>
                      <a:pt x="59" y="458"/>
                    </a:cubicBezTo>
                    <a:lnTo>
                      <a:pt x="59" y="516"/>
                    </a:lnTo>
                    <a:close/>
                    <a:moveTo>
                      <a:pt x="59" y="285"/>
                    </a:moveTo>
                    <a:cubicBezTo>
                      <a:pt x="58" y="301"/>
                      <a:pt x="44" y="313"/>
                      <a:pt x="28" y="312"/>
                    </a:cubicBezTo>
                    <a:cubicBezTo>
                      <a:pt x="12" y="311"/>
                      <a:pt x="0" y="297"/>
                      <a:pt x="1" y="281"/>
                    </a:cubicBezTo>
                    <a:cubicBezTo>
                      <a:pt x="1" y="280"/>
                      <a:pt x="1" y="280"/>
                      <a:pt x="1" y="280"/>
                    </a:cubicBezTo>
                    <a:cubicBezTo>
                      <a:pt x="1" y="278"/>
                      <a:pt x="1" y="278"/>
                      <a:pt x="1" y="278"/>
                    </a:cubicBezTo>
                    <a:cubicBezTo>
                      <a:pt x="1" y="276"/>
                      <a:pt x="1" y="276"/>
                      <a:pt x="1" y="276"/>
                    </a:cubicBezTo>
                    <a:cubicBezTo>
                      <a:pt x="2" y="274"/>
                      <a:pt x="2" y="274"/>
                      <a:pt x="2" y="274"/>
                    </a:cubicBezTo>
                    <a:cubicBezTo>
                      <a:pt x="2" y="273"/>
                      <a:pt x="2" y="273"/>
                      <a:pt x="2" y="273"/>
                    </a:cubicBezTo>
                    <a:cubicBezTo>
                      <a:pt x="2" y="270"/>
                      <a:pt x="2" y="270"/>
                      <a:pt x="2" y="270"/>
                    </a:cubicBezTo>
                    <a:cubicBezTo>
                      <a:pt x="2" y="269"/>
                      <a:pt x="2" y="269"/>
                      <a:pt x="2" y="269"/>
                    </a:cubicBezTo>
                    <a:cubicBezTo>
                      <a:pt x="2" y="267"/>
                      <a:pt x="2" y="267"/>
                      <a:pt x="2" y="267"/>
                    </a:cubicBezTo>
                    <a:cubicBezTo>
                      <a:pt x="2" y="265"/>
                      <a:pt x="2" y="265"/>
                      <a:pt x="2" y="265"/>
                    </a:cubicBezTo>
                    <a:cubicBezTo>
                      <a:pt x="3" y="263"/>
                      <a:pt x="3" y="263"/>
                      <a:pt x="3" y="263"/>
                    </a:cubicBezTo>
                    <a:cubicBezTo>
                      <a:pt x="3" y="261"/>
                      <a:pt x="3" y="261"/>
                      <a:pt x="3" y="261"/>
                    </a:cubicBezTo>
                    <a:cubicBezTo>
                      <a:pt x="3" y="259"/>
                      <a:pt x="3" y="259"/>
                      <a:pt x="3" y="259"/>
                    </a:cubicBezTo>
                    <a:cubicBezTo>
                      <a:pt x="4" y="257"/>
                      <a:pt x="4" y="257"/>
                      <a:pt x="4" y="257"/>
                    </a:cubicBezTo>
                    <a:cubicBezTo>
                      <a:pt x="4" y="255"/>
                      <a:pt x="4" y="255"/>
                      <a:pt x="4" y="255"/>
                    </a:cubicBezTo>
                    <a:cubicBezTo>
                      <a:pt x="4" y="254"/>
                      <a:pt x="4" y="254"/>
                      <a:pt x="4" y="254"/>
                    </a:cubicBezTo>
                    <a:cubicBezTo>
                      <a:pt x="4" y="252"/>
                      <a:pt x="4" y="252"/>
                      <a:pt x="4" y="252"/>
                    </a:cubicBezTo>
                    <a:cubicBezTo>
                      <a:pt x="5" y="250"/>
                      <a:pt x="5" y="250"/>
                      <a:pt x="5" y="250"/>
                    </a:cubicBezTo>
                    <a:cubicBezTo>
                      <a:pt x="5" y="248"/>
                      <a:pt x="5" y="248"/>
                      <a:pt x="5" y="248"/>
                    </a:cubicBezTo>
                    <a:cubicBezTo>
                      <a:pt x="5" y="246"/>
                      <a:pt x="5" y="246"/>
                      <a:pt x="5" y="246"/>
                    </a:cubicBezTo>
                    <a:cubicBezTo>
                      <a:pt x="6" y="244"/>
                      <a:pt x="6" y="244"/>
                      <a:pt x="6" y="244"/>
                    </a:cubicBezTo>
                    <a:cubicBezTo>
                      <a:pt x="6" y="242"/>
                      <a:pt x="6" y="242"/>
                      <a:pt x="6" y="242"/>
                    </a:cubicBezTo>
                    <a:cubicBezTo>
                      <a:pt x="6" y="240"/>
                      <a:pt x="6" y="240"/>
                      <a:pt x="6" y="240"/>
                    </a:cubicBezTo>
                    <a:cubicBezTo>
                      <a:pt x="7" y="239"/>
                      <a:pt x="7" y="239"/>
                      <a:pt x="7" y="239"/>
                    </a:cubicBezTo>
                    <a:cubicBezTo>
                      <a:pt x="7" y="237"/>
                      <a:pt x="7" y="237"/>
                      <a:pt x="7" y="237"/>
                    </a:cubicBezTo>
                    <a:cubicBezTo>
                      <a:pt x="8" y="235"/>
                      <a:pt x="8" y="235"/>
                      <a:pt x="8" y="235"/>
                    </a:cubicBezTo>
                    <a:cubicBezTo>
                      <a:pt x="8" y="233"/>
                      <a:pt x="8" y="233"/>
                      <a:pt x="8" y="233"/>
                    </a:cubicBezTo>
                    <a:cubicBezTo>
                      <a:pt x="9" y="231"/>
                      <a:pt x="9" y="231"/>
                      <a:pt x="9" y="231"/>
                    </a:cubicBezTo>
                    <a:cubicBezTo>
                      <a:pt x="9" y="230"/>
                      <a:pt x="9" y="230"/>
                      <a:pt x="9" y="230"/>
                    </a:cubicBezTo>
                    <a:cubicBezTo>
                      <a:pt x="9" y="228"/>
                      <a:pt x="9" y="228"/>
                      <a:pt x="9" y="228"/>
                    </a:cubicBezTo>
                    <a:cubicBezTo>
                      <a:pt x="10" y="226"/>
                      <a:pt x="10" y="226"/>
                      <a:pt x="10" y="226"/>
                    </a:cubicBezTo>
                    <a:cubicBezTo>
                      <a:pt x="10" y="224"/>
                      <a:pt x="10" y="224"/>
                      <a:pt x="10" y="224"/>
                    </a:cubicBezTo>
                    <a:cubicBezTo>
                      <a:pt x="11" y="222"/>
                      <a:pt x="11" y="222"/>
                      <a:pt x="11" y="222"/>
                    </a:cubicBezTo>
                    <a:cubicBezTo>
                      <a:pt x="11" y="221"/>
                      <a:pt x="11" y="221"/>
                      <a:pt x="11" y="221"/>
                    </a:cubicBezTo>
                    <a:cubicBezTo>
                      <a:pt x="12" y="219"/>
                      <a:pt x="12" y="219"/>
                      <a:pt x="12" y="219"/>
                    </a:cubicBezTo>
                    <a:cubicBezTo>
                      <a:pt x="12" y="217"/>
                      <a:pt x="12" y="217"/>
                      <a:pt x="12" y="217"/>
                    </a:cubicBezTo>
                    <a:cubicBezTo>
                      <a:pt x="17" y="202"/>
                      <a:pt x="33" y="193"/>
                      <a:pt x="49" y="198"/>
                    </a:cubicBezTo>
                    <a:cubicBezTo>
                      <a:pt x="64" y="202"/>
                      <a:pt x="73" y="218"/>
                      <a:pt x="68" y="234"/>
                    </a:cubicBezTo>
                    <a:cubicBezTo>
                      <a:pt x="68" y="235"/>
                      <a:pt x="68" y="235"/>
                      <a:pt x="68" y="235"/>
                    </a:cubicBezTo>
                    <a:cubicBezTo>
                      <a:pt x="68" y="236"/>
                      <a:pt x="68" y="236"/>
                      <a:pt x="68" y="236"/>
                    </a:cubicBezTo>
                    <a:cubicBezTo>
                      <a:pt x="67" y="238"/>
                      <a:pt x="67" y="238"/>
                      <a:pt x="67" y="238"/>
                    </a:cubicBezTo>
                    <a:cubicBezTo>
                      <a:pt x="67" y="239"/>
                      <a:pt x="67" y="239"/>
                      <a:pt x="67" y="239"/>
                    </a:cubicBezTo>
                    <a:cubicBezTo>
                      <a:pt x="66" y="241"/>
                      <a:pt x="66" y="241"/>
                      <a:pt x="66" y="241"/>
                    </a:cubicBezTo>
                    <a:cubicBezTo>
                      <a:pt x="66" y="242"/>
                      <a:pt x="66" y="242"/>
                      <a:pt x="66" y="242"/>
                    </a:cubicBezTo>
                    <a:cubicBezTo>
                      <a:pt x="66" y="244"/>
                      <a:pt x="66" y="244"/>
                      <a:pt x="66" y="244"/>
                    </a:cubicBezTo>
                    <a:cubicBezTo>
                      <a:pt x="65" y="245"/>
                      <a:pt x="65" y="245"/>
                      <a:pt x="65" y="245"/>
                    </a:cubicBezTo>
                    <a:cubicBezTo>
                      <a:pt x="65" y="246"/>
                      <a:pt x="65" y="246"/>
                      <a:pt x="65" y="246"/>
                    </a:cubicBezTo>
                    <a:cubicBezTo>
                      <a:pt x="65" y="248"/>
                      <a:pt x="65" y="248"/>
                      <a:pt x="65" y="248"/>
                    </a:cubicBezTo>
                    <a:cubicBezTo>
                      <a:pt x="64" y="249"/>
                      <a:pt x="64" y="249"/>
                      <a:pt x="64" y="249"/>
                    </a:cubicBezTo>
                    <a:cubicBezTo>
                      <a:pt x="64" y="251"/>
                      <a:pt x="64" y="251"/>
                      <a:pt x="64" y="251"/>
                    </a:cubicBezTo>
                    <a:cubicBezTo>
                      <a:pt x="64" y="253"/>
                      <a:pt x="64" y="253"/>
                      <a:pt x="64" y="253"/>
                    </a:cubicBezTo>
                    <a:cubicBezTo>
                      <a:pt x="63" y="254"/>
                      <a:pt x="63" y="254"/>
                      <a:pt x="63" y="254"/>
                    </a:cubicBezTo>
                    <a:cubicBezTo>
                      <a:pt x="63" y="255"/>
                      <a:pt x="63" y="255"/>
                      <a:pt x="63" y="255"/>
                    </a:cubicBezTo>
                    <a:cubicBezTo>
                      <a:pt x="63" y="257"/>
                      <a:pt x="63" y="257"/>
                      <a:pt x="63" y="257"/>
                    </a:cubicBezTo>
                    <a:cubicBezTo>
                      <a:pt x="62" y="258"/>
                      <a:pt x="62" y="258"/>
                      <a:pt x="62" y="258"/>
                    </a:cubicBezTo>
                    <a:cubicBezTo>
                      <a:pt x="62" y="260"/>
                      <a:pt x="62" y="260"/>
                      <a:pt x="62" y="260"/>
                    </a:cubicBezTo>
                    <a:cubicBezTo>
                      <a:pt x="62" y="261"/>
                      <a:pt x="62" y="261"/>
                      <a:pt x="62" y="261"/>
                    </a:cubicBezTo>
                    <a:cubicBezTo>
                      <a:pt x="62" y="263"/>
                      <a:pt x="62" y="263"/>
                      <a:pt x="62" y="263"/>
                    </a:cubicBezTo>
                    <a:cubicBezTo>
                      <a:pt x="61" y="264"/>
                      <a:pt x="61" y="264"/>
                      <a:pt x="61" y="264"/>
                    </a:cubicBezTo>
                    <a:cubicBezTo>
                      <a:pt x="61" y="266"/>
                      <a:pt x="61" y="266"/>
                      <a:pt x="61" y="266"/>
                    </a:cubicBezTo>
                    <a:cubicBezTo>
                      <a:pt x="61" y="267"/>
                      <a:pt x="61" y="267"/>
                      <a:pt x="61" y="267"/>
                    </a:cubicBezTo>
                    <a:cubicBezTo>
                      <a:pt x="61" y="269"/>
                      <a:pt x="61" y="269"/>
                      <a:pt x="61" y="269"/>
                    </a:cubicBezTo>
                    <a:cubicBezTo>
                      <a:pt x="61" y="270"/>
                      <a:pt x="61" y="270"/>
                      <a:pt x="61" y="270"/>
                    </a:cubicBezTo>
                    <a:cubicBezTo>
                      <a:pt x="61" y="272"/>
                      <a:pt x="61" y="272"/>
                      <a:pt x="61" y="272"/>
                    </a:cubicBezTo>
                    <a:cubicBezTo>
                      <a:pt x="60" y="273"/>
                      <a:pt x="60" y="273"/>
                      <a:pt x="60" y="273"/>
                    </a:cubicBezTo>
                    <a:cubicBezTo>
                      <a:pt x="60" y="275"/>
                      <a:pt x="60" y="275"/>
                      <a:pt x="60" y="275"/>
                    </a:cubicBezTo>
                    <a:cubicBezTo>
                      <a:pt x="60" y="277"/>
                      <a:pt x="60" y="277"/>
                      <a:pt x="60" y="277"/>
                    </a:cubicBezTo>
                    <a:cubicBezTo>
                      <a:pt x="60" y="278"/>
                      <a:pt x="60" y="278"/>
                      <a:pt x="60" y="278"/>
                    </a:cubicBezTo>
                    <a:cubicBezTo>
                      <a:pt x="60" y="279"/>
                      <a:pt x="60" y="279"/>
                      <a:pt x="60" y="279"/>
                    </a:cubicBezTo>
                    <a:cubicBezTo>
                      <a:pt x="60" y="281"/>
                      <a:pt x="60" y="281"/>
                      <a:pt x="60" y="281"/>
                    </a:cubicBezTo>
                    <a:cubicBezTo>
                      <a:pt x="60" y="283"/>
                      <a:pt x="60" y="283"/>
                      <a:pt x="60" y="283"/>
                    </a:cubicBezTo>
                    <a:cubicBezTo>
                      <a:pt x="59" y="284"/>
                      <a:pt x="59" y="284"/>
                      <a:pt x="59" y="284"/>
                    </a:cubicBezTo>
                    <a:lnTo>
                      <a:pt x="59" y="285"/>
                    </a:lnTo>
                    <a:close/>
                    <a:moveTo>
                      <a:pt x="156" y="107"/>
                    </a:moveTo>
                    <a:cubicBezTo>
                      <a:pt x="143" y="117"/>
                      <a:pt x="125" y="114"/>
                      <a:pt x="115" y="102"/>
                    </a:cubicBezTo>
                    <a:cubicBezTo>
                      <a:pt x="105" y="88"/>
                      <a:pt x="108" y="70"/>
                      <a:pt x="121" y="6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123" y="59"/>
                      <a:pt x="123" y="59"/>
                      <a:pt x="123" y="59"/>
                    </a:cubicBezTo>
                    <a:cubicBezTo>
                      <a:pt x="125" y="57"/>
                      <a:pt x="125" y="57"/>
                      <a:pt x="125" y="57"/>
                    </a:cubicBezTo>
                    <a:cubicBezTo>
                      <a:pt x="126" y="56"/>
                      <a:pt x="126" y="56"/>
                      <a:pt x="126" y="56"/>
                    </a:cubicBezTo>
                    <a:cubicBezTo>
                      <a:pt x="128" y="55"/>
                      <a:pt x="128" y="55"/>
                      <a:pt x="128" y="55"/>
                    </a:cubicBezTo>
                    <a:cubicBezTo>
                      <a:pt x="129" y="55"/>
                      <a:pt x="129" y="55"/>
                      <a:pt x="129" y="55"/>
                    </a:cubicBezTo>
                    <a:cubicBezTo>
                      <a:pt x="131" y="53"/>
                      <a:pt x="131" y="53"/>
                      <a:pt x="131" y="53"/>
                    </a:cubicBezTo>
                    <a:cubicBezTo>
                      <a:pt x="132" y="52"/>
                      <a:pt x="132" y="52"/>
                      <a:pt x="132" y="52"/>
                    </a:cubicBezTo>
                    <a:cubicBezTo>
                      <a:pt x="133" y="51"/>
                      <a:pt x="133" y="51"/>
                      <a:pt x="133" y="51"/>
                    </a:cubicBezTo>
                    <a:cubicBezTo>
                      <a:pt x="135" y="50"/>
                      <a:pt x="135" y="50"/>
                      <a:pt x="135" y="50"/>
                    </a:cubicBezTo>
                    <a:cubicBezTo>
                      <a:pt x="137" y="49"/>
                      <a:pt x="137" y="49"/>
                      <a:pt x="137" y="49"/>
                    </a:cubicBezTo>
                    <a:cubicBezTo>
                      <a:pt x="138" y="48"/>
                      <a:pt x="138" y="48"/>
                      <a:pt x="138" y="48"/>
                    </a:cubicBezTo>
                    <a:cubicBezTo>
                      <a:pt x="140" y="47"/>
                      <a:pt x="140" y="47"/>
                      <a:pt x="140" y="47"/>
                    </a:cubicBezTo>
                    <a:cubicBezTo>
                      <a:pt x="141" y="46"/>
                      <a:pt x="141" y="46"/>
                      <a:pt x="141" y="46"/>
                    </a:cubicBezTo>
                    <a:cubicBezTo>
                      <a:pt x="143" y="45"/>
                      <a:pt x="143" y="45"/>
                      <a:pt x="143" y="45"/>
                    </a:cubicBezTo>
                    <a:cubicBezTo>
                      <a:pt x="144" y="44"/>
                      <a:pt x="144" y="44"/>
                      <a:pt x="144" y="44"/>
                    </a:cubicBezTo>
                    <a:cubicBezTo>
                      <a:pt x="146" y="43"/>
                      <a:pt x="146" y="43"/>
                      <a:pt x="146" y="43"/>
                    </a:cubicBezTo>
                    <a:cubicBezTo>
                      <a:pt x="147" y="43"/>
                      <a:pt x="147" y="43"/>
                      <a:pt x="147" y="43"/>
                    </a:cubicBezTo>
                    <a:cubicBezTo>
                      <a:pt x="149" y="41"/>
                      <a:pt x="149" y="41"/>
                      <a:pt x="149" y="41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52" y="40"/>
                      <a:pt x="152" y="40"/>
                      <a:pt x="152" y="40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55" y="38"/>
                      <a:pt x="155" y="38"/>
                      <a:pt x="155" y="38"/>
                    </a:cubicBezTo>
                    <a:cubicBezTo>
                      <a:pt x="157" y="37"/>
                      <a:pt x="157" y="37"/>
                      <a:pt x="157" y="37"/>
                    </a:cubicBezTo>
                    <a:cubicBezTo>
                      <a:pt x="159" y="36"/>
                      <a:pt x="159" y="36"/>
                      <a:pt x="159" y="36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5"/>
                      <a:pt x="162" y="35"/>
                      <a:pt x="162" y="35"/>
                    </a:cubicBezTo>
                    <a:cubicBezTo>
                      <a:pt x="163" y="34"/>
                      <a:pt x="163" y="34"/>
                      <a:pt x="163" y="34"/>
                    </a:cubicBezTo>
                    <a:cubicBezTo>
                      <a:pt x="165" y="33"/>
                      <a:pt x="165" y="33"/>
                      <a:pt x="165" y="33"/>
                    </a:cubicBezTo>
                    <a:cubicBezTo>
                      <a:pt x="167" y="32"/>
                      <a:pt x="167" y="32"/>
                      <a:pt x="167" y="32"/>
                    </a:cubicBezTo>
                    <a:cubicBezTo>
                      <a:pt x="168" y="31"/>
                      <a:pt x="168" y="31"/>
                      <a:pt x="168" y="31"/>
                    </a:cubicBezTo>
                    <a:cubicBezTo>
                      <a:pt x="170" y="30"/>
                      <a:pt x="170" y="30"/>
                      <a:pt x="170" y="30"/>
                    </a:cubicBezTo>
                    <a:cubicBezTo>
                      <a:pt x="171" y="29"/>
                      <a:pt x="171" y="29"/>
                      <a:pt x="171" y="29"/>
                    </a:cubicBezTo>
                    <a:cubicBezTo>
                      <a:pt x="173" y="29"/>
                      <a:pt x="173" y="29"/>
                      <a:pt x="173" y="29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6" y="27"/>
                      <a:pt x="176" y="27"/>
                      <a:pt x="176" y="27"/>
                    </a:cubicBezTo>
                    <a:cubicBezTo>
                      <a:pt x="191" y="21"/>
                      <a:pt x="208" y="27"/>
                      <a:pt x="215" y="42"/>
                    </a:cubicBezTo>
                    <a:cubicBezTo>
                      <a:pt x="221" y="56"/>
                      <a:pt x="215" y="73"/>
                      <a:pt x="200" y="80"/>
                    </a:cubicBezTo>
                    <a:cubicBezTo>
                      <a:pt x="200" y="81"/>
                      <a:pt x="200" y="81"/>
                      <a:pt x="200" y="81"/>
                    </a:cubicBezTo>
                    <a:cubicBezTo>
                      <a:pt x="198" y="81"/>
                      <a:pt x="198" y="81"/>
                      <a:pt x="198" y="81"/>
                    </a:cubicBezTo>
                    <a:cubicBezTo>
                      <a:pt x="197" y="82"/>
                      <a:pt x="197" y="82"/>
                      <a:pt x="197" y="82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4" y="83"/>
                      <a:pt x="194" y="83"/>
                      <a:pt x="194" y="83"/>
                    </a:cubicBezTo>
                    <a:cubicBezTo>
                      <a:pt x="193" y="84"/>
                      <a:pt x="193" y="84"/>
                      <a:pt x="193" y="84"/>
                    </a:cubicBezTo>
                    <a:cubicBezTo>
                      <a:pt x="192" y="85"/>
                      <a:pt x="192" y="85"/>
                      <a:pt x="192" y="85"/>
                    </a:cubicBezTo>
                    <a:cubicBezTo>
                      <a:pt x="190" y="85"/>
                      <a:pt x="190" y="85"/>
                      <a:pt x="190" y="85"/>
                    </a:cubicBezTo>
                    <a:cubicBezTo>
                      <a:pt x="189" y="86"/>
                      <a:pt x="189" y="86"/>
                      <a:pt x="189" y="86"/>
                    </a:cubicBezTo>
                    <a:cubicBezTo>
                      <a:pt x="188" y="87"/>
                      <a:pt x="188" y="87"/>
                      <a:pt x="188" y="87"/>
                    </a:cubicBezTo>
                    <a:cubicBezTo>
                      <a:pt x="186" y="87"/>
                      <a:pt x="186" y="87"/>
                      <a:pt x="186" y="87"/>
                    </a:cubicBezTo>
                    <a:cubicBezTo>
                      <a:pt x="185" y="88"/>
                      <a:pt x="185" y="88"/>
                      <a:pt x="185" y="88"/>
                    </a:cubicBezTo>
                    <a:cubicBezTo>
                      <a:pt x="184" y="89"/>
                      <a:pt x="184" y="89"/>
                      <a:pt x="184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81" y="90"/>
                      <a:pt x="181" y="90"/>
                      <a:pt x="181" y="90"/>
                    </a:cubicBezTo>
                    <a:cubicBezTo>
                      <a:pt x="180" y="91"/>
                      <a:pt x="180" y="91"/>
                      <a:pt x="180" y="91"/>
                    </a:cubicBezTo>
                    <a:cubicBezTo>
                      <a:pt x="179" y="92"/>
                      <a:pt x="179" y="92"/>
                      <a:pt x="179" y="92"/>
                    </a:cubicBezTo>
                    <a:cubicBezTo>
                      <a:pt x="177" y="92"/>
                      <a:pt x="177" y="92"/>
                      <a:pt x="177" y="92"/>
                    </a:cubicBezTo>
                    <a:cubicBezTo>
                      <a:pt x="176" y="93"/>
                      <a:pt x="176" y="93"/>
                      <a:pt x="176" y="93"/>
                    </a:cubicBezTo>
                    <a:cubicBezTo>
                      <a:pt x="175" y="94"/>
                      <a:pt x="175" y="94"/>
                      <a:pt x="175" y="94"/>
                    </a:cubicBezTo>
                    <a:cubicBezTo>
                      <a:pt x="174" y="95"/>
                      <a:pt x="174" y="95"/>
                      <a:pt x="174" y="95"/>
                    </a:cubicBezTo>
                    <a:cubicBezTo>
                      <a:pt x="172" y="96"/>
                      <a:pt x="172" y="96"/>
                      <a:pt x="172" y="96"/>
                    </a:cubicBezTo>
                    <a:cubicBezTo>
                      <a:pt x="171" y="96"/>
                      <a:pt x="171" y="96"/>
                      <a:pt x="171" y="96"/>
                    </a:cubicBezTo>
                    <a:cubicBezTo>
                      <a:pt x="170" y="97"/>
                      <a:pt x="170" y="97"/>
                      <a:pt x="170" y="97"/>
                    </a:cubicBezTo>
                    <a:cubicBezTo>
                      <a:pt x="169" y="98"/>
                      <a:pt x="169" y="98"/>
                      <a:pt x="169" y="98"/>
                    </a:cubicBezTo>
                    <a:cubicBezTo>
                      <a:pt x="168" y="99"/>
                      <a:pt x="168" y="99"/>
                      <a:pt x="168" y="99"/>
                    </a:cubicBezTo>
                    <a:cubicBezTo>
                      <a:pt x="166" y="100"/>
                      <a:pt x="166" y="100"/>
                      <a:pt x="166" y="100"/>
                    </a:cubicBezTo>
                    <a:cubicBezTo>
                      <a:pt x="165" y="100"/>
                      <a:pt x="165" y="100"/>
                      <a:pt x="165" y="100"/>
                    </a:cubicBezTo>
                    <a:cubicBezTo>
                      <a:pt x="164" y="101"/>
                      <a:pt x="164" y="101"/>
                      <a:pt x="164" y="101"/>
                    </a:cubicBezTo>
                    <a:cubicBezTo>
                      <a:pt x="163" y="102"/>
                      <a:pt x="163" y="102"/>
                      <a:pt x="163" y="102"/>
                    </a:cubicBezTo>
                    <a:cubicBezTo>
                      <a:pt x="161" y="103"/>
                      <a:pt x="161" y="103"/>
                      <a:pt x="161" y="103"/>
                    </a:cubicBezTo>
                    <a:cubicBezTo>
                      <a:pt x="160" y="104"/>
                      <a:pt x="160" y="104"/>
                      <a:pt x="160" y="104"/>
                    </a:cubicBezTo>
                    <a:cubicBezTo>
                      <a:pt x="159" y="105"/>
                      <a:pt x="159" y="105"/>
                      <a:pt x="159" y="105"/>
                    </a:cubicBezTo>
                    <a:cubicBezTo>
                      <a:pt x="158" y="106"/>
                      <a:pt x="158" y="106"/>
                      <a:pt x="158" y="106"/>
                    </a:cubicBezTo>
                    <a:cubicBezTo>
                      <a:pt x="157" y="107"/>
                      <a:pt x="157" y="107"/>
                      <a:pt x="157" y="107"/>
                    </a:cubicBezTo>
                    <a:lnTo>
                      <a:pt x="156" y="107"/>
                    </a:lnTo>
                    <a:close/>
                    <a:moveTo>
                      <a:pt x="360" y="58"/>
                    </a:moveTo>
                    <a:cubicBezTo>
                      <a:pt x="343" y="58"/>
                      <a:pt x="330" y="45"/>
                      <a:pt x="330" y="29"/>
                    </a:cubicBezTo>
                    <a:cubicBezTo>
                      <a:pt x="330" y="13"/>
                      <a:pt x="343" y="0"/>
                      <a:pt x="360" y="0"/>
                    </a:cubicBezTo>
                    <a:cubicBezTo>
                      <a:pt x="418" y="0"/>
                      <a:pt x="418" y="0"/>
                      <a:pt x="418" y="0"/>
                    </a:cubicBezTo>
                    <a:cubicBezTo>
                      <a:pt x="434" y="0"/>
                      <a:pt x="447" y="13"/>
                      <a:pt x="447" y="29"/>
                    </a:cubicBezTo>
                    <a:cubicBezTo>
                      <a:pt x="447" y="45"/>
                      <a:pt x="434" y="58"/>
                      <a:pt x="418" y="58"/>
                    </a:cubicBezTo>
                    <a:lnTo>
                      <a:pt x="360" y="58"/>
                    </a:lnTo>
                    <a:close/>
                    <a:moveTo>
                      <a:pt x="593" y="58"/>
                    </a:moveTo>
                    <a:cubicBezTo>
                      <a:pt x="577" y="58"/>
                      <a:pt x="564" y="45"/>
                      <a:pt x="564" y="29"/>
                    </a:cubicBezTo>
                    <a:cubicBezTo>
                      <a:pt x="564" y="13"/>
                      <a:pt x="577" y="0"/>
                      <a:pt x="593" y="0"/>
                    </a:cubicBezTo>
                    <a:cubicBezTo>
                      <a:pt x="652" y="0"/>
                      <a:pt x="652" y="0"/>
                      <a:pt x="652" y="0"/>
                    </a:cubicBezTo>
                    <a:cubicBezTo>
                      <a:pt x="668" y="0"/>
                      <a:pt x="681" y="13"/>
                      <a:pt x="681" y="29"/>
                    </a:cubicBezTo>
                    <a:cubicBezTo>
                      <a:pt x="681" y="45"/>
                      <a:pt x="668" y="58"/>
                      <a:pt x="652" y="58"/>
                    </a:cubicBezTo>
                    <a:lnTo>
                      <a:pt x="593" y="58"/>
                    </a:lnTo>
                    <a:close/>
                    <a:moveTo>
                      <a:pt x="827" y="58"/>
                    </a:moveTo>
                    <a:cubicBezTo>
                      <a:pt x="811" y="58"/>
                      <a:pt x="797" y="45"/>
                      <a:pt x="797" y="29"/>
                    </a:cubicBezTo>
                    <a:cubicBezTo>
                      <a:pt x="797" y="13"/>
                      <a:pt x="811" y="0"/>
                      <a:pt x="827" y="0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901" y="0"/>
                      <a:pt x="914" y="13"/>
                      <a:pt x="914" y="29"/>
                    </a:cubicBezTo>
                    <a:cubicBezTo>
                      <a:pt x="914" y="45"/>
                      <a:pt x="901" y="58"/>
                      <a:pt x="885" y="58"/>
                    </a:cubicBezTo>
                    <a:lnTo>
                      <a:pt x="827" y="58"/>
                    </a:lnTo>
                    <a:close/>
                    <a:moveTo>
                      <a:pt x="1060" y="58"/>
                    </a:moveTo>
                    <a:cubicBezTo>
                      <a:pt x="1044" y="58"/>
                      <a:pt x="1031" y="45"/>
                      <a:pt x="1031" y="29"/>
                    </a:cubicBezTo>
                    <a:cubicBezTo>
                      <a:pt x="1031" y="13"/>
                      <a:pt x="1044" y="0"/>
                      <a:pt x="1060" y="0"/>
                    </a:cubicBezTo>
                    <a:cubicBezTo>
                      <a:pt x="1118" y="0"/>
                      <a:pt x="1118" y="0"/>
                      <a:pt x="1118" y="0"/>
                    </a:cubicBezTo>
                    <a:cubicBezTo>
                      <a:pt x="1135" y="0"/>
                      <a:pt x="1148" y="13"/>
                      <a:pt x="1148" y="29"/>
                    </a:cubicBezTo>
                    <a:cubicBezTo>
                      <a:pt x="1148" y="45"/>
                      <a:pt x="1135" y="58"/>
                      <a:pt x="1118" y="58"/>
                    </a:cubicBezTo>
                    <a:lnTo>
                      <a:pt x="1060" y="58"/>
                    </a:lnTo>
                    <a:close/>
                    <a:moveTo>
                      <a:pt x="1293" y="58"/>
                    </a:moveTo>
                    <a:cubicBezTo>
                      <a:pt x="1277" y="58"/>
                      <a:pt x="1264" y="45"/>
                      <a:pt x="1264" y="29"/>
                    </a:cubicBezTo>
                    <a:cubicBezTo>
                      <a:pt x="1264" y="13"/>
                      <a:pt x="1277" y="0"/>
                      <a:pt x="1293" y="0"/>
                    </a:cubicBezTo>
                    <a:cubicBezTo>
                      <a:pt x="1352" y="0"/>
                      <a:pt x="1352" y="0"/>
                      <a:pt x="1352" y="0"/>
                    </a:cubicBezTo>
                    <a:cubicBezTo>
                      <a:pt x="1368" y="0"/>
                      <a:pt x="1381" y="13"/>
                      <a:pt x="1381" y="29"/>
                    </a:cubicBezTo>
                    <a:cubicBezTo>
                      <a:pt x="1381" y="45"/>
                      <a:pt x="1368" y="58"/>
                      <a:pt x="1352" y="58"/>
                    </a:cubicBezTo>
                    <a:lnTo>
                      <a:pt x="1293" y="58"/>
                    </a:lnTo>
                    <a:close/>
                    <a:moveTo>
                      <a:pt x="1527" y="58"/>
                    </a:moveTo>
                    <a:cubicBezTo>
                      <a:pt x="1511" y="58"/>
                      <a:pt x="1498" y="45"/>
                      <a:pt x="1498" y="29"/>
                    </a:cubicBezTo>
                    <a:cubicBezTo>
                      <a:pt x="1498" y="13"/>
                      <a:pt x="1511" y="0"/>
                      <a:pt x="1527" y="0"/>
                    </a:cubicBezTo>
                    <a:cubicBezTo>
                      <a:pt x="1585" y="0"/>
                      <a:pt x="1585" y="0"/>
                      <a:pt x="1585" y="0"/>
                    </a:cubicBezTo>
                    <a:cubicBezTo>
                      <a:pt x="1602" y="0"/>
                      <a:pt x="1615" y="13"/>
                      <a:pt x="1615" y="29"/>
                    </a:cubicBezTo>
                    <a:cubicBezTo>
                      <a:pt x="1615" y="45"/>
                      <a:pt x="1602" y="58"/>
                      <a:pt x="1585" y="58"/>
                    </a:cubicBezTo>
                    <a:lnTo>
                      <a:pt x="1527" y="58"/>
                    </a:lnTo>
                    <a:close/>
                    <a:moveTo>
                      <a:pt x="1761" y="58"/>
                    </a:moveTo>
                    <a:cubicBezTo>
                      <a:pt x="1744" y="58"/>
                      <a:pt x="1731" y="45"/>
                      <a:pt x="1731" y="29"/>
                    </a:cubicBezTo>
                    <a:cubicBezTo>
                      <a:pt x="1731" y="13"/>
                      <a:pt x="1744" y="0"/>
                      <a:pt x="1761" y="0"/>
                    </a:cubicBezTo>
                    <a:cubicBezTo>
                      <a:pt x="1819" y="0"/>
                      <a:pt x="1819" y="0"/>
                      <a:pt x="1819" y="0"/>
                    </a:cubicBezTo>
                    <a:cubicBezTo>
                      <a:pt x="1835" y="0"/>
                      <a:pt x="1848" y="13"/>
                      <a:pt x="1848" y="29"/>
                    </a:cubicBezTo>
                    <a:cubicBezTo>
                      <a:pt x="1848" y="45"/>
                      <a:pt x="1835" y="58"/>
                      <a:pt x="1819" y="58"/>
                    </a:cubicBezTo>
                    <a:lnTo>
                      <a:pt x="1761" y="58"/>
                    </a:lnTo>
                    <a:close/>
                    <a:moveTo>
                      <a:pt x="1994" y="58"/>
                    </a:moveTo>
                    <a:cubicBezTo>
                      <a:pt x="1978" y="58"/>
                      <a:pt x="1965" y="45"/>
                      <a:pt x="1965" y="29"/>
                    </a:cubicBezTo>
                    <a:cubicBezTo>
                      <a:pt x="1965" y="13"/>
                      <a:pt x="1978" y="0"/>
                      <a:pt x="1994" y="0"/>
                    </a:cubicBezTo>
                    <a:cubicBezTo>
                      <a:pt x="2052" y="0"/>
                      <a:pt x="2052" y="0"/>
                      <a:pt x="2052" y="0"/>
                    </a:cubicBezTo>
                    <a:cubicBezTo>
                      <a:pt x="2068" y="0"/>
                      <a:pt x="2081" y="13"/>
                      <a:pt x="2081" y="29"/>
                    </a:cubicBezTo>
                    <a:cubicBezTo>
                      <a:pt x="2081" y="45"/>
                      <a:pt x="2068" y="58"/>
                      <a:pt x="2052" y="58"/>
                    </a:cubicBezTo>
                    <a:lnTo>
                      <a:pt x="1994" y="58"/>
                    </a:lnTo>
                    <a:close/>
                    <a:moveTo>
                      <a:pt x="2227" y="58"/>
                    </a:moveTo>
                    <a:cubicBezTo>
                      <a:pt x="2211" y="58"/>
                      <a:pt x="2198" y="45"/>
                      <a:pt x="2198" y="29"/>
                    </a:cubicBezTo>
                    <a:cubicBezTo>
                      <a:pt x="2198" y="13"/>
                      <a:pt x="2211" y="0"/>
                      <a:pt x="2227" y="0"/>
                    </a:cubicBezTo>
                    <a:cubicBezTo>
                      <a:pt x="2286" y="0"/>
                      <a:pt x="2286" y="0"/>
                      <a:pt x="2286" y="0"/>
                    </a:cubicBezTo>
                    <a:cubicBezTo>
                      <a:pt x="2302" y="0"/>
                      <a:pt x="2315" y="13"/>
                      <a:pt x="2315" y="29"/>
                    </a:cubicBezTo>
                    <a:cubicBezTo>
                      <a:pt x="2315" y="45"/>
                      <a:pt x="2302" y="58"/>
                      <a:pt x="2286" y="58"/>
                    </a:cubicBezTo>
                    <a:lnTo>
                      <a:pt x="2227" y="58"/>
                    </a:lnTo>
                    <a:close/>
                    <a:moveTo>
                      <a:pt x="2461" y="58"/>
                    </a:moveTo>
                    <a:cubicBezTo>
                      <a:pt x="2445" y="58"/>
                      <a:pt x="2432" y="45"/>
                      <a:pt x="2432" y="29"/>
                    </a:cubicBezTo>
                    <a:cubicBezTo>
                      <a:pt x="2432" y="13"/>
                      <a:pt x="2445" y="0"/>
                      <a:pt x="2461" y="0"/>
                    </a:cubicBezTo>
                    <a:cubicBezTo>
                      <a:pt x="2519" y="0"/>
                      <a:pt x="2519" y="0"/>
                      <a:pt x="2519" y="0"/>
                    </a:cubicBezTo>
                    <a:cubicBezTo>
                      <a:pt x="2536" y="0"/>
                      <a:pt x="2549" y="13"/>
                      <a:pt x="2549" y="29"/>
                    </a:cubicBezTo>
                    <a:cubicBezTo>
                      <a:pt x="2549" y="45"/>
                      <a:pt x="2536" y="58"/>
                      <a:pt x="2519" y="58"/>
                    </a:cubicBezTo>
                    <a:lnTo>
                      <a:pt x="2461" y="58"/>
                    </a:lnTo>
                    <a:close/>
                    <a:moveTo>
                      <a:pt x="2695" y="58"/>
                    </a:moveTo>
                    <a:cubicBezTo>
                      <a:pt x="2678" y="58"/>
                      <a:pt x="2665" y="45"/>
                      <a:pt x="2665" y="29"/>
                    </a:cubicBezTo>
                    <a:cubicBezTo>
                      <a:pt x="2665" y="13"/>
                      <a:pt x="2678" y="0"/>
                      <a:pt x="2695" y="0"/>
                    </a:cubicBezTo>
                    <a:cubicBezTo>
                      <a:pt x="2742" y="0"/>
                      <a:pt x="2742" y="0"/>
                      <a:pt x="2742" y="0"/>
                    </a:cubicBezTo>
                    <a:cubicBezTo>
                      <a:pt x="2744" y="0"/>
                      <a:pt x="2744" y="0"/>
                      <a:pt x="2744" y="0"/>
                    </a:cubicBezTo>
                    <a:cubicBezTo>
                      <a:pt x="2746" y="0"/>
                      <a:pt x="2746" y="0"/>
                      <a:pt x="2746" y="0"/>
                    </a:cubicBezTo>
                    <a:cubicBezTo>
                      <a:pt x="2748" y="0"/>
                      <a:pt x="2748" y="0"/>
                      <a:pt x="2748" y="0"/>
                    </a:cubicBezTo>
                    <a:cubicBezTo>
                      <a:pt x="2750" y="0"/>
                      <a:pt x="2750" y="0"/>
                      <a:pt x="2750" y="0"/>
                    </a:cubicBezTo>
                    <a:cubicBezTo>
                      <a:pt x="2751" y="0"/>
                      <a:pt x="2751" y="0"/>
                      <a:pt x="2751" y="0"/>
                    </a:cubicBezTo>
                    <a:cubicBezTo>
                      <a:pt x="2753" y="0"/>
                      <a:pt x="2753" y="0"/>
                      <a:pt x="2753" y="0"/>
                    </a:cubicBezTo>
                    <a:cubicBezTo>
                      <a:pt x="2754" y="0"/>
                      <a:pt x="2754" y="0"/>
                      <a:pt x="2754" y="0"/>
                    </a:cubicBezTo>
                    <a:cubicBezTo>
                      <a:pt x="2770" y="1"/>
                      <a:pt x="2783" y="14"/>
                      <a:pt x="2782" y="30"/>
                    </a:cubicBezTo>
                    <a:cubicBezTo>
                      <a:pt x="2781" y="47"/>
                      <a:pt x="2768" y="59"/>
                      <a:pt x="2752" y="58"/>
                    </a:cubicBezTo>
                    <a:cubicBezTo>
                      <a:pt x="2751" y="58"/>
                      <a:pt x="2751" y="58"/>
                      <a:pt x="2751" y="58"/>
                    </a:cubicBezTo>
                    <a:cubicBezTo>
                      <a:pt x="2750" y="58"/>
                      <a:pt x="2750" y="58"/>
                      <a:pt x="2750" y="58"/>
                    </a:cubicBezTo>
                    <a:cubicBezTo>
                      <a:pt x="2748" y="58"/>
                      <a:pt x="2748" y="58"/>
                      <a:pt x="2748" y="58"/>
                    </a:cubicBezTo>
                    <a:cubicBezTo>
                      <a:pt x="2747" y="58"/>
                      <a:pt x="2747" y="58"/>
                      <a:pt x="2747" y="58"/>
                    </a:cubicBezTo>
                    <a:cubicBezTo>
                      <a:pt x="2745" y="58"/>
                      <a:pt x="2745" y="58"/>
                      <a:pt x="2745" y="58"/>
                    </a:cubicBezTo>
                    <a:cubicBezTo>
                      <a:pt x="2743" y="58"/>
                      <a:pt x="2743" y="58"/>
                      <a:pt x="2743" y="58"/>
                    </a:cubicBezTo>
                    <a:cubicBezTo>
                      <a:pt x="2742" y="58"/>
                      <a:pt x="2742" y="58"/>
                      <a:pt x="2742" y="58"/>
                    </a:cubicBezTo>
                    <a:lnTo>
                      <a:pt x="2695" y="58"/>
                    </a:lnTo>
                    <a:close/>
                    <a:moveTo>
                      <a:pt x="2895" y="113"/>
                    </a:moveTo>
                    <a:cubicBezTo>
                      <a:pt x="2883" y="103"/>
                      <a:pt x="2881" y="84"/>
                      <a:pt x="2891" y="72"/>
                    </a:cubicBezTo>
                    <a:cubicBezTo>
                      <a:pt x="2901" y="59"/>
                      <a:pt x="2920" y="57"/>
                      <a:pt x="2932" y="68"/>
                    </a:cubicBezTo>
                    <a:cubicBezTo>
                      <a:pt x="2933" y="69"/>
                      <a:pt x="2933" y="69"/>
                      <a:pt x="2933" y="69"/>
                    </a:cubicBezTo>
                    <a:cubicBezTo>
                      <a:pt x="2935" y="70"/>
                      <a:pt x="2935" y="70"/>
                      <a:pt x="2935" y="70"/>
                    </a:cubicBezTo>
                    <a:cubicBezTo>
                      <a:pt x="2936" y="71"/>
                      <a:pt x="2936" y="71"/>
                      <a:pt x="2936" y="71"/>
                    </a:cubicBezTo>
                    <a:cubicBezTo>
                      <a:pt x="2938" y="72"/>
                      <a:pt x="2938" y="72"/>
                      <a:pt x="2938" y="72"/>
                    </a:cubicBezTo>
                    <a:cubicBezTo>
                      <a:pt x="2939" y="73"/>
                      <a:pt x="2939" y="73"/>
                      <a:pt x="2939" y="73"/>
                    </a:cubicBezTo>
                    <a:cubicBezTo>
                      <a:pt x="2940" y="75"/>
                      <a:pt x="2940" y="75"/>
                      <a:pt x="2940" y="75"/>
                    </a:cubicBezTo>
                    <a:cubicBezTo>
                      <a:pt x="2942" y="76"/>
                      <a:pt x="2942" y="76"/>
                      <a:pt x="2942" y="76"/>
                    </a:cubicBezTo>
                    <a:cubicBezTo>
                      <a:pt x="2943" y="77"/>
                      <a:pt x="2943" y="77"/>
                      <a:pt x="2943" y="77"/>
                    </a:cubicBezTo>
                    <a:cubicBezTo>
                      <a:pt x="2944" y="78"/>
                      <a:pt x="2944" y="78"/>
                      <a:pt x="2944" y="78"/>
                    </a:cubicBezTo>
                    <a:cubicBezTo>
                      <a:pt x="2946" y="79"/>
                      <a:pt x="2946" y="79"/>
                      <a:pt x="2946" y="79"/>
                    </a:cubicBezTo>
                    <a:cubicBezTo>
                      <a:pt x="2947" y="81"/>
                      <a:pt x="2947" y="81"/>
                      <a:pt x="2947" y="81"/>
                    </a:cubicBezTo>
                    <a:cubicBezTo>
                      <a:pt x="2948" y="82"/>
                      <a:pt x="2948" y="82"/>
                      <a:pt x="2948" y="82"/>
                    </a:cubicBezTo>
                    <a:cubicBezTo>
                      <a:pt x="2950" y="83"/>
                      <a:pt x="2950" y="83"/>
                      <a:pt x="2950" y="83"/>
                    </a:cubicBezTo>
                    <a:cubicBezTo>
                      <a:pt x="2951" y="84"/>
                      <a:pt x="2951" y="84"/>
                      <a:pt x="2951" y="84"/>
                    </a:cubicBezTo>
                    <a:cubicBezTo>
                      <a:pt x="2952" y="86"/>
                      <a:pt x="2952" y="86"/>
                      <a:pt x="2952" y="86"/>
                    </a:cubicBezTo>
                    <a:cubicBezTo>
                      <a:pt x="2954" y="87"/>
                      <a:pt x="2954" y="87"/>
                      <a:pt x="2954" y="87"/>
                    </a:cubicBezTo>
                    <a:cubicBezTo>
                      <a:pt x="2955" y="88"/>
                      <a:pt x="2955" y="88"/>
                      <a:pt x="2955" y="88"/>
                    </a:cubicBezTo>
                    <a:cubicBezTo>
                      <a:pt x="2956" y="89"/>
                      <a:pt x="2956" y="89"/>
                      <a:pt x="2956" y="89"/>
                    </a:cubicBezTo>
                    <a:cubicBezTo>
                      <a:pt x="2957" y="91"/>
                      <a:pt x="2957" y="91"/>
                      <a:pt x="2957" y="91"/>
                    </a:cubicBezTo>
                    <a:cubicBezTo>
                      <a:pt x="2959" y="92"/>
                      <a:pt x="2959" y="92"/>
                      <a:pt x="2959" y="92"/>
                    </a:cubicBezTo>
                    <a:cubicBezTo>
                      <a:pt x="2960" y="93"/>
                      <a:pt x="2960" y="93"/>
                      <a:pt x="2960" y="93"/>
                    </a:cubicBezTo>
                    <a:cubicBezTo>
                      <a:pt x="2961" y="95"/>
                      <a:pt x="2961" y="95"/>
                      <a:pt x="2961" y="95"/>
                    </a:cubicBezTo>
                    <a:cubicBezTo>
                      <a:pt x="2962" y="96"/>
                      <a:pt x="2962" y="96"/>
                      <a:pt x="2962" y="96"/>
                    </a:cubicBezTo>
                    <a:cubicBezTo>
                      <a:pt x="2963" y="97"/>
                      <a:pt x="2963" y="97"/>
                      <a:pt x="2963" y="97"/>
                    </a:cubicBezTo>
                    <a:cubicBezTo>
                      <a:pt x="2965" y="99"/>
                      <a:pt x="2965" y="99"/>
                      <a:pt x="2965" y="99"/>
                    </a:cubicBezTo>
                    <a:cubicBezTo>
                      <a:pt x="2966" y="100"/>
                      <a:pt x="2966" y="100"/>
                      <a:pt x="2966" y="100"/>
                    </a:cubicBezTo>
                    <a:cubicBezTo>
                      <a:pt x="2967" y="101"/>
                      <a:pt x="2967" y="101"/>
                      <a:pt x="2967" y="101"/>
                    </a:cubicBezTo>
                    <a:cubicBezTo>
                      <a:pt x="2969" y="103"/>
                      <a:pt x="2969" y="103"/>
                      <a:pt x="2969" y="103"/>
                    </a:cubicBezTo>
                    <a:cubicBezTo>
                      <a:pt x="2970" y="104"/>
                      <a:pt x="2970" y="104"/>
                      <a:pt x="2970" y="104"/>
                    </a:cubicBezTo>
                    <a:cubicBezTo>
                      <a:pt x="2971" y="106"/>
                      <a:pt x="2971" y="106"/>
                      <a:pt x="2971" y="106"/>
                    </a:cubicBezTo>
                    <a:cubicBezTo>
                      <a:pt x="2972" y="107"/>
                      <a:pt x="2972" y="107"/>
                      <a:pt x="2972" y="107"/>
                    </a:cubicBezTo>
                    <a:cubicBezTo>
                      <a:pt x="2973" y="108"/>
                      <a:pt x="2973" y="108"/>
                      <a:pt x="2973" y="108"/>
                    </a:cubicBezTo>
                    <a:cubicBezTo>
                      <a:pt x="2974" y="110"/>
                      <a:pt x="2974" y="110"/>
                      <a:pt x="2974" y="110"/>
                    </a:cubicBezTo>
                    <a:cubicBezTo>
                      <a:pt x="2975" y="111"/>
                      <a:pt x="2975" y="111"/>
                      <a:pt x="2975" y="111"/>
                    </a:cubicBezTo>
                    <a:cubicBezTo>
                      <a:pt x="2977" y="112"/>
                      <a:pt x="2977" y="112"/>
                      <a:pt x="2977" y="112"/>
                    </a:cubicBezTo>
                    <a:cubicBezTo>
                      <a:pt x="2977" y="114"/>
                      <a:pt x="2977" y="114"/>
                      <a:pt x="2977" y="114"/>
                    </a:cubicBezTo>
                    <a:cubicBezTo>
                      <a:pt x="2987" y="126"/>
                      <a:pt x="2985" y="144"/>
                      <a:pt x="2973" y="155"/>
                    </a:cubicBezTo>
                    <a:cubicBezTo>
                      <a:pt x="2960" y="164"/>
                      <a:pt x="2942" y="163"/>
                      <a:pt x="2932" y="150"/>
                    </a:cubicBezTo>
                    <a:cubicBezTo>
                      <a:pt x="2931" y="149"/>
                      <a:pt x="2931" y="149"/>
                      <a:pt x="2931" y="149"/>
                    </a:cubicBezTo>
                    <a:cubicBezTo>
                      <a:pt x="2930" y="148"/>
                      <a:pt x="2930" y="148"/>
                      <a:pt x="2930" y="148"/>
                    </a:cubicBezTo>
                    <a:cubicBezTo>
                      <a:pt x="2929" y="147"/>
                      <a:pt x="2929" y="147"/>
                      <a:pt x="2929" y="147"/>
                    </a:cubicBezTo>
                    <a:cubicBezTo>
                      <a:pt x="2928" y="146"/>
                      <a:pt x="2928" y="146"/>
                      <a:pt x="2928" y="146"/>
                    </a:cubicBezTo>
                    <a:cubicBezTo>
                      <a:pt x="2927" y="144"/>
                      <a:pt x="2927" y="144"/>
                      <a:pt x="2927" y="144"/>
                    </a:cubicBezTo>
                    <a:cubicBezTo>
                      <a:pt x="2926" y="143"/>
                      <a:pt x="2926" y="143"/>
                      <a:pt x="2926" y="143"/>
                    </a:cubicBezTo>
                    <a:cubicBezTo>
                      <a:pt x="2926" y="142"/>
                      <a:pt x="2926" y="142"/>
                      <a:pt x="2926" y="142"/>
                    </a:cubicBezTo>
                    <a:cubicBezTo>
                      <a:pt x="2925" y="141"/>
                      <a:pt x="2925" y="141"/>
                      <a:pt x="2925" y="141"/>
                    </a:cubicBezTo>
                    <a:cubicBezTo>
                      <a:pt x="2923" y="140"/>
                      <a:pt x="2923" y="140"/>
                      <a:pt x="2923" y="140"/>
                    </a:cubicBezTo>
                    <a:cubicBezTo>
                      <a:pt x="2923" y="139"/>
                      <a:pt x="2923" y="139"/>
                      <a:pt x="2923" y="139"/>
                    </a:cubicBezTo>
                    <a:cubicBezTo>
                      <a:pt x="2922" y="138"/>
                      <a:pt x="2922" y="138"/>
                      <a:pt x="2922" y="138"/>
                    </a:cubicBezTo>
                    <a:cubicBezTo>
                      <a:pt x="2921" y="137"/>
                      <a:pt x="2921" y="137"/>
                      <a:pt x="2921" y="137"/>
                    </a:cubicBezTo>
                    <a:cubicBezTo>
                      <a:pt x="2920" y="136"/>
                      <a:pt x="2920" y="136"/>
                      <a:pt x="2920" y="136"/>
                    </a:cubicBezTo>
                    <a:cubicBezTo>
                      <a:pt x="2919" y="135"/>
                      <a:pt x="2919" y="135"/>
                      <a:pt x="2919" y="135"/>
                    </a:cubicBezTo>
                    <a:cubicBezTo>
                      <a:pt x="2918" y="134"/>
                      <a:pt x="2918" y="134"/>
                      <a:pt x="2918" y="134"/>
                    </a:cubicBezTo>
                    <a:cubicBezTo>
                      <a:pt x="2917" y="133"/>
                      <a:pt x="2917" y="133"/>
                      <a:pt x="2917" y="133"/>
                    </a:cubicBezTo>
                    <a:cubicBezTo>
                      <a:pt x="2916" y="132"/>
                      <a:pt x="2916" y="132"/>
                      <a:pt x="2916" y="132"/>
                    </a:cubicBezTo>
                    <a:cubicBezTo>
                      <a:pt x="2915" y="131"/>
                      <a:pt x="2915" y="131"/>
                      <a:pt x="2915" y="131"/>
                    </a:cubicBezTo>
                    <a:cubicBezTo>
                      <a:pt x="2914" y="130"/>
                      <a:pt x="2914" y="130"/>
                      <a:pt x="2914" y="130"/>
                    </a:cubicBezTo>
                    <a:cubicBezTo>
                      <a:pt x="2913" y="128"/>
                      <a:pt x="2913" y="128"/>
                      <a:pt x="2913" y="128"/>
                    </a:cubicBezTo>
                    <a:cubicBezTo>
                      <a:pt x="2911" y="127"/>
                      <a:pt x="2911" y="127"/>
                      <a:pt x="2911" y="127"/>
                    </a:cubicBezTo>
                    <a:cubicBezTo>
                      <a:pt x="2910" y="126"/>
                      <a:pt x="2910" y="126"/>
                      <a:pt x="2910" y="126"/>
                    </a:cubicBezTo>
                    <a:cubicBezTo>
                      <a:pt x="2909" y="125"/>
                      <a:pt x="2909" y="125"/>
                      <a:pt x="2909" y="125"/>
                    </a:cubicBezTo>
                    <a:cubicBezTo>
                      <a:pt x="2908" y="124"/>
                      <a:pt x="2908" y="124"/>
                      <a:pt x="2908" y="124"/>
                    </a:cubicBezTo>
                    <a:cubicBezTo>
                      <a:pt x="2907" y="123"/>
                      <a:pt x="2907" y="123"/>
                      <a:pt x="2907" y="123"/>
                    </a:cubicBezTo>
                    <a:cubicBezTo>
                      <a:pt x="2906" y="122"/>
                      <a:pt x="2906" y="122"/>
                      <a:pt x="2906" y="122"/>
                    </a:cubicBezTo>
                    <a:cubicBezTo>
                      <a:pt x="2905" y="122"/>
                      <a:pt x="2905" y="122"/>
                      <a:pt x="2905" y="122"/>
                    </a:cubicBezTo>
                    <a:cubicBezTo>
                      <a:pt x="2904" y="120"/>
                      <a:pt x="2904" y="120"/>
                      <a:pt x="2904" y="120"/>
                    </a:cubicBezTo>
                    <a:cubicBezTo>
                      <a:pt x="2903" y="119"/>
                      <a:pt x="2903" y="119"/>
                      <a:pt x="2903" y="119"/>
                    </a:cubicBezTo>
                    <a:cubicBezTo>
                      <a:pt x="2902" y="119"/>
                      <a:pt x="2902" y="119"/>
                      <a:pt x="2902" y="119"/>
                    </a:cubicBezTo>
                    <a:cubicBezTo>
                      <a:pt x="2901" y="118"/>
                      <a:pt x="2901" y="118"/>
                      <a:pt x="2901" y="118"/>
                    </a:cubicBezTo>
                    <a:cubicBezTo>
                      <a:pt x="2899" y="116"/>
                      <a:pt x="2899" y="116"/>
                      <a:pt x="2899" y="116"/>
                    </a:cubicBezTo>
                    <a:cubicBezTo>
                      <a:pt x="2898" y="116"/>
                      <a:pt x="2898" y="116"/>
                      <a:pt x="2898" y="116"/>
                    </a:cubicBezTo>
                    <a:cubicBezTo>
                      <a:pt x="2897" y="115"/>
                      <a:pt x="2897" y="115"/>
                      <a:pt x="2897" y="115"/>
                    </a:cubicBezTo>
                    <a:cubicBezTo>
                      <a:pt x="2896" y="114"/>
                      <a:pt x="2896" y="114"/>
                      <a:pt x="2896" y="114"/>
                    </a:cubicBezTo>
                    <a:lnTo>
                      <a:pt x="2895" y="113"/>
                    </a:lnTo>
                    <a:close/>
                    <a:moveTo>
                      <a:pt x="2985" y="294"/>
                    </a:moveTo>
                    <a:cubicBezTo>
                      <a:pt x="2985" y="278"/>
                      <a:pt x="2997" y="265"/>
                      <a:pt x="3013" y="264"/>
                    </a:cubicBezTo>
                    <a:cubicBezTo>
                      <a:pt x="3029" y="264"/>
                      <a:pt x="3043" y="276"/>
                      <a:pt x="3043" y="293"/>
                    </a:cubicBezTo>
                    <a:cubicBezTo>
                      <a:pt x="3043" y="293"/>
                      <a:pt x="3043" y="293"/>
                      <a:pt x="3043" y="293"/>
                    </a:cubicBezTo>
                    <a:cubicBezTo>
                      <a:pt x="3043" y="295"/>
                      <a:pt x="3043" y="295"/>
                      <a:pt x="3043" y="295"/>
                    </a:cubicBezTo>
                    <a:cubicBezTo>
                      <a:pt x="3043" y="297"/>
                      <a:pt x="3043" y="297"/>
                      <a:pt x="3043" y="297"/>
                    </a:cubicBezTo>
                    <a:cubicBezTo>
                      <a:pt x="3043" y="299"/>
                      <a:pt x="3043" y="299"/>
                      <a:pt x="3043" y="299"/>
                    </a:cubicBezTo>
                    <a:cubicBezTo>
                      <a:pt x="3043" y="301"/>
                      <a:pt x="3043" y="301"/>
                      <a:pt x="3043" y="301"/>
                    </a:cubicBezTo>
                    <a:cubicBezTo>
                      <a:pt x="3043" y="351"/>
                      <a:pt x="3043" y="351"/>
                      <a:pt x="3043" y="351"/>
                    </a:cubicBezTo>
                    <a:cubicBezTo>
                      <a:pt x="3043" y="368"/>
                      <a:pt x="3030" y="381"/>
                      <a:pt x="3014" y="381"/>
                    </a:cubicBezTo>
                    <a:cubicBezTo>
                      <a:pt x="2998" y="381"/>
                      <a:pt x="2985" y="368"/>
                      <a:pt x="2985" y="351"/>
                    </a:cubicBezTo>
                    <a:cubicBezTo>
                      <a:pt x="2985" y="301"/>
                      <a:pt x="2985" y="301"/>
                      <a:pt x="2985" y="301"/>
                    </a:cubicBezTo>
                    <a:cubicBezTo>
                      <a:pt x="2985" y="300"/>
                      <a:pt x="2985" y="300"/>
                      <a:pt x="2985" y="300"/>
                    </a:cubicBezTo>
                    <a:cubicBezTo>
                      <a:pt x="2985" y="298"/>
                      <a:pt x="2985" y="298"/>
                      <a:pt x="2985" y="298"/>
                    </a:cubicBezTo>
                    <a:cubicBezTo>
                      <a:pt x="2985" y="297"/>
                      <a:pt x="2985" y="297"/>
                      <a:pt x="2985" y="297"/>
                    </a:cubicBezTo>
                    <a:cubicBezTo>
                      <a:pt x="2985" y="295"/>
                      <a:pt x="2985" y="295"/>
                      <a:pt x="2985" y="295"/>
                    </a:cubicBezTo>
                    <a:lnTo>
                      <a:pt x="2985" y="294"/>
                    </a:lnTo>
                    <a:close/>
                    <a:moveTo>
                      <a:pt x="2985" y="527"/>
                    </a:moveTo>
                    <a:cubicBezTo>
                      <a:pt x="2985" y="510"/>
                      <a:pt x="2998" y="497"/>
                      <a:pt x="3014" y="497"/>
                    </a:cubicBezTo>
                    <a:cubicBezTo>
                      <a:pt x="3030" y="497"/>
                      <a:pt x="3043" y="510"/>
                      <a:pt x="3043" y="527"/>
                    </a:cubicBezTo>
                    <a:cubicBezTo>
                      <a:pt x="3043" y="585"/>
                      <a:pt x="3043" y="585"/>
                      <a:pt x="3043" y="585"/>
                    </a:cubicBezTo>
                    <a:cubicBezTo>
                      <a:pt x="3043" y="601"/>
                      <a:pt x="3030" y="614"/>
                      <a:pt x="3014" y="614"/>
                    </a:cubicBezTo>
                    <a:cubicBezTo>
                      <a:pt x="2998" y="614"/>
                      <a:pt x="2985" y="601"/>
                      <a:pt x="2985" y="585"/>
                    </a:cubicBezTo>
                    <a:lnTo>
                      <a:pt x="2985" y="527"/>
                    </a:lnTo>
                    <a:close/>
                    <a:moveTo>
                      <a:pt x="2985" y="760"/>
                    </a:moveTo>
                    <a:cubicBezTo>
                      <a:pt x="2985" y="744"/>
                      <a:pt x="2998" y="731"/>
                      <a:pt x="3014" y="731"/>
                    </a:cubicBezTo>
                    <a:cubicBezTo>
                      <a:pt x="3030" y="731"/>
                      <a:pt x="3043" y="744"/>
                      <a:pt x="3043" y="760"/>
                    </a:cubicBezTo>
                    <a:cubicBezTo>
                      <a:pt x="3043" y="819"/>
                      <a:pt x="3043" y="819"/>
                      <a:pt x="3043" y="819"/>
                    </a:cubicBezTo>
                    <a:cubicBezTo>
                      <a:pt x="3043" y="835"/>
                      <a:pt x="3030" y="848"/>
                      <a:pt x="3014" y="848"/>
                    </a:cubicBezTo>
                    <a:cubicBezTo>
                      <a:pt x="2998" y="848"/>
                      <a:pt x="2985" y="835"/>
                      <a:pt x="2985" y="819"/>
                    </a:cubicBezTo>
                    <a:lnTo>
                      <a:pt x="2985" y="760"/>
                    </a:lnTo>
                    <a:close/>
                    <a:moveTo>
                      <a:pt x="2985" y="994"/>
                    </a:moveTo>
                    <a:cubicBezTo>
                      <a:pt x="2985" y="978"/>
                      <a:pt x="2998" y="965"/>
                      <a:pt x="3014" y="965"/>
                    </a:cubicBezTo>
                    <a:cubicBezTo>
                      <a:pt x="3030" y="965"/>
                      <a:pt x="3043" y="978"/>
                      <a:pt x="3043" y="994"/>
                    </a:cubicBezTo>
                    <a:cubicBezTo>
                      <a:pt x="3043" y="1052"/>
                      <a:pt x="3043" y="1052"/>
                      <a:pt x="3043" y="1052"/>
                    </a:cubicBezTo>
                    <a:cubicBezTo>
                      <a:pt x="3043" y="1068"/>
                      <a:pt x="3030" y="1081"/>
                      <a:pt x="3014" y="1081"/>
                    </a:cubicBezTo>
                    <a:cubicBezTo>
                      <a:pt x="2998" y="1081"/>
                      <a:pt x="2985" y="1068"/>
                      <a:pt x="2985" y="1052"/>
                    </a:cubicBezTo>
                    <a:lnTo>
                      <a:pt x="2985" y="994"/>
                    </a:lnTo>
                    <a:close/>
                    <a:moveTo>
                      <a:pt x="2985" y="1227"/>
                    </a:moveTo>
                    <a:cubicBezTo>
                      <a:pt x="2985" y="1211"/>
                      <a:pt x="2998" y="1198"/>
                      <a:pt x="3014" y="1198"/>
                    </a:cubicBezTo>
                    <a:cubicBezTo>
                      <a:pt x="3030" y="1198"/>
                      <a:pt x="3043" y="1211"/>
                      <a:pt x="3043" y="1227"/>
                    </a:cubicBezTo>
                    <a:cubicBezTo>
                      <a:pt x="3043" y="1285"/>
                      <a:pt x="3043" y="1285"/>
                      <a:pt x="3043" y="1285"/>
                    </a:cubicBezTo>
                    <a:cubicBezTo>
                      <a:pt x="3043" y="1301"/>
                      <a:pt x="3030" y="1315"/>
                      <a:pt x="3014" y="1315"/>
                    </a:cubicBezTo>
                    <a:cubicBezTo>
                      <a:pt x="2998" y="1315"/>
                      <a:pt x="2985" y="1301"/>
                      <a:pt x="2985" y="1285"/>
                    </a:cubicBezTo>
                    <a:lnTo>
                      <a:pt x="2985" y="1227"/>
                    </a:lnTo>
                    <a:close/>
                    <a:moveTo>
                      <a:pt x="2985" y="1461"/>
                    </a:moveTo>
                    <a:cubicBezTo>
                      <a:pt x="2985" y="1444"/>
                      <a:pt x="2998" y="1431"/>
                      <a:pt x="3014" y="1431"/>
                    </a:cubicBezTo>
                    <a:cubicBezTo>
                      <a:pt x="3030" y="1431"/>
                      <a:pt x="3043" y="1444"/>
                      <a:pt x="3043" y="1461"/>
                    </a:cubicBezTo>
                    <a:cubicBezTo>
                      <a:pt x="3043" y="1519"/>
                      <a:pt x="3043" y="1519"/>
                      <a:pt x="3043" y="1519"/>
                    </a:cubicBezTo>
                    <a:cubicBezTo>
                      <a:pt x="3043" y="1535"/>
                      <a:pt x="3030" y="1548"/>
                      <a:pt x="3014" y="1548"/>
                    </a:cubicBezTo>
                    <a:cubicBezTo>
                      <a:pt x="2998" y="1548"/>
                      <a:pt x="2985" y="1535"/>
                      <a:pt x="2985" y="1519"/>
                    </a:cubicBezTo>
                    <a:lnTo>
                      <a:pt x="2985" y="1461"/>
                    </a:lnTo>
                    <a:close/>
                    <a:moveTo>
                      <a:pt x="2985" y="1693"/>
                    </a:moveTo>
                    <a:cubicBezTo>
                      <a:pt x="2985" y="1677"/>
                      <a:pt x="2999" y="1664"/>
                      <a:pt x="3015" y="1665"/>
                    </a:cubicBezTo>
                    <a:cubicBezTo>
                      <a:pt x="3031" y="1665"/>
                      <a:pt x="3044" y="1679"/>
                      <a:pt x="3043" y="1695"/>
                    </a:cubicBezTo>
                    <a:cubicBezTo>
                      <a:pt x="3043" y="1697"/>
                      <a:pt x="3043" y="1697"/>
                      <a:pt x="3043" y="1697"/>
                    </a:cubicBezTo>
                    <a:cubicBezTo>
                      <a:pt x="3043" y="1698"/>
                      <a:pt x="3043" y="1698"/>
                      <a:pt x="3043" y="1698"/>
                    </a:cubicBezTo>
                    <a:cubicBezTo>
                      <a:pt x="3043" y="1700"/>
                      <a:pt x="3043" y="1700"/>
                      <a:pt x="3043" y="1700"/>
                    </a:cubicBezTo>
                    <a:cubicBezTo>
                      <a:pt x="3043" y="1702"/>
                      <a:pt x="3043" y="1702"/>
                      <a:pt x="3043" y="1702"/>
                    </a:cubicBezTo>
                    <a:cubicBezTo>
                      <a:pt x="3043" y="1704"/>
                      <a:pt x="3043" y="1704"/>
                      <a:pt x="3043" y="1704"/>
                    </a:cubicBezTo>
                    <a:cubicBezTo>
                      <a:pt x="3043" y="1706"/>
                      <a:pt x="3043" y="1706"/>
                      <a:pt x="3043" y="1706"/>
                    </a:cubicBezTo>
                    <a:cubicBezTo>
                      <a:pt x="3043" y="1708"/>
                      <a:pt x="3043" y="1708"/>
                      <a:pt x="3043" y="1708"/>
                    </a:cubicBezTo>
                    <a:cubicBezTo>
                      <a:pt x="3042" y="1710"/>
                      <a:pt x="3042" y="1710"/>
                      <a:pt x="3042" y="1710"/>
                    </a:cubicBezTo>
                    <a:cubicBezTo>
                      <a:pt x="3042" y="1712"/>
                      <a:pt x="3042" y="1712"/>
                      <a:pt x="3042" y="1712"/>
                    </a:cubicBezTo>
                    <a:cubicBezTo>
                      <a:pt x="3042" y="1714"/>
                      <a:pt x="3042" y="1714"/>
                      <a:pt x="3042" y="1714"/>
                    </a:cubicBezTo>
                    <a:cubicBezTo>
                      <a:pt x="3042" y="1716"/>
                      <a:pt x="3042" y="1716"/>
                      <a:pt x="3042" y="1716"/>
                    </a:cubicBezTo>
                    <a:cubicBezTo>
                      <a:pt x="3042" y="1717"/>
                      <a:pt x="3042" y="1717"/>
                      <a:pt x="3042" y="1717"/>
                    </a:cubicBezTo>
                    <a:cubicBezTo>
                      <a:pt x="3042" y="1719"/>
                      <a:pt x="3042" y="1719"/>
                      <a:pt x="3042" y="1719"/>
                    </a:cubicBezTo>
                    <a:cubicBezTo>
                      <a:pt x="3041" y="1721"/>
                      <a:pt x="3041" y="1721"/>
                      <a:pt x="3041" y="1721"/>
                    </a:cubicBezTo>
                    <a:cubicBezTo>
                      <a:pt x="3041" y="1723"/>
                      <a:pt x="3041" y="1723"/>
                      <a:pt x="3041" y="1723"/>
                    </a:cubicBezTo>
                    <a:cubicBezTo>
                      <a:pt x="3041" y="1725"/>
                      <a:pt x="3041" y="1725"/>
                      <a:pt x="3041" y="1725"/>
                    </a:cubicBezTo>
                    <a:cubicBezTo>
                      <a:pt x="3041" y="1727"/>
                      <a:pt x="3041" y="1727"/>
                      <a:pt x="3041" y="1727"/>
                    </a:cubicBezTo>
                    <a:cubicBezTo>
                      <a:pt x="3040" y="1729"/>
                      <a:pt x="3040" y="1729"/>
                      <a:pt x="3040" y="1729"/>
                    </a:cubicBezTo>
                    <a:cubicBezTo>
                      <a:pt x="3040" y="1731"/>
                      <a:pt x="3040" y="1731"/>
                      <a:pt x="3040" y="1731"/>
                    </a:cubicBezTo>
                    <a:cubicBezTo>
                      <a:pt x="3040" y="1733"/>
                      <a:pt x="3040" y="1733"/>
                      <a:pt x="3040" y="1733"/>
                    </a:cubicBezTo>
                    <a:cubicBezTo>
                      <a:pt x="3040" y="1734"/>
                      <a:pt x="3040" y="1734"/>
                      <a:pt x="3040" y="1734"/>
                    </a:cubicBezTo>
                    <a:cubicBezTo>
                      <a:pt x="3039" y="1736"/>
                      <a:pt x="3039" y="1736"/>
                      <a:pt x="3039" y="1736"/>
                    </a:cubicBezTo>
                    <a:cubicBezTo>
                      <a:pt x="3039" y="1738"/>
                      <a:pt x="3039" y="1738"/>
                      <a:pt x="3039" y="1738"/>
                    </a:cubicBezTo>
                    <a:cubicBezTo>
                      <a:pt x="3039" y="1740"/>
                      <a:pt x="3039" y="1740"/>
                      <a:pt x="3039" y="1740"/>
                    </a:cubicBezTo>
                    <a:cubicBezTo>
                      <a:pt x="3038" y="1742"/>
                      <a:pt x="3038" y="1742"/>
                      <a:pt x="3038" y="1742"/>
                    </a:cubicBezTo>
                    <a:cubicBezTo>
                      <a:pt x="3038" y="1744"/>
                      <a:pt x="3038" y="1744"/>
                      <a:pt x="3038" y="1744"/>
                    </a:cubicBezTo>
                    <a:cubicBezTo>
                      <a:pt x="3038" y="1745"/>
                      <a:pt x="3038" y="1745"/>
                      <a:pt x="3038" y="1745"/>
                    </a:cubicBezTo>
                    <a:cubicBezTo>
                      <a:pt x="3037" y="1747"/>
                      <a:pt x="3037" y="1747"/>
                      <a:pt x="3037" y="1747"/>
                    </a:cubicBezTo>
                    <a:cubicBezTo>
                      <a:pt x="3037" y="1749"/>
                      <a:pt x="3037" y="1749"/>
                      <a:pt x="3037" y="1749"/>
                    </a:cubicBezTo>
                    <a:cubicBezTo>
                      <a:pt x="3036" y="1751"/>
                      <a:pt x="3036" y="1751"/>
                      <a:pt x="3036" y="1751"/>
                    </a:cubicBezTo>
                    <a:cubicBezTo>
                      <a:pt x="3036" y="1753"/>
                      <a:pt x="3036" y="1753"/>
                      <a:pt x="3036" y="1753"/>
                    </a:cubicBezTo>
                    <a:cubicBezTo>
                      <a:pt x="3036" y="1755"/>
                      <a:pt x="3036" y="1755"/>
                      <a:pt x="3036" y="1755"/>
                    </a:cubicBezTo>
                    <a:cubicBezTo>
                      <a:pt x="3035" y="1757"/>
                      <a:pt x="3035" y="1757"/>
                      <a:pt x="3035" y="1757"/>
                    </a:cubicBezTo>
                    <a:cubicBezTo>
                      <a:pt x="3035" y="1758"/>
                      <a:pt x="3035" y="1758"/>
                      <a:pt x="3035" y="1758"/>
                    </a:cubicBezTo>
                    <a:cubicBezTo>
                      <a:pt x="3035" y="1759"/>
                      <a:pt x="3035" y="1759"/>
                      <a:pt x="3035" y="1759"/>
                    </a:cubicBezTo>
                    <a:cubicBezTo>
                      <a:pt x="3031" y="1775"/>
                      <a:pt x="3015" y="1784"/>
                      <a:pt x="2999" y="1780"/>
                    </a:cubicBezTo>
                    <a:cubicBezTo>
                      <a:pt x="2983" y="1776"/>
                      <a:pt x="2974" y="1760"/>
                      <a:pt x="2978" y="1745"/>
                    </a:cubicBezTo>
                    <a:cubicBezTo>
                      <a:pt x="2978" y="1744"/>
                      <a:pt x="2978" y="1744"/>
                      <a:pt x="2978" y="1744"/>
                    </a:cubicBezTo>
                    <a:cubicBezTo>
                      <a:pt x="2978" y="1743"/>
                      <a:pt x="2978" y="1743"/>
                      <a:pt x="2978" y="1743"/>
                    </a:cubicBezTo>
                    <a:cubicBezTo>
                      <a:pt x="2979" y="1741"/>
                      <a:pt x="2979" y="1741"/>
                      <a:pt x="2979" y="1741"/>
                    </a:cubicBezTo>
                    <a:cubicBezTo>
                      <a:pt x="2979" y="1740"/>
                      <a:pt x="2979" y="1740"/>
                      <a:pt x="2979" y="1740"/>
                    </a:cubicBezTo>
                    <a:cubicBezTo>
                      <a:pt x="2979" y="1738"/>
                      <a:pt x="2979" y="1738"/>
                      <a:pt x="2979" y="1738"/>
                    </a:cubicBezTo>
                    <a:cubicBezTo>
                      <a:pt x="2980" y="1737"/>
                      <a:pt x="2980" y="1737"/>
                      <a:pt x="2980" y="1737"/>
                    </a:cubicBezTo>
                    <a:cubicBezTo>
                      <a:pt x="2980" y="1736"/>
                      <a:pt x="2980" y="1736"/>
                      <a:pt x="2980" y="1736"/>
                    </a:cubicBezTo>
                    <a:cubicBezTo>
                      <a:pt x="2980" y="1734"/>
                      <a:pt x="2980" y="1734"/>
                      <a:pt x="2980" y="1734"/>
                    </a:cubicBezTo>
                    <a:cubicBezTo>
                      <a:pt x="2981" y="1733"/>
                      <a:pt x="2981" y="1733"/>
                      <a:pt x="2981" y="1733"/>
                    </a:cubicBezTo>
                    <a:cubicBezTo>
                      <a:pt x="2981" y="1731"/>
                      <a:pt x="2981" y="1731"/>
                      <a:pt x="2981" y="1731"/>
                    </a:cubicBezTo>
                    <a:cubicBezTo>
                      <a:pt x="2981" y="1730"/>
                      <a:pt x="2981" y="1730"/>
                      <a:pt x="2981" y="1730"/>
                    </a:cubicBezTo>
                    <a:cubicBezTo>
                      <a:pt x="2981" y="1728"/>
                      <a:pt x="2981" y="1728"/>
                      <a:pt x="2981" y="1728"/>
                    </a:cubicBezTo>
                    <a:cubicBezTo>
                      <a:pt x="2982" y="1727"/>
                      <a:pt x="2982" y="1727"/>
                      <a:pt x="2982" y="1727"/>
                    </a:cubicBezTo>
                    <a:cubicBezTo>
                      <a:pt x="2982" y="1725"/>
                      <a:pt x="2982" y="1725"/>
                      <a:pt x="2982" y="1725"/>
                    </a:cubicBezTo>
                    <a:cubicBezTo>
                      <a:pt x="2982" y="1724"/>
                      <a:pt x="2982" y="1724"/>
                      <a:pt x="2982" y="1724"/>
                    </a:cubicBezTo>
                    <a:cubicBezTo>
                      <a:pt x="2982" y="1722"/>
                      <a:pt x="2982" y="1722"/>
                      <a:pt x="2982" y="1722"/>
                    </a:cubicBezTo>
                    <a:cubicBezTo>
                      <a:pt x="2983" y="1721"/>
                      <a:pt x="2983" y="1721"/>
                      <a:pt x="2983" y="1721"/>
                    </a:cubicBezTo>
                    <a:cubicBezTo>
                      <a:pt x="2983" y="1719"/>
                      <a:pt x="2983" y="1719"/>
                      <a:pt x="2983" y="1719"/>
                    </a:cubicBezTo>
                    <a:cubicBezTo>
                      <a:pt x="2983" y="1718"/>
                      <a:pt x="2983" y="1718"/>
                      <a:pt x="2983" y="1718"/>
                    </a:cubicBezTo>
                    <a:cubicBezTo>
                      <a:pt x="2983" y="1716"/>
                      <a:pt x="2983" y="1716"/>
                      <a:pt x="2983" y="1716"/>
                    </a:cubicBezTo>
                    <a:cubicBezTo>
                      <a:pt x="2983" y="1715"/>
                      <a:pt x="2983" y="1715"/>
                      <a:pt x="2983" y="1715"/>
                    </a:cubicBezTo>
                    <a:cubicBezTo>
                      <a:pt x="2983" y="1713"/>
                      <a:pt x="2983" y="1713"/>
                      <a:pt x="2983" y="1713"/>
                    </a:cubicBezTo>
                    <a:cubicBezTo>
                      <a:pt x="2984" y="1712"/>
                      <a:pt x="2984" y="1712"/>
                      <a:pt x="2984" y="1712"/>
                    </a:cubicBezTo>
                    <a:cubicBezTo>
                      <a:pt x="2984" y="1710"/>
                      <a:pt x="2984" y="1710"/>
                      <a:pt x="2984" y="1710"/>
                    </a:cubicBezTo>
                    <a:cubicBezTo>
                      <a:pt x="2984" y="1709"/>
                      <a:pt x="2984" y="1709"/>
                      <a:pt x="2984" y="1709"/>
                    </a:cubicBezTo>
                    <a:cubicBezTo>
                      <a:pt x="2984" y="1707"/>
                      <a:pt x="2984" y="1707"/>
                      <a:pt x="2984" y="1707"/>
                    </a:cubicBezTo>
                    <a:cubicBezTo>
                      <a:pt x="2984" y="1705"/>
                      <a:pt x="2984" y="1705"/>
                      <a:pt x="2984" y="1705"/>
                    </a:cubicBezTo>
                    <a:cubicBezTo>
                      <a:pt x="2984" y="1704"/>
                      <a:pt x="2984" y="1704"/>
                      <a:pt x="2984" y="1704"/>
                    </a:cubicBezTo>
                    <a:cubicBezTo>
                      <a:pt x="2985" y="1702"/>
                      <a:pt x="2985" y="1702"/>
                      <a:pt x="2985" y="1702"/>
                    </a:cubicBezTo>
                    <a:cubicBezTo>
                      <a:pt x="2985" y="1701"/>
                      <a:pt x="2985" y="1701"/>
                      <a:pt x="2985" y="1701"/>
                    </a:cubicBezTo>
                    <a:cubicBezTo>
                      <a:pt x="2985" y="1699"/>
                      <a:pt x="2985" y="1699"/>
                      <a:pt x="2985" y="1699"/>
                    </a:cubicBezTo>
                    <a:cubicBezTo>
                      <a:pt x="2985" y="1698"/>
                      <a:pt x="2985" y="1698"/>
                      <a:pt x="2985" y="1698"/>
                    </a:cubicBezTo>
                    <a:cubicBezTo>
                      <a:pt x="2985" y="1696"/>
                      <a:pt x="2985" y="1696"/>
                      <a:pt x="2985" y="1696"/>
                    </a:cubicBezTo>
                    <a:cubicBezTo>
                      <a:pt x="2985" y="1694"/>
                      <a:pt x="2985" y="1694"/>
                      <a:pt x="2985" y="1694"/>
                    </a:cubicBezTo>
                    <a:lnTo>
                      <a:pt x="2985" y="1693"/>
                    </a:lnTo>
                    <a:close/>
                    <a:moveTo>
                      <a:pt x="2896" y="1875"/>
                    </a:moveTo>
                    <a:cubicBezTo>
                      <a:pt x="2908" y="1864"/>
                      <a:pt x="2927" y="1866"/>
                      <a:pt x="2937" y="1879"/>
                    </a:cubicBezTo>
                    <a:cubicBezTo>
                      <a:pt x="2947" y="1891"/>
                      <a:pt x="2945" y="1910"/>
                      <a:pt x="2933" y="1920"/>
                    </a:cubicBezTo>
                    <a:cubicBezTo>
                      <a:pt x="2932" y="1920"/>
                      <a:pt x="2932" y="1920"/>
                      <a:pt x="2932" y="1920"/>
                    </a:cubicBezTo>
                    <a:cubicBezTo>
                      <a:pt x="2931" y="1922"/>
                      <a:pt x="2931" y="1922"/>
                      <a:pt x="2931" y="1922"/>
                    </a:cubicBezTo>
                    <a:cubicBezTo>
                      <a:pt x="2929" y="1923"/>
                      <a:pt x="2929" y="1923"/>
                      <a:pt x="2929" y="1923"/>
                    </a:cubicBezTo>
                    <a:cubicBezTo>
                      <a:pt x="2928" y="1924"/>
                      <a:pt x="2928" y="1924"/>
                      <a:pt x="2928" y="1924"/>
                    </a:cubicBezTo>
                    <a:cubicBezTo>
                      <a:pt x="2926" y="1925"/>
                      <a:pt x="2926" y="1925"/>
                      <a:pt x="2926" y="1925"/>
                    </a:cubicBezTo>
                    <a:cubicBezTo>
                      <a:pt x="2925" y="1926"/>
                      <a:pt x="2925" y="1926"/>
                      <a:pt x="2925" y="1926"/>
                    </a:cubicBezTo>
                    <a:cubicBezTo>
                      <a:pt x="2923" y="1927"/>
                      <a:pt x="2923" y="1927"/>
                      <a:pt x="2923" y="1927"/>
                    </a:cubicBezTo>
                    <a:cubicBezTo>
                      <a:pt x="2922" y="1928"/>
                      <a:pt x="2922" y="1928"/>
                      <a:pt x="2922" y="1928"/>
                    </a:cubicBezTo>
                    <a:cubicBezTo>
                      <a:pt x="2921" y="1929"/>
                      <a:pt x="2921" y="1929"/>
                      <a:pt x="2921" y="1929"/>
                    </a:cubicBezTo>
                    <a:cubicBezTo>
                      <a:pt x="2919" y="1930"/>
                      <a:pt x="2919" y="1930"/>
                      <a:pt x="2919" y="1930"/>
                    </a:cubicBezTo>
                    <a:cubicBezTo>
                      <a:pt x="2918" y="1931"/>
                      <a:pt x="2918" y="1931"/>
                      <a:pt x="2918" y="1931"/>
                    </a:cubicBezTo>
                    <a:cubicBezTo>
                      <a:pt x="2916" y="1932"/>
                      <a:pt x="2916" y="1932"/>
                      <a:pt x="2916" y="1932"/>
                    </a:cubicBezTo>
                    <a:cubicBezTo>
                      <a:pt x="2915" y="1934"/>
                      <a:pt x="2915" y="1934"/>
                      <a:pt x="2915" y="1934"/>
                    </a:cubicBezTo>
                    <a:cubicBezTo>
                      <a:pt x="2913" y="1935"/>
                      <a:pt x="2913" y="1935"/>
                      <a:pt x="2913" y="1935"/>
                    </a:cubicBezTo>
                    <a:cubicBezTo>
                      <a:pt x="2912" y="1936"/>
                      <a:pt x="2912" y="1936"/>
                      <a:pt x="2912" y="1936"/>
                    </a:cubicBezTo>
                    <a:cubicBezTo>
                      <a:pt x="2910" y="1937"/>
                      <a:pt x="2910" y="1937"/>
                      <a:pt x="2910" y="1937"/>
                    </a:cubicBezTo>
                    <a:cubicBezTo>
                      <a:pt x="2909" y="1938"/>
                      <a:pt x="2909" y="1938"/>
                      <a:pt x="2909" y="1938"/>
                    </a:cubicBezTo>
                    <a:cubicBezTo>
                      <a:pt x="2907" y="1939"/>
                      <a:pt x="2907" y="1939"/>
                      <a:pt x="2907" y="1939"/>
                    </a:cubicBezTo>
                    <a:cubicBezTo>
                      <a:pt x="2906" y="1940"/>
                      <a:pt x="2906" y="1940"/>
                      <a:pt x="2906" y="1940"/>
                    </a:cubicBezTo>
                    <a:cubicBezTo>
                      <a:pt x="2904" y="1941"/>
                      <a:pt x="2904" y="1941"/>
                      <a:pt x="2904" y="1941"/>
                    </a:cubicBezTo>
                    <a:cubicBezTo>
                      <a:pt x="2903" y="1942"/>
                      <a:pt x="2903" y="1942"/>
                      <a:pt x="2903" y="1942"/>
                    </a:cubicBezTo>
                    <a:cubicBezTo>
                      <a:pt x="2901" y="1943"/>
                      <a:pt x="2901" y="1943"/>
                      <a:pt x="2901" y="1943"/>
                    </a:cubicBezTo>
                    <a:cubicBezTo>
                      <a:pt x="2899" y="1944"/>
                      <a:pt x="2899" y="1944"/>
                      <a:pt x="2899" y="1944"/>
                    </a:cubicBezTo>
                    <a:cubicBezTo>
                      <a:pt x="2898" y="1944"/>
                      <a:pt x="2898" y="1944"/>
                      <a:pt x="2898" y="1944"/>
                    </a:cubicBezTo>
                    <a:cubicBezTo>
                      <a:pt x="2897" y="1946"/>
                      <a:pt x="2897" y="1946"/>
                      <a:pt x="2897" y="1946"/>
                    </a:cubicBezTo>
                    <a:cubicBezTo>
                      <a:pt x="2895" y="1946"/>
                      <a:pt x="2895" y="1946"/>
                      <a:pt x="2895" y="1946"/>
                    </a:cubicBezTo>
                    <a:cubicBezTo>
                      <a:pt x="2893" y="1947"/>
                      <a:pt x="2893" y="1947"/>
                      <a:pt x="2893" y="1947"/>
                    </a:cubicBezTo>
                    <a:cubicBezTo>
                      <a:pt x="2892" y="1948"/>
                      <a:pt x="2892" y="1948"/>
                      <a:pt x="2892" y="1948"/>
                    </a:cubicBezTo>
                    <a:cubicBezTo>
                      <a:pt x="2890" y="1949"/>
                      <a:pt x="2890" y="1949"/>
                      <a:pt x="2890" y="1949"/>
                    </a:cubicBezTo>
                    <a:cubicBezTo>
                      <a:pt x="2889" y="1950"/>
                      <a:pt x="2889" y="1950"/>
                      <a:pt x="2889" y="1950"/>
                    </a:cubicBezTo>
                    <a:cubicBezTo>
                      <a:pt x="2887" y="1951"/>
                      <a:pt x="2887" y="1951"/>
                      <a:pt x="2887" y="1951"/>
                    </a:cubicBezTo>
                    <a:cubicBezTo>
                      <a:pt x="2885" y="1952"/>
                      <a:pt x="2885" y="1952"/>
                      <a:pt x="2885" y="1952"/>
                    </a:cubicBezTo>
                    <a:cubicBezTo>
                      <a:pt x="2884" y="1953"/>
                      <a:pt x="2884" y="1953"/>
                      <a:pt x="2884" y="1953"/>
                    </a:cubicBezTo>
                    <a:cubicBezTo>
                      <a:pt x="2882" y="1954"/>
                      <a:pt x="2882" y="1954"/>
                      <a:pt x="2882" y="1954"/>
                    </a:cubicBezTo>
                    <a:cubicBezTo>
                      <a:pt x="2881" y="1954"/>
                      <a:pt x="2881" y="1954"/>
                      <a:pt x="2881" y="1954"/>
                    </a:cubicBezTo>
                    <a:cubicBezTo>
                      <a:pt x="2879" y="1955"/>
                      <a:pt x="2879" y="1955"/>
                      <a:pt x="2879" y="1955"/>
                    </a:cubicBezTo>
                    <a:cubicBezTo>
                      <a:pt x="2879" y="1955"/>
                      <a:pt x="2879" y="1955"/>
                      <a:pt x="2879" y="1955"/>
                    </a:cubicBezTo>
                    <a:cubicBezTo>
                      <a:pt x="2864" y="1963"/>
                      <a:pt x="2847" y="1957"/>
                      <a:pt x="2839" y="1943"/>
                    </a:cubicBezTo>
                    <a:cubicBezTo>
                      <a:pt x="2832" y="1928"/>
                      <a:pt x="2838" y="1911"/>
                      <a:pt x="2852" y="1903"/>
                    </a:cubicBezTo>
                    <a:cubicBezTo>
                      <a:pt x="2852" y="1903"/>
                      <a:pt x="2852" y="1903"/>
                      <a:pt x="2852" y="1903"/>
                    </a:cubicBezTo>
                    <a:cubicBezTo>
                      <a:pt x="2854" y="1903"/>
                      <a:pt x="2854" y="1903"/>
                      <a:pt x="2854" y="1903"/>
                    </a:cubicBezTo>
                    <a:cubicBezTo>
                      <a:pt x="2855" y="1902"/>
                      <a:pt x="2855" y="1902"/>
                      <a:pt x="2855" y="1902"/>
                    </a:cubicBezTo>
                    <a:cubicBezTo>
                      <a:pt x="2856" y="1901"/>
                      <a:pt x="2856" y="1901"/>
                      <a:pt x="2856" y="1901"/>
                    </a:cubicBezTo>
                    <a:cubicBezTo>
                      <a:pt x="2857" y="1901"/>
                      <a:pt x="2857" y="1901"/>
                      <a:pt x="2857" y="1901"/>
                    </a:cubicBezTo>
                    <a:cubicBezTo>
                      <a:pt x="2859" y="1900"/>
                      <a:pt x="2859" y="1900"/>
                      <a:pt x="2859" y="1900"/>
                    </a:cubicBezTo>
                    <a:cubicBezTo>
                      <a:pt x="2860" y="1899"/>
                      <a:pt x="2860" y="1899"/>
                      <a:pt x="2860" y="1899"/>
                    </a:cubicBezTo>
                    <a:cubicBezTo>
                      <a:pt x="2861" y="1898"/>
                      <a:pt x="2861" y="1898"/>
                      <a:pt x="2861" y="1898"/>
                    </a:cubicBezTo>
                    <a:cubicBezTo>
                      <a:pt x="2863" y="1898"/>
                      <a:pt x="2863" y="1898"/>
                      <a:pt x="2863" y="1898"/>
                    </a:cubicBezTo>
                    <a:cubicBezTo>
                      <a:pt x="2864" y="1897"/>
                      <a:pt x="2864" y="1897"/>
                      <a:pt x="2864" y="1897"/>
                    </a:cubicBezTo>
                    <a:cubicBezTo>
                      <a:pt x="2865" y="1896"/>
                      <a:pt x="2865" y="1896"/>
                      <a:pt x="2865" y="1896"/>
                    </a:cubicBezTo>
                    <a:cubicBezTo>
                      <a:pt x="2866" y="1895"/>
                      <a:pt x="2866" y="1895"/>
                      <a:pt x="2866" y="1895"/>
                    </a:cubicBezTo>
                    <a:cubicBezTo>
                      <a:pt x="2867" y="1895"/>
                      <a:pt x="2867" y="1895"/>
                      <a:pt x="2867" y="1895"/>
                    </a:cubicBezTo>
                    <a:cubicBezTo>
                      <a:pt x="2869" y="1894"/>
                      <a:pt x="2869" y="1894"/>
                      <a:pt x="2869" y="1894"/>
                    </a:cubicBezTo>
                    <a:cubicBezTo>
                      <a:pt x="2870" y="1893"/>
                      <a:pt x="2870" y="1893"/>
                      <a:pt x="2870" y="1893"/>
                    </a:cubicBezTo>
                    <a:cubicBezTo>
                      <a:pt x="2871" y="1892"/>
                      <a:pt x="2871" y="1892"/>
                      <a:pt x="2871" y="1892"/>
                    </a:cubicBezTo>
                    <a:cubicBezTo>
                      <a:pt x="2873" y="1892"/>
                      <a:pt x="2873" y="1892"/>
                      <a:pt x="2873" y="1892"/>
                    </a:cubicBezTo>
                    <a:cubicBezTo>
                      <a:pt x="2874" y="1891"/>
                      <a:pt x="2874" y="1891"/>
                      <a:pt x="2874" y="1891"/>
                    </a:cubicBezTo>
                    <a:cubicBezTo>
                      <a:pt x="2875" y="1890"/>
                      <a:pt x="2875" y="1890"/>
                      <a:pt x="2875" y="1890"/>
                    </a:cubicBezTo>
                    <a:cubicBezTo>
                      <a:pt x="2876" y="1889"/>
                      <a:pt x="2876" y="1889"/>
                      <a:pt x="2876" y="1889"/>
                    </a:cubicBezTo>
                    <a:cubicBezTo>
                      <a:pt x="2878" y="1888"/>
                      <a:pt x="2878" y="1888"/>
                      <a:pt x="2878" y="1888"/>
                    </a:cubicBezTo>
                    <a:cubicBezTo>
                      <a:pt x="2879" y="1888"/>
                      <a:pt x="2879" y="1888"/>
                      <a:pt x="2879" y="1888"/>
                    </a:cubicBezTo>
                    <a:cubicBezTo>
                      <a:pt x="2880" y="1887"/>
                      <a:pt x="2880" y="1887"/>
                      <a:pt x="2880" y="1887"/>
                    </a:cubicBezTo>
                    <a:cubicBezTo>
                      <a:pt x="2881" y="1886"/>
                      <a:pt x="2881" y="1886"/>
                      <a:pt x="2881" y="1886"/>
                    </a:cubicBezTo>
                    <a:cubicBezTo>
                      <a:pt x="2882" y="1885"/>
                      <a:pt x="2882" y="1885"/>
                      <a:pt x="2882" y="1885"/>
                    </a:cubicBezTo>
                    <a:cubicBezTo>
                      <a:pt x="2883" y="1884"/>
                      <a:pt x="2883" y="1884"/>
                      <a:pt x="2883" y="1884"/>
                    </a:cubicBezTo>
                    <a:cubicBezTo>
                      <a:pt x="2885" y="1883"/>
                      <a:pt x="2885" y="1883"/>
                      <a:pt x="2885" y="1883"/>
                    </a:cubicBezTo>
                    <a:cubicBezTo>
                      <a:pt x="2886" y="1882"/>
                      <a:pt x="2886" y="1882"/>
                      <a:pt x="2886" y="1882"/>
                    </a:cubicBezTo>
                    <a:cubicBezTo>
                      <a:pt x="2887" y="1881"/>
                      <a:pt x="2887" y="1881"/>
                      <a:pt x="2887" y="1881"/>
                    </a:cubicBezTo>
                    <a:cubicBezTo>
                      <a:pt x="2888" y="1881"/>
                      <a:pt x="2888" y="1881"/>
                      <a:pt x="2888" y="1881"/>
                    </a:cubicBezTo>
                    <a:cubicBezTo>
                      <a:pt x="2889" y="1880"/>
                      <a:pt x="2889" y="1880"/>
                      <a:pt x="2889" y="1880"/>
                    </a:cubicBezTo>
                    <a:cubicBezTo>
                      <a:pt x="2890" y="1879"/>
                      <a:pt x="2890" y="1879"/>
                      <a:pt x="2890" y="1879"/>
                    </a:cubicBezTo>
                    <a:cubicBezTo>
                      <a:pt x="2892" y="1878"/>
                      <a:pt x="2892" y="1878"/>
                      <a:pt x="2892" y="1878"/>
                    </a:cubicBezTo>
                    <a:cubicBezTo>
                      <a:pt x="2893" y="1877"/>
                      <a:pt x="2893" y="1877"/>
                      <a:pt x="2893" y="1877"/>
                    </a:cubicBezTo>
                    <a:cubicBezTo>
                      <a:pt x="2894" y="1876"/>
                      <a:pt x="2894" y="1876"/>
                      <a:pt x="2894" y="1876"/>
                    </a:cubicBezTo>
                    <a:cubicBezTo>
                      <a:pt x="2895" y="1875"/>
                      <a:pt x="2895" y="1875"/>
                      <a:pt x="2895" y="1875"/>
                    </a:cubicBezTo>
                    <a:lnTo>
                      <a:pt x="2896" y="1875"/>
                    </a:lnTo>
                    <a:close/>
                    <a:moveTo>
                      <a:pt x="2695" y="1930"/>
                    </a:moveTo>
                    <a:cubicBezTo>
                      <a:pt x="2711" y="1930"/>
                      <a:pt x="2724" y="1943"/>
                      <a:pt x="2724" y="1959"/>
                    </a:cubicBezTo>
                    <a:cubicBezTo>
                      <a:pt x="2724" y="1975"/>
                      <a:pt x="2711" y="1988"/>
                      <a:pt x="2695" y="1988"/>
                    </a:cubicBezTo>
                    <a:cubicBezTo>
                      <a:pt x="2637" y="1988"/>
                      <a:pt x="2637" y="1988"/>
                      <a:pt x="2637" y="1988"/>
                    </a:cubicBezTo>
                    <a:cubicBezTo>
                      <a:pt x="2621" y="1988"/>
                      <a:pt x="2608" y="1975"/>
                      <a:pt x="2608" y="1959"/>
                    </a:cubicBezTo>
                    <a:cubicBezTo>
                      <a:pt x="2608" y="1943"/>
                      <a:pt x="2621" y="1930"/>
                      <a:pt x="2637" y="1930"/>
                    </a:cubicBezTo>
                    <a:lnTo>
                      <a:pt x="2695" y="19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83D109A6-2650-84E2-D900-A9C6EAE874E4}"/>
              </a:ext>
            </a:extLst>
          </p:cNvPr>
          <p:cNvSpPr/>
          <p:nvPr/>
        </p:nvSpPr>
        <p:spPr>
          <a:xfrm>
            <a:off x="6512992" y="2470344"/>
            <a:ext cx="276181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ctr"/>
            <a:r>
              <a:rPr lang="en-US" sz="1200" dirty="0">
                <a:solidFill>
                  <a:schemeClr val="bg1"/>
                </a:solidFill>
                <a:latin typeface="+mj-lt"/>
                <a:cs typeface="Calibri"/>
              </a:rPr>
              <a:t>Test Case Updates, ~</a:t>
            </a:r>
            <a:r>
              <a:rPr lang="en-US" sz="1200" b="1" dirty="0">
                <a:solidFill>
                  <a:schemeClr val="bg1"/>
                </a:solidFill>
                <a:latin typeface="+mj-lt"/>
                <a:cs typeface="Calibri"/>
              </a:rPr>
              <a:t>3500 DV </a:t>
            </a:r>
            <a:r>
              <a:rPr lang="en-US" sz="1200" dirty="0">
                <a:solidFill>
                  <a:schemeClr val="bg1"/>
                </a:solidFill>
                <a:latin typeface="+mj-lt"/>
                <a:cs typeface="Calibri"/>
              </a:rPr>
              <a:t>Test Runs across all Protocols &amp; Product lines</a:t>
            </a:r>
            <a:endParaRPr lang="en-IN" sz="1200" dirty="0">
              <a:solidFill>
                <a:schemeClr val="bg1"/>
              </a:solidFill>
              <a:latin typeface="+mj-lt"/>
              <a:ea typeface="Tahoma"/>
              <a:cs typeface="Calibri"/>
            </a:endParaRPr>
          </a:p>
        </p:txBody>
      </p:sp>
      <p:pic>
        <p:nvPicPr>
          <p:cNvPr id="88" name="Picture 30" descr="Image result for automation  png">
            <a:extLst>
              <a:ext uri="{FF2B5EF4-FFF2-40B4-BE49-F238E27FC236}">
                <a16:creationId xmlns:a16="http://schemas.microsoft.com/office/drawing/2014/main" id="{945A752A-1B18-63A1-7C38-0B1C9701B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095" y="1232818"/>
            <a:ext cx="1931157" cy="1082890"/>
          </a:xfrm>
          <a:prstGeom prst="rect">
            <a:avLst/>
          </a:prstGeom>
          <a:noFill/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D0268AFF-E8EF-2D03-FDCF-7140207CCD5D}"/>
              </a:ext>
            </a:extLst>
          </p:cNvPr>
          <p:cNvSpPr/>
          <p:nvPr/>
        </p:nvSpPr>
        <p:spPr>
          <a:xfrm>
            <a:off x="3170769" y="2500506"/>
            <a:ext cx="252262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ctr"/>
            <a:r>
              <a:rPr lang="en-IN" sz="1200" dirty="0">
                <a:solidFill>
                  <a:schemeClr val="bg1"/>
                </a:solidFill>
                <a:latin typeface="+mj-lt"/>
                <a:cs typeface="Calibri"/>
              </a:rPr>
              <a:t>Major contribution in critical releases with a coverage of 85%</a:t>
            </a:r>
            <a:endParaRPr lang="en-IN" sz="1200" dirty="0">
              <a:solidFill>
                <a:schemeClr val="bg1"/>
              </a:solidFill>
              <a:latin typeface="+mj-lt"/>
              <a:ea typeface="Tahoma"/>
              <a:cs typeface="Calibri"/>
            </a:endParaRPr>
          </a:p>
        </p:txBody>
      </p:sp>
      <p:pic>
        <p:nvPicPr>
          <p:cNvPr id="90" name="Picture 36" descr="Related image">
            <a:extLst>
              <a:ext uri="{FF2B5EF4-FFF2-40B4-BE49-F238E27FC236}">
                <a16:creationId xmlns:a16="http://schemas.microsoft.com/office/drawing/2014/main" id="{BEC97C59-F6E5-549F-D6E5-9DA859BB9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25" y="3585206"/>
            <a:ext cx="967901" cy="967901"/>
          </a:xfrm>
          <a:prstGeom prst="rect">
            <a:avLst/>
          </a:prstGeom>
          <a:noFill/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8294C349-1D8F-D2AE-238A-5196E0AB69C5}"/>
              </a:ext>
            </a:extLst>
          </p:cNvPr>
          <p:cNvSpPr/>
          <p:nvPr/>
        </p:nvSpPr>
        <p:spPr>
          <a:xfrm>
            <a:off x="77915" y="4859057"/>
            <a:ext cx="272342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ctr"/>
            <a:r>
              <a:rPr lang="en-IN" sz="1200" dirty="0">
                <a:solidFill>
                  <a:schemeClr val="bg1"/>
                </a:solidFill>
                <a:latin typeface="+mj-lt"/>
                <a:cs typeface="Calibri"/>
                <a:hlinkClick r:id="rId5" action="ppaction://hlinksldjump"/>
              </a:rPr>
              <a:t>Raised significant defects </a:t>
            </a:r>
            <a:r>
              <a:rPr lang="en-IN" sz="1200" b="1" dirty="0">
                <a:solidFill>
                  <a:schemeClr val="bg1"/>
                </a:solidFill>
                <a:latin typeface="+mj-lt"/>
                <a:cs typeface="Calibri"/>
              </a:rPr>
              <a:t>369</a:t>
            </a:r>
            <a:r>
              <a:rPr lang="en-IN" sz="1200" dirty="0">
                <a:solidFill>
                  <a:schemeClr val="bg1"/>
                </a:solidFill>
                <a:latin typeface="+mj-lt"/>
                <a:cs typeface="Calibri"/>
              </a:rPr>
              <a:t> in all projects that helped product quality improvement</a:t>
            </a:r>
            <a:endParaRPr lang="en-IN" sz="1200" dirty="0">
              <a:solidFill>
                <a:schemeClr val="bg1"/>
              </a:solidFill>
              <a:latin typeface="+mj-lt"/>
              <a:ea typeface="Tahoma"/>
              <a:cs typeface="Calibri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A8DC7EC-FAA3-B638-8F33-CF72B34800EE}"/>
              </a:ext>
            </a:extLst>
          </p:cNvPr>
          <p:cNvCxnSpPr>
            <a:cxnSpLocks/>
          </p:cNvCxnSpPr>
          <p:nvPr/>
        </p:nvCxnSpPr>
        <p:spPr>
          <a:xfrm flipV="1">
            <a:off x="2858176" y="116068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4A0FA03-734B-1D49-DA68-367BBAF6C10E}"/>
              </a:ext>
            </a:extLst>
          </p:cNvPr>
          <p:cNvCxnSpPr>
            <a:cxnSpLocks/>
          </p:cNvCxnSpPr>
          <p:nvPr/>
        </p:nvCxnSpPr>
        <p:spPr>
          <a:xfrm flipV="1">
            <a:off x="2858176" y="370904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738B380B-52E5-52AB-D744-61FCFED8BA7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clrChange>
              <a:clrFrom>
                <a:srgbClr val="0F253F"/>
              </a:clrFrom>
              <a:clrTo>
                <a:srgbClr val="0F253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96" t="56678" r="37571" b="25354"/>
          <a:stretch/>
        </p:blipFill>
        <p:spPr>
          <a:xfrm>
            <a:off x="6993359" y="3842601"/>
            <a:ext cx="1566049" cy="1056000"/>
          </a:xfrm>
          <a:prstGeom prst="rect">
            <a:avLst/>
          </a:prstGeom>
          <a:noFill/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2D29E065-C68D-2554-E387-89D00CA62D4E}"/>
              </a:ext>
            </a:extLst>
          </p:cNvPr>
          <p:cNvSpPr/>
          <p:nvPr/>
        </p:nvSpPr>
        <p:spPr>
          <a:xfrm>
            <a:off x="6549232" y="4857380"/>
            <a:ext cx="2424773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Calibri"/>
              </a:rPr>
              <a:t>SME Activities </a:t>
            </a:r>
            <a:r>
              <a:rPr lang="en-IN" sz="1200" dirty="0">
                <a:solidFill>
                  <a:schemeClr val="bg1"/>
                </a:solidFill>
                <a:latin typeface="+mj-lt"/>
                <a:cs typeface="Calibri"/>
              </a:rPr>
              <a:t>- 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Enhanced SME team size from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17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to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41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Calibri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B4450D8-6346-1D22-E9C6-3C885D01402D}"/>
              </a:ext>
            </a:extLst>
          </p:cNvPr>
          <p:cNvCxnSpPr>
            <a:cxnSpLocks/>
          </p:cNvCxnSpPr>
          <p:nvPr/>
        </p:nvCxnSpPr>
        <p:spPr>
          <a:xfrm flipV="1">
            <a:off x="6123751" y="1256379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B4E0CA0-3D8E-639A-A4BC-9E8E81727878}"/>
              </a:ext>
            </a:extLst>
          </p:cNvPr>
          <p:cNvCxnSpPr>
            <a:cxnSpLocks/>
          </p:cNvCxnSpPr>
          <p:nvPr/>
        </p:nvCxnSpPr>
        <p:spPr>
          <a:xfrm flipV="1">
            <a:off x="6123751" y="370904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0B79CEE-A9D4-048B-3A4D-F0B7F2B95A01}"/>
              </a:ext>
            </a:extLst>
          </p:cNvPr>
          <p:cNvCxnSpPr>
            <a:cxnSpLocks/>
          </p:cNvCxnSpPr>
          <p:nvPr/>
        </p:nvCxnSpPr>
        <p:spPr>
          <a:xfrm flipV="1">
            <a:off x="9396083" y="1259781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78D4628-F58A-51AE-8F6F-F82D8D048146}"/>
              </a:ext>
            </a:extLst>
          </p:cNvPr>
          <p:cNvCxnSpPr>
            <a:cxnSpLocks/>
          </p:cNvCxnSpPr>
          <p:nvPr/>
        </p:nvCxnSpPr>
        <p:spPr>
          <a:xfrm flipV="1">
            <a:off x="9370374" y="3709042"/>
            <a:ext cx="0" cy="1950720"/>
          </a:xfrm>
          <a:prstGeom prst="line">
            <a:avLst/>
          </a:prstGeom>
          <a:ln w="1905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3295D01-9960-6467-4909-88C278501081}"/>
              </a:ext>
            </a:extLst>
          </p:cNvPr>
          <p:cNvSpPr/>
          <p:nvPr/>
        </p:nvSpPr>
        <p:spPr>
          <a:xfrm>
            <a:off x="3353409" y="4826524"/>
            <a:ext cx="2268847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+mj-lt"/>
                <a:cs typeface="Calibri"/>
                <a:hlinkClick r:id="rId5" action="ppaction://hlinksldjump"/>
              </a:rPr>
              <a:t>130+</a:t>
            </a:r>
            <a:r>
              <a:rPr lang="en-IN" sz="1200" dirty="0">
                <a:solidFill>
                  <a:schemeClr val="bg1"/>
                </a:solidFill>
                <a:latin typeface="+mj-lt"/>
                <a:cs typeface="Calibri"/>
                <a:hlinkClick r:id="rId5" action="ppaction://hlinksldjump"/>
              </a:rPr>
              <a:t> bugs raised </a:t>
            </a:r>
            <a:r>
              <a:rPr lang="en-IN" sz="1200" dirty="0">
                <a:solidFill>
                  <a:schemeClr val="bg1"/>
                </a:solidFill>
                <a:latin typeface="+mj-lt"/>
                <a:cs typeface="Calibri"/>
              </a:rPr>
              <a:t>in Ad hoc/ Exploratory testing and added additional 30% Functional Test coverage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D9E2067-047D-32D2-A151-7472F9BBD134}"/>
              </a:ext>
            </a:extLst>
          </p:cNvPr>
          <p:cNvSpPr/>
          <p:nvPr/>
        </p:nvSpPr>
        <p:spPr>
          <a:xfrm>
            <a:off x="9435757" y="2488584"/>
            <a:ext cx="2810753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  <a:cs typeface="Calibri"/>
              </a:rPr>
              <a:t>Systems lab set up with </a:t>
            </a:r>
            <a:r>
              <a:rPr lang="en-US" sz="1200" b="1" dirty="0">
                <a:solidFill>
                  <a:schemeClr val="bg1"/>
                </a:solidFill>
                <a:latin typeface="+mj-lt"/>
                <a:cs typeface="Calibri"/>
              </a:rPr>
              <a:t>80% </a:t>
            </a:r>
            <a:r>
              <a:rPr lang="en-US" sz="1200" dirty="0">
                <a:solidFill>
                  <a:schemeClr val="bg1"/>
                </a:solidFill>
                <a:latin typeface="+mj-lt"/>
                <a:cs typeface="Calibri"/>
              </a:rPr>
              <a:t>of equipment at </a:t>
            </a:r>
            <a:r>
              <a:rPr lang="en-US" sz="1200" dirty="0" err="1">
                <a:solidFill>
                  <a:schemeClr val="bg1"/>
                </a:solidFill>
                <a:latin typeface="+mj-lt"/>
                <a:cs typeface="Calibri"/>
              </a:rPr>
              <a:t>Cigniti</a:t>
            </a:r>
            <a:r>
              <a:rPr lang="en-US" sz="1200" dirty="0">
                <a:solidFill>
                  <a:schemeClr val="bg1"/>
                </a:solidFill>
                <a:latin typeface="+mj-lt"/>
                <a:cs typeface="Calibri"/>
              </a:rPr>
              <a:t> offshore</a:t>
            </a:r>
            <a:endParaRPr lang="en-US" sz="1200" dirty="0">
              <a:solidFill>
                <a:schemeClr val="bg1"/>
              </a:solidFill>
              <a:latin typeface="+mj-lt"/>
              <a:ea typeface="Tahoma"/>
              <a:cs typeface="Calibri" panose="020F0502020204030204" pitchFamily="34" charset="0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5ABB37C-BE9A-C631-1715-6B4B3F3C029A}"/>
              </a:ext>
            </a:extLst>
          </p:cNvPr>
          <p:cNvCxnSpPr>
            <a:cxnSpLocks/>
          </p:cNvCxnSpPr>
          <p:nvPr/>
        </p:nvCxnSpPr>
        <p:spPr>
          <a:xfrm>
            <a:off x="-36890" y="3352658"/>
            <a:ext cx="12181467" cy="95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 descr="A group of people holding a puzzle piece&#10;&#10;Description automatically generated">
            <a:extLst>
              <a:ext uri="{FF2B5EF4-FFF2-40B4-BE49-F238E27FC236}">
                <a16:creationId xmlns:a16="http://schemas.microsoft.com/office/drawing/2014/main" id="{F8EA7C1F-A0E7-1F23-7E33-224F4458BCA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299" y="3587135"/>
            <a:ext cx="1531670" cy="1288760"/>
          </a:xfrm>
          <a:prstGeom prst="rect">
            <a:avLst/>
          </a:prstGeom>
          <a:noFill/>
        </p:spPr>
      </p:pic>
      <p:pic>
        <p:nvPicPr>
          <p:cNvPr id="104" name="Picture 103" descr="A blue and black logo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847396A7-DA04-36A1-6A11-1E06731229E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73" y="655444"/>
            <a:ext cx="1917628" cy="1917628"/>
          </a:xfrm>
          <a:prstGeom prst="rect">
            <a:avLst/>
          </a:prstGeom>
          <a:noFill/>
        </p:spPr>
      </p:pic>
      <p:pic>
        <p:nvPicPr>
          <p:cNvPr id="105" name="Picture 104" descr="A magnifying glass with a heart&#10;&#10;Description automatically generated">
            <a:extLst>
              <a:ext uri="{FF2B5EF4-FFF2-40B4-BE49-F238E27FC236}">
                <a16:creationId xmlns:a16="http://schemas.microsoft.com/office/drawing/2014/main" id="{3DD6FD25-378B-05BA-8EFB-C252478BAD9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085" y="3743704"/>
            <a:ext cx="1197851" cy="1056000"/>
          </a:xfrm>
          <a:prstGeom prst="rect">
            <a:avLst/>
          </a:prstGeom>
          <a:noFill/>
        </p:spPr>
      </p:pic>
      <p:pic>
        <p:nvPicPr>
          <p:cNvPr id="106" name="Picture 105" descr="A group of smart phones with a device on the screen&#10;&#10;Description automatically generated with medium confidence">
            <a:extLst>
              <a:ext uri="{FF2B5EF4-FFF2-40B4-BE49-F238E27FC236}">
                <a16:creationId xmlns:a16="http://schemas.microsoft.com/office/drawing/2014/main" id="{1CB63E1D-CD63-BC49-6AA3-EE08065F58D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299" y="1149075"/>
            <a:ext cx="1307291" cy="1307291"/>
          </a:xfrm>
          <a:prstGeom prst="rect">
            <a:avLst/>
          </a:prstGeom>
          <a:noFill/>
        </p:spPr>
      </p:pic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173AF6C-0E34-F30B-4B10-D600A554B580}"/>
              </a:ext>
            </a:extLst>
          </p:cNvPr>
          <p:cNvGrpSpPr/>
          <p:nvPr/>
        </p:nvGrpSpPr>
        <p:grpSpPr>
          <a:xfrm>
            <a:off x="7053728" y="1209816"/>
            <a:ext cx="1328976" cy="1118024"/>
            <a:chOff x="4027675" y="2339708"/>
            <a:chExt cx="2357437" cy="2148155"/>
          </a:xfrm>
        </p:grpSpPr>
        <p:sp>
          <p:nvSpPr>
            <p:cNvPr id="108" name="Oval 216">
              <a:extLst>
                <a:ext uri="{FF2B5EF4-FFF2-40B4-BE49-F238E27FC236}">
                  <a16:creationId xmlns:a16="http://schemas.microsoft.com/office/drawing/2014/main" id="{8DA0904D-2650-3088-DADB-B632ACDEC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794" y="2408238"/>
              <a:ext cx="2079625" cy="2079625"/>
            </a:xfrm>
            <a:prstGeom prst="ellipse">
              <a:avLst/>
            </a:prstGeom>
            <a:solidFill>
              <a:srgbClr val="71C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62560" tIns="81280" rIns="162560" bIns="8128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+mj-lt"/>
                <a:cs typeface="Calibri" panose="020F0502020204030204" pitchFamily="34" charset="0"/>
              </a:endParaRP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5A9B645F-7186-1996-F1F8-363699A7BE61}"/>
                </a:ext>
              </a:extLst>
            </p:cNvPr>
            <p:cNvGrpSpPr/>
            <p:nvPr/>
          </p:nvGrpSpPr>
          <p:grpSpPr>
            <a:xfrm>
              <a:off x="4027675" y="2339708"/>
              <a:ext cx="2357437" cy="2075132"/>
              <a:chOff x="4081463" y="2617788"/>
              <a:chExt cx="2041525" cy="1797051"/>
            </a:xfrm>
          </p:grpSpPr>
          <p:sp>
            <p:nvSpPr>
              <p:cNvPr id="110" name="Freeform 155">
                <a:extLst>
                  <a:ext uri="{FF2B5EF4-FFF2-40B4-BE49-F238E27FC236}">
                    <a16:creationId xmlns:a16="http://schemas.microsoft.com/office/drawing/2014/main" id="{EA0C0F2A-A6DE-4877-2640-DF5E771C5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463" y="2881313"/>
                <a:ext cx="941387" cy="1077913"/>
              </a:xfrm>
              <a:custGeom>
                <a:avLst/>
                <a:gdLst>
                  <a:gd name="T0" fmla="*/ 402 w 593"/>
                  <a:gd name="T1" fmla="*/ 0 h 679"/>
                  <a:gd name="T2" fmla="*/ 402 w 593"/>
                  <a:gd name="T3" fmla="*/ 0 h 679"/>
                  <a:gd name="T4" fmla="*/ 593 w 593"/>
                  <a:gd name="T5" fmla="*/ 535 h 679"/>
                  <a:gd name="T6" fmla="*/ 190 w 593"/>
                  <a:gd name="T7" fmla="*/ 679 h 679"/>
                  <a:gd name="T8" fmla="*/ 0 w 593"/>
                  <a:gd name="T9" fmla="*/ 144 h 679"/>
                  <a:gd name="T10" fmla="*/ 402 w 593"/>
                  <a:gd name="T11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93" h="679">
                    <a:moveTo>
                      <a:pt x="402" y="0"/>
                    </a:moveTo>
                    <a:lnTo>
                      <a:pt x="402" y="0"/>
                    </a:lnTo>
                    <a:lnTo>
                      <a:pt x="593" y="535"/>
                    </a:lnTo>
                    <a:lnTo>
                      <a:pt x="190" y="679"/>
                    </a:lnTo>
                    <a:lnTo>
                      <a:pt x="0" y="144"/>
                    </a:lnTo>
                    <a:lnTo>
                      <a:pt x="402" y="0"/>
                    </a:lnTo>
                    <a:close/>
                  </a:path>
                </a:pathLst>
              </a:custGeom>
              <a:solidFill>
                <a:srgbClr val="E5E6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Freeform 156">
                <a:extLst>
                  <a:ext uri="{FF2B5EF4-FFF2-40B4-BE49-F238E27FC236}">
                    <a16:creationId xmlns:a16="http://schemas.microsoft.com/office/drawing/2014/main" id="{14CBCDBC-265E-0E40-5DFE-70C7705E3B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0050" y="3076576"/>
                <a:ext cx="712787" cy="781050"/>
              </a:xfrm>
              <a:custGeom>
                <a:avLst/>
                <a:gdLst>
                  <a:gd name="T0" fmla="*/ 52 w 449"/>
                  <a:gd name="T1" fmla="*/ 258 h 492"/>
                  <a:gd name="T2" fmla="*/ 366 w 449"/>
                  <a:gd name="T3" fmla="*/ 146 h 492"/>
                  <a:gd name="T4" fmla="*/ 371 w 449"/>
                  <a:gd name="T5" fmla="*/ 162 h 492"/>
                  <a:gd name="T6" fmla="*/ 57 w 449"/>
                  <a:gd name="T7" fmla="*/ 274 h 492"/>
                  <a:gd name="T8" fmla="*/ 52 w 449"/>
                  <a:gd name="T9" fmla="*/ 258 h 492"/>
                  <a:gd name="T10" fmla="*/ 0 w 449"/>
                  <a:gd name="T11" fmla="*/ 113 h 492"/>
                  <a:gd name="T12" fmla="*/ 314 w 449"/>
                  <a:gd name="T13" fmla="*/ 0 h 492"/>
                  <a:gd name="T14" fmla="*/ 319 w 449"/>
                  <a:gd name="T15" fmla="*/ 16 h 492"/>
                  <a:gd name="T16" fmla="*/ 5 w 449"/>
                  <a:gd name="T17" fmla="*/ 128 h 492"/>
                  <a:gd name="T18" fmla="*/ 0 w 449"/>
                  <a:gd name="T19" fmla="*/ 113 h 492"/>
                  <a:gd name="T20" fmla="*/ 26 w 449"/>
                  <a:gd name="T21" fmla="*/ 185 h 492"/>
                  <a:gd name="T22" fmla="*/ 340 w 449"/>
                  <a:gd name="T23" fmla="*/ 73 h 492"/>
                  <a:gd name="T24" fmla="*/ 345 w 449"/>
                  <a:gd name="T25" fmla="*/ 89 h 492"/>
                  <a:gd name="T26" fmla="*/ 31 w 449"/>
                  <a:gd name="T27" fmla="*/ 201 h 492"/>
                  <a:gd name="T28" fmla="*/ 26 w 449"/>
                  <a:gd name="T29" fmla="*/ 185 h 492"/>
                  <a:gd name="T30" fmla="*/ 130 w 449"/>
                  <a:gd name="T31" fmla="*/ 476 h 492"/>
                  <a:gd name="T32" fmla="*/ 443 w 449"/>
                  <a:gd name="T33" fmla="*/ 364 h 492"/>
                  <a:gd name="T34" fmla="*/ 449 w 449"/>
                  <a:gd name="T35" fmla="*/ 380 h 492"/>
                  <a:gd name="T36" fmla="*/ 135 w 449"/>
                  <a:gd name="T37" fmla="*/ 492 h 492"/>
                  <a:gd name="T38" fmla="*/ 130 w 449"/>
                  <a:gd name="T39" fmla="*/ 476 h 492"/>
                  <a:gd name="T40" fmla="*/ 104 w 449"/>
                  <a:gd name="T41" fmla="*/ 403 h 492"/>
                  <a:gd name="T42" fmla="*/ 418 w 449"/>
                  <a:gd name="T43" fmla="*/ 292 h 492"/>
                  <a:gd name="T44" fmla="*/ 423 w 449"/>
                  <a:gd name="T45" fmla="*/ 307 h 492"/>
                  <a:gd name="T46" fmla="*/ 109 w 449"/>
                  <a:gd name="T47" fmla="*/ 419 h 492"/>
                  <a:gd name="T48" fmla="*/ 104 w 449"/>
                  <a:gd name="T49" fmla="*/ 403 h 492"/>
                  <a:gd name="T50" fmla="*/ 78 w 449"/>
                  <a:gd name="T51" fmla="*/ 331 h 492"/>
                  <a:gd name="T52" fmla="*/ 392 w 449"/>
                  <a:gd name="T53" fmla="*/ 219 h 492"/>
                  <a:gd name="T54" fmla="*/ 397 w 449"/>
                  <a:gd name="T55" fmla="*/ 234 h 492"/>
                  <a:gd name="T56" fmla="*/ 83 w 449"/>
                  <a:gd name="T57" fmla="*/ 347 h 492"/>
                  <a:gd name="T58" fmla="*/ 78 w 449"/>
                  <a:gd name="T59" fmla="*/ 331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49" h="492">
                    <a:moveTo>
                      <a:pt x="52" y="258"/>
                    </a:moveTo>
                    <a:lnTo>
                      <a:pt x="366" y="146"/>
                    </a:lnTo>
                    <a:lnTo>
                      <a:pt x="371" y="162"/>
                    </a:lnTo>
                    <a:lnTo>
                      <a:pt x="57" y="274"/>
                    </a:lnTo>
                    <a:lnTo>
                      <a:pt x="52" y="258"/>
                    </a:lnTo>
                    <a:close/>
                    <a:moveTo>
                      <a:pt x="0" y="113"/>
                    </a:moveTo>
                    <a:lnTo>
                      <a:pt x="314" y="0"/>
                    </a:lnTo>
                    <a:lnTo>
                      <a:pt x="319" y="16"/>
                    </a:lnTo>
                    <a:lnTo>
                      <a:pt x="5" y="128"/>
                    </a:lnTo>
                    <a:lnTo>
                      <a:pt x="0" y="113"/>
                    </a:lnTo>
                    <a:close/>
                    <a:moveTo>
                      <a:pt x="26" y="185"/>
                    </a:moveTo>
                    <a:lnTo>
                      <a:pt x="340" y="73"/>
                    </a:lnTo>
                    <a:lnTo>
                      <a:pt x="345" y="89"/>
                    </a:lnTo>
                    <a:lnTo>
                      <a:pt x="31" y="201"/>
                    </a:lnTo>
                    <a:lnTo>
                      <a:pt x="26" y="185"/>
                    </a:lnTo>
                    <a:close/>
                    <a:moveTo>
                      <a:pt x="130" y="476"/>
                    </a:moveTo>
                    <a:lnTo>
                      <a:pt x="443" y="364"/>
                    </a:lnTo>
                    <a:lnTo>
                      <a:pt x="449" y="380"/>
                    </a:lnTo>
                    <a:lnTo>
                      <a:pt x="135" y="492"/>
                    </a:lnTo>
                    <a:lnTo>
                      <a:pt x="130" y="476"/>
                    </a:lnTo>
                    <a:close/>
                    <a:moveTo>
                      <a:pt x="104" y="403"/>
                    </a:moveTo>
                    <a:lnTo>
                      <a:pt x="418" y="292"/>
                    </a:lnTo>
                    <a:lnTo>
                      <a:pt x="423" y="307"/>
                    </a:lnTo>
                    <a:lnTo>
                      <a:pt x="109" y="419"/>
                    </a:lnTo>
                    <a:lnTo>
                      <a:pt x="104" y="403"/>
                    </a:lnTo>
                    <a:close/>
                    <a:moveTo>
                      <a:pt x="78" y="331"/>
                    </a:moveTo>
                    <a:lnTo>
                      <a:pt x="392" y="219"/>
                    </a:lnTo>
                    <a:lnTo>
                      <a:pt x="397" y="234"/>
                    </a:lnTo>
                    <a:lnTo>
                      <a:pt x="83" y="347"/>
                    </a:lnTo>
                    <a:lnTo>
                      <a:pt x="78" y="33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Freeform 157">
                <a:extLst>
                  <a:ext uri="{FF2B5EF4-FFF2-40B4-BE49-F238E27FC236}">
                    <a16:creationId xmlns:a16="http://schemas.microsoft.com/office/drawing/2014/main" id="{2E07A6E7-EA48-8AAD-BC50-C3E4337E9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538" y="2747963"/>
                <a:ext cx="995362" cy="1322388"/>
              </a:xfrm>
              <a:custGeom>
                <a:avLst/>
                <a:gdLst>
                  <a:gd name="T0" fmla="*/ 627 w 627"/>
                  <a:gd name="T1" fmla="*/ 0 h 833"/>
                  <a:gd name="T2" fmla="*/ 627 w 627"/>
                  <a:gd name="T3" fmla="*/ 0 h 833"/>
                  <a:gd name="T4" fmla="*/ 627 w 627"/>
                  <a:gd name="T5" fmla="*/ 833 h 833"/>
                  <a:gd name="T6" fmla="*/ 0 w 627"/>
                  <a:gd name="T7" fmla="*/ 833 h 833"/>
                  <a:gd name="T8" fmla="*/ 0 w 627"/>
                  <a:gd name="T9" fmla="*/ 0 h 833"/>
                  <a:gd name="T10" fmla="*/ 627 w 627"/>
                  <a:gd name="T11" fmla="*/ 0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7" h="833">
                    <a:moveTo>
                      <a:pt x="627" y="0"/>
                    </a:moveTo>
                    <a:lnTo>
                      <a:pt x="627" y="0"/>
                    </a:lnTo>
                    <a:lnTo>
                      <a:pt x="627" y="833"/>
                    </a:lnTo>
                    <a:lnTo>
                      <a:pt x="0" y="833"/>
                    </a:lnTo>
                    <a:lnTo>
                      <a:pt x="0" y="0"/>
                    </a:lnTo>
                    <a:lnTo>
                      <a:pt x="627" y="0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Freeform 158">
                <a:extLst>
                  <a:ext uri="{FF2B5EF4-FFF2-40B4-BE49-F238E27FC236}">
                    <a16:creationId xmlns:a16="http://schemas.microsoft.com/office/drawing/2014/main" id="{45D1C3CE-D025-A979-2464-6CBD2FE6A6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21250" y="2940051"/>
                <a:ext cx="776287" cy="938213"/>
              </a:xfrm>
              <a:custGeom>
                <a:avLst/>
                <a:gdLst>
                  <a:gd name="T0" fmla="*/ 0 w 489"/>
                  <a:gd name="T1" fmla="*/ 226 h 591"/>
                  <a:gd name="T2" fmla="*/ 489 w 489"/>
                  <a:gd name="T3" fmla="*/ 226 h 591"/>
                  <a:gd name="T4" fmla="*/ 489 w 489"/>
                  <a:gd name="T5" fmla="*/ 251 h 591"/>
                  <a:gd name="T6" fmla="*/ 0 w 489"/>
                  <a:gd name="T7" fmla="*/ 251 h 591"/>
                  <a:gd name="T8" fmla="*/ 0 w 489"/>
                  <a:gd name="T9" fmla="*/ 226 h 591"/>
                  <a:gd name="T10" fmla="*/ 0 w 489"/>
                  <a:gd name="T11" fmla="*/ 0 h 591"/>
                  <a:gd name="T12" fmla="*/ 489 w 489"/>
                  <a:gd name="T13" fmla="*/ 0 h 591"/>
                  <a:gd name="T14" fmla="*/ 489 w 489"/>
                  <a:gd name="T15" fmla="*/ 24 h 591"/>
                  <a:gd name="T16" fmla="*/ 0 w 489"/>
                  <a:gd name="T17" fmla="*/ 24 h 591"/>
                  <a:gd name="T18" fmla="*/ 0 w 489"/>
                  <a:gd name="T19" fmla="*/ 0 h 591"/>
                  <a:gd name="T20" fmla="*/ 0 w 489"/>
                  <a:gd name="T21" fmla="*/ 113 h 591"/>
                  <a:gd name="T22" fmla="*/ 489 w 489"/>
                  <a:gd name="T23" fmla="*/ 113 h 591"/>
                  <a:gd name="T24" fmla="*/ 489 w 489"/>
                  <a:gd name="T25" fmla="*/ 137 h 591"/>
                  <a:gd name="T26" fmla="*/ 0 w 489"/>
                  <a:gd name="T27" fmla="*/ 137 h 591"/>
                  <a:gd name="T28" fmla="*/ 0 w 489"/>
                  <a:gd name="T29" fmla="*/ 113 h 591"/>
                  <a:gd name="T30" fmla="*/ 0 w 489"/>
                  <a:gd name="T31" fmla="*/ 566 h 591"/>
                  <a:gd name="T32" fmla="*/ 489 w 489"/>
                  <a:gd name="T33" fmla="*/ 566 h 591"/>
                  <a:gd name="T34" fmla="*/ 489 w 489"/>
                  <a:gd name="T35" fmla="*/ 591 h 591"/>
                  <a:gd name="T36" fmla="*/ 0 w 489"/>
                  <a:gd name="T37" fmla="*/ 591 h 591"/>
                  <a:gd name="T38" fmla="*/ 0 w 489"/>
                  <a:gd name="T39" fmla="*/ 566 h 591"/>
                  <a:gd name="T40" fmla="*/ 0 w 489"/>
                  <a:gd name="T41" fmla="*/ 453 h 591"/>
                  <a:gd name="T42" fmla="*/ 489 w 489"/>
                  <a:gd name="T43" fmla="*/ 453 h 591"/>
                  <a:gd name="T44" fmla="*/ 489 w 489"/>
                  <a:gd name="T45" fmla="*/ 477 h 591"/>
                  <a:gd name="T46" fmla="*/ 0 w 489"/>
                  <a:gd name="T47" fmla="*/ 478 h 591"/>
                  <a:gd name="T48" fmla="*/ 0 w 489"/>
                  <a:gd name="T49" fmla="*/ 453 h 591"/>
                  <a:gd name="T50" fmla="*/ 0 w 489"/>
                  <a:gd name="T51" fmla="*/ 340 h 591"/>
                  <a:gd name="T52" fmla="*/ 489 w 489"/>
                  <a:gd name="T53" fmla="*/ 340 h 591"/>
                  <a:gd name="T54" fmla="*/ 489 w 489"/>
                  <a:gd name="T55" fmla="*/ 364 h 591"/>
                  <a:gd name="T56" fmla="*/ 0 w 489"/>
                  <a:gd name="T57" fmla="*/ 364 h 591"/>
                  <a:gd name="T58" fmla="*/ 0 w 489"/>
                  <a:gd name="T59" fmla="*/ 340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89" h="591">
                    <a:moveTo>
                      <a:pt x="0" y="226"/>
                    </a:moveTo>
                    <a:lnTo>
                      <a:pt x="489" y="226"/>
                    </a:lnTo>
                    <a:lnTo>
                      <a:pt x="489" y="251"/>
                    </a:lnTo>
                    <a:lnTo>
                      <a:pt x="0" y="251"/>
                    </a:lnTo>
                    <a:lnTo>
                      <a:pt x="0" y="226"/>
                    </a:lnTo>
                    <a:close/>
                    <a:moveTo>
                      <a:pt x="0" y="0"/>
                    </a:moveTo>
                    <a:lnTo>
                      <a:pt x="489" y="0"/>
                    </a:lnTo>
                    <a:lnTo>
                      <a:pt x="489" y="24"/>
                    </a:lnTo>
                    <a:lnTo>
                      <a:pt x="0" y="24"/>
                    </a:lnTo>
                    <a:lnTo>
                      <a:pt x="0" y="0"/>
                    </a:lnTo>
                    <a:close/>
                    <a:moveTo>
                      <a:pt x="0" y="113"/>
                    </a:moveTo>
                    <a:lnTo>
                      <a:pt x="489" y="113"/>
                    </a:lnTo>
                    <a:lnTo>
                      <a:pt x="489" y="137"/>
                    </a:lnTo>
                    <a:lnTo>
                      <a:pt x="0" y="137"/>
                    </a:lnTo>
                    <a:lnTo>
                      <a:pt x="0" y="113"/>
                    </a:lnTo>
                    <a:close/>
                    <a:moveTo>
                      <a:pt x="0" y="566"/>
                    </a:moveTo>
                    <a:lnTo>
                      <a:pt x="489" y="566"/>
                    </a:lnTo>
                    <a:lnTo>
                      <a:pt x="489" y="591"/>
                    </a:lnTo>
                    <a:lnTo>
                      <a:pt x="0" y="591"/>
                    </a:lnTo>
                    <a:lnTo>
                      <a:pt x="0" y="566"/>
                    </a:lnTo>
                    <a:close/>
                    <a:moveTo>
                      <a:pt x="0" y="453"/>
                    </a:moveTo>
                    <a:lnTo>
                      <a:pt x="489" y="453"/>
                    </a:lnTo>
                    <a:lnTo>
                      <a:pt x="489" y="477"/>
                    </a:lnTo>
                    <a:lnTo>
                      <a:pt x="0" y="478"/>
                    </a:lnTo>
                    <a:lnTo>
                      <a:pt x="0" y="453"/>
                    </a:lnTo>
                    <a:close/>
                    <a:moveTo>
                      <a:pt x="0" y="340"/>
                    </a:moveTo>
                    <a:lnTo>
                      <a:pt x="489" y="340"/>
                    </a:lnTo>
                    <a:lnTo>
                      <a:pt x="489" y="364"/>
                    </a:lnTo>
                    <a:lnTo>
                      <a:pt x="0" y="364"/>
                    </a:lnTo>
                    <a:lnTo>
                      <a:pt x="0" y="340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Rectangle 159">
                <a:extLst>
                  <a:ext uri="{FF2B5EF4-FFF2-40B4-BE49-F238E27FC236}">
                    <a16:creationId xmlns:a16="http://schemas.microsoft.com/office/drawing/2014/main" id="{F5B3DA41-B0A1-BA3D-1ABD-97782F974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5600" y="3643313"/>
                <a:ext cx="527050" cy="581025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Freeform 160">
                <a:extLst>
                  <a:ext uri="{FF2B5EF4-FFF2-40B4-BE49-F238E27FC236}">
                    <a16:creationId xmlns:a16="http://schemas.microsoft.com/office/drawing/2014/main" id="{2125BC4D-F82C-7806-E63F-79C3C7D402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43375" y="3494088"/>
                <a:ext cx="571500" cy="149225"/>
              </a:xfrm>
              <a:custGeom>
                <a:avLst/>
                <a:gdLst>
                  <a:gd name="T0" fmla="*/ 991 w 1025"/>
                  <a:gd name="T1" fmla="*/ 267 h 267"/>
                  <a:gd name="T2" fmla="*/ 513 w 1025"/>
                  <a:gd name="T3" fmla="*/ 267 h 267"/>
                  <a:gd name="T4" fmla="*/ 34 w 1025"/>
                  <a:gd name="T5" fmla="*/ 267 h 267"/>
                  <a:gd name="T6" fmla="*/ 0 w 1025"/>
                  <a:gd name="T7" fmla="*/ 233 h 267"/>
                  <a:gd name="T8" fmla="*/ 0 w 1025"/>
                  <a:gd name="T9" fmla="*/ 182 h 267"/>
                  <a:gd name="T10" fmla="*/ 34 w 1025"/>
                  <a:gd name="T11" fmla="*/ 148 h 267"/>
                  <a:gd name="T12" fmla="*/ 379 w 1025"/>
                  <a:gd name="T13" fmla="*/ 148 h 267"/>
                  <a:gd name="T14" fmla="*/ 379 w 1025"/>
                  <a:gd name="T15" fmla="*/ 133 h 267"/>
                  <a:gd name="T16" fmla="*/ 513 w 1025"/>
                  <a:gd name="T17" fmla="*/ 0 h 267"/>
                  <a:gd name="T18" fmla="*/ 647 w 1025"/>
                  <a:gd name="T19" fmla="*/ 133 h 267"/>
                  <a:gd name="T20" fmla="*/ 646 w 1025"/>
                  <a:gd name="T21" fmla="*/ 148 h 267"/>
                  <a:gd name="T22" fmla="*/ 991 w 1025"/>
                  <a:gd name="T23" fmla="*/ 148 h 267"/>
                  <a:gd name="T24" fmla="*/ 1025 w 1025"/>
                  <a:gd name="T25" fmla="*/ 182 h 267"/>
                  <a:gd name="T26" fmla="*/ 1025 w 1025"/>
                  <a:gd name="T27" fmla="*/ 233 h 267"/>
                  <a:gd name="T28" fmla="*/ 991 w 1025"/>
                  <a:gd name="T29" fmla="*/ 267 h 267"/>
                  <a:gd name="T30" fmla="*/ 513 w 1025"/>
                  <a:gd name="T31" fmla="*/ 82 h 267"/>
                  <a:gd name="T32" fmla="*/ 461 w 1025"/>
                  <a:gd name="T33" fmla="*/ 133 h 267"/>
                  <a:gd name="T34" fmla="*/ 513 w 1025"/>
                  <a:gd name="T35" fmla="*/ 185 h 267"/>
                  <a:gd name="T36" fmla="*/ 564 w 1025"/>
                  <a:gd name="T37" fmla="*/ 133 h 267"/>
                  <a:gd name="T38" fmla="*/ 513 w 1025"/>
                  <a:gd name="T39" fmla="*/ 82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25" h="267">
                    <a:moveTo>
                      <a:pt x="991" y="267"/>
                    </a:moveTo>
                    <a:cubicBezTo>
                      <a:pt x="513" y="267"/>
                      <a:pt x="513" y="267"/>
                      <a:pt x="513" y="267"/>
                    </a:cubicBezTo>
                    <a:cubicBezTo>
                      <a:pt x="34" y="267"/>
                      <a:pt x="34" y="267"/>
                      <a:pt x="34" y="267"/>
                    </a:cubicBezTo>
                    <a:cubicBezTo>
                      <a:pt x="15" y="267"/>
                      <a:pt x="0" y="252"/>
                      <a:pt x="0" y="233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63"/>
                      <a:pt x="15" y="148"/>
                      <a:pt x="34" y="148"/>
                    </a:cubicBezTo>
                    <a:cubicBezTo>
                      <a:pt x="379" y="148"/>
                      <a:pt x="379" y="148"/>
                      <a:pt x="379" y="148"/>
                    </a:cubicBezTo>
                    <a:cubicBezTo>
                      <a:pt x="379" y="143"/>
                      <a:pt x="379" y="138"/>
                      <a:pt x="379" y="133"/>
                    </a:cubicBezTo>
                    <a:cubicBezTo>
                      <a:pt x="379" y="60"/>
                      <a:pt x="439" y="0"/>
                      <a:pt x="513" y="0"/>
                    </a:cubicBezTo>
                    <a:cubicBezTo>
                      <a:pt x="586" y="0"/>
                      <a:pt x="647" y="60"/>
                      <a:pt x="647" y="133"/>
                    </a:cubicBezTo>
                    <a:cubicBezTo>
                      <a:pt x="647" y="138"/>
                      <a:pt x="646" y="143"/>
                      <a:pt x="646" y="148"/>
                    </a:cubicBezTo>
                    <a:cubicBezTo>
                      <a:pt x="991" y="148"/>
                      <a:pt x="991" y="148"/>
                      <a:pt x="991" y="148"/>
                    </a:cubicBezTo>
                    <a:cubicBezTo>
                      <a:pt x="1010" y="148"/>
                      <a:pt x="1025" y="163"/>
                      <a:pt x="1025" y="182"/>
                    </a:cubicBezTo>
                    <a:cubicBezTo>
                      <a:pt x="1025" y="233"/>
                      <a:pt x="1025" y="233"/>
                      <a:pt x="1025" y="233"/>
                    </a:cubicBezTo>
                    <a:cubicBezTo>
                      <a:pt x="1025" y="252"/>
                      <a:pt x="1010" y="267"/>
                      <a:pt x="991" y="267"/>
                    </a:cubicBezTo>
                    <a:close/>
                    <a:moveTo>
                      <a:pt x="513" y="82"/>
                    </a:moveTo>
                    <a:cubicBezTo>
                      <a:pt x="484" y="82"/>
                      <a:pt x="461" y="105"/>
                      <a:pt x="461" y="133"/>
                    </a:cubicBezTo>
                    <a:cubicBezTo>
                      <a:pt x="461" y="162"/>
                      <a:pt x="484" y="185"/>
                      <a:pt x="513" y="185"/>
                    </a:cubicBezTo>
                    <a:cubicBezTo>
                      <a:pt x="541" y="185"/>
                      <a:pt x="564" y="162"/>
                      <a:pt x="564" y="133"/>
                    </a:cubicBezTo>
                    <a:cubicBezTo>
                      <a:pt x="564" y="105"/>
                      <a:pt x="541" y="82"/>
                      <a:pt x="513" y="82"/>
                    </a:cubicBezTo>
                    <a:close/>
                  </a:path>
                </a:pathLst>
              </a:custGeom>
              <a:solidFill>
                <a:srgbClr val="F168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Freeform 161">
                <a:extLst>
                  <a:ext uri="{FF2B5EF4-FFF2-40B4-BE49-F238E27FC236}">
                    <a16:creationId xmlns:a16="http://schemas.microsoft.com/office/drawing/2014/main" id="{DA0EA7A2-840C-EE6B-7B28-F53FBD4F7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3375" y="3624263"/>
                <a:ext cx="571500" cy="19050"/>
              </a:xfrm>
              <a:custGeom>
                <a:avLst/>
                <a:gdLst>
                  <a:gd name="T0" fmla="*/ 991 w 1025"/>
                  <a:gd name="T1" fmla="*/ 34 h 34"/>
                  <a:gd name="T2" fmla="*/ 513 w 1025"/>
                  <a:gd name="T3" fmla="*/ 34 h 34"/>
                  <a:gd name="T4" fmla="*/ 34 w 1025"/>
                  <a:gd name="T5" fmla="*/ 34 h 34"/>
                  <a:gd name="T6" fmla="*/ 0 w 1025"/>
                  <a:gd name="T7" fmla="*/ 0 h 34"/>
                  <a:gd name="T8" fmla="*/ 0 w 1025"/>
                  <a:gd name="T9" fmla="*/ 0 h 34"/>
                  <a:gd name="T10" fmla="*/ 1025 w 1025"/>
                  <a:gd name="T11" fmla="*/ 0 h 34"/>
                  <a:gd name="T12" fmla="*/ 1025 w 1025"/>
                  <a:gd name="T13" fmla="*/ 0 h 34"/>
                  <a:gd name="T14" fmla="*/ 991 w 1025"/>
                  <a:gd name="T1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25" h="34">
                    <a:moveTo>
                      <a:pt x="991" y="34"/>
                    </a:moveTo>
                    <a:cubicBezTo>
                      <a:pt x="513" y="34"/>
                      <a:pt x="513" y="34"/>
                      <a:pt x="513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15" y="34"/>
                      <a:pt x="0" y="19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25" y="0"/>
                      <a:pt x="1025" y="0"/>
                      <a:pt x="1025" y="0"/>
                    </a:cubicBezTo>
                    <a:cubicBezTo>
                      <a:pt x="1025" y="0"/>
                      <a:pt x="1025" y="0"/>
                      <a:pt x="1025" y="0"/>
                    </a:cubicBezTo>
                    <a:cubicBezTo>
                      <a:pt x="1025" y="19"/>
                      <a:pt x="1010" y="34"/>
                      <a:pt x="991" y="34"/>
                    </a:cubicBezTo>
                    <a:close/>
                  </a:path>
                </a:pathLst>
              </a:custGeom>
              <a:solidFill>
                <a:srgbClr val="C027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17" name="Freeform 162">
                <a:extLst>
                  <a:ext uri="{FF2B5EF4-FFF2-40B4-BE49-F238E27FC236}">
                    <a16:creationId xmlns:a16="http://schemas.microsoft.com/office/drawing/2014/main" id="{51D7C3FC-39F5-07AF-CA1A-1665C6D832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925" y="4138613"/>
                <a:ext cx="85725" cy="85725"/>
              </a:xfrm>
              <a:custGeom>
                <a:avLst/>
                <a:gdLst>
                  <a:gd name="T0" fmla="*/ 0 w 54"/>
                  <a:gd name="T1" fmla="*/ 54 h 54"/>
                  <a:gd name="T2" fmla="*/ 54 w 54"/>
                  <a:gd name="T3" fmla="*/ 0 h 54"/>
                  <a:gd name="T4" fmla="*/ 0 w 54"/>
                  <a:gd name="T5" fmla="*/ 0 h 54"/>
                  <a:gd name="T6" fmla="*/ 0 w 54"/>
                  <a:gd name="T7" fmla="*/ 5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54">
                    <a:moveTo>
                      <a:pt x="0" y="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D0D2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18" name="Freeform 163">
                <a:extLst>
                  <a:ext uri="{FF2B5EF4-FFF2-40B4-BE49-F238E27FC236}">
                    <a16:creationId xmlns:a16="http://schemas.microsoft.com/office/drawing/2014/main" id="{33304502-547A-9514-0DC8-65F6D42EC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3743326"/>
                <a:ext cx="279400" cy="26988"/>
              </a:xfrm>
              <a:custGeom>
                <a:avLst/>
                <a:gdLst>
                  <a:gd name="T0" fmla="*/ 478 w 501"/>
                  <a:gd name="T1" fmla="*/ 0 h 47"/>
                  <a:gd name="T2" fmla="*/ 24 w 501"/>
                  <a:gd name="T3" fmla="*/ 0 h 47"/>
                  <a:gd name="T4" fmla="*/ 0 w 501"/>
                  <a:gd name="T5" fmla="*/ 23 h 47"/>
                  <a:gd name="T6" fmla="*/ 0 w 501"/>
                  <a:gd name="T7" fmla="*/ 23 h 47"/>
                  <a:gd name="T8" fmla="*/ 24 w 501"/>
                  <a:gd name="T9" fmla="*/ 47 h 47"/>
                  <a:gd name="T10" fmla="*/ 478 w 501"/>
                  <a:gd name="T11" fmla="*/ 47 h 47"/>
                  <a:gd name="T12" fmla="*/ 501 w 501"/>
                  <a:gd name="T13" fmla="*/ 23 h 47"/>
                  <a:gd name="T14" fmla="*/ 501 w 501"/>
                  <a:gd name="T15" fmla="*/ 23 h 47"/>
                  <a:gd name="T16" fmla="*/ 478 w 501"/>
                  <a:gd name="T17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1" h="47">
                    <a:moveTo>
                      <a:pt x="47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36"/>
                      <a:pt x="11" y="47"/>
                      <a:pt x="24" y="47"/>
                    </a:cubicBezTo>
                    <a:cubicBezTo>
                      <a:pt x="478" y="47"/>
                      <a:pt x="478" y="47"/>
                      <a:pt x="478" y="47"/>
                    </a:cubicBezTo>
                    <a:cubicBezTo>
                      <a:pt x="490" y="47"/>
                      <a:pt x="501" y="36"/>
                      <a:pt x="501" y="23"/>
                    </a:cubicBezTo>
                    <a:cubicBezTo>
                      <a:pt x="501" y="23"/>
                      <a:pt x="501" y="23"/>
                      <a:pt x="501" y="23"/>
                    </a:cubicBezTo>
                    <a:cubicBezTo>
                      <a:pt x="501" y="11"/>
                      <a:pt x="490" y="0"/>
                      <a:pt x="478" y="0"/>
                    </a:cubicBez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19" name="Freeform 164">
                <a:extLst>
                  <a:ext uri="{FF2B5EF4-FFF2-40B4-BE49-F238E27FC236}">
                    <a16:creationId xmlns:a16="http://schemas.microsoft.com/office/drawing/2014/main" id="{1E06FD07-1DE1-4BA9-A0E5-4AD26970A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963" y="3889376"/>
                <a:ext cx="242887" cy="25400"/>
              </a:xfrm>
              <a:custGeom>
                <a:avLst/>
                <a:gdLst>
                  <a:gd name="T0" fmla="*/ 412 w 435"/>
                  <a:gd name="T1" fmla="*/ 0 h 46"/>
                  <a:gd name="T2" fmla="*/ 23 w 435"/>
                  <a:gd name="T3" fmla="*/ 0 h 46"/>
                  <a:gd name="T4" fmla="*/ 0 w 435"/>
                  <a:gd name="T5" fmla="*/ 23 h 46"/>
                  <a:gd name="T6" fmla="*/ 0 w 435"/>
                  <a:gd name="T7" fmla="*/ 23 h 46"/>
                  <a:gd name="T8" fmla="*/ 23 w 435"/>
                  <a:gd name="T9" fmla="*/ 46 h 46"/>
                  <a:gd name="T10" fmla="*/ 412 w 435"/>
                  <a:gd name="T11" fmla="*/ 46 h 46"/>
                  <a:gd name="T12" fmla="*/ 435 w 435"/>
                  <a:gd name="T13" fmla="*/ 23 h 46"/>
                  <a:gd name="T14" fmla="*/ 435 w 435"/>
                  <a:gd name="T15" fmla="*/ 23 h 46"/>
                  <a:gd name="T16" fmla="*/ 412 w 435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5" h="46">
                    <a:moveTo>
                      <a:pt x="412" y="0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36"/>
                      <a:pt x="10" y="46"/>
                      <a:pt x="23" y="46"/>
                    </a:cubicBezTo>
                    <a:cubicBezTo>
                      <a:pt x="412" y="46"/>
                      <a:pt x="412" y="46"/>
                      <a:pt x="412" y="46"/>
                    </a:cubicBezTo>
                    <a:cubicBezTo>
                      <a:pt x="425" y="46"/>
                      <a:pt x="435" y="36"/>
                      <a:pt x="435" y="23"/>
                    </a:cubicBezTo>
                    <a:cubicBezTo>
                      <a:pt x="435" y="23"/>
                      <a:pt x="435" y="23"/>
                      <a:pt x="435" y="23"/>
                    </a:cubicBezTo>
                    <a:cubicBezTo>
                      <a:pt x="435" y="10"/>
                      <a:pt x="425" y="0"/>
                      <a:pt x="412" y="0"/>
                    </a:cubicBez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0" name="Freeform 165">
                <a:extLst>
                  <a:ext uri="{FF2B5EF4-FFF2-40B4-BE49-F238E27FC236}">
                    <a16:creationId xmlns:a16="http://schemas.microsoft.com/office/drawing/2014/main" id="{080F0184-3415-1FFB-40BE-3368892D5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6400" y="3697288"/>
                <a:ext cx="119062" cy="119063"/>
              </a:xfrm>
              <a:custGeom>
                <a:avLst/>
                <a:gdLst>
                  <a:gd name="T0" fmla="*/ 107 w 214"/>
                  <a:gd name="T1" fmla="*/ 0 h 214"/>
                  <a:gd name="T2" fmla="*/ 214 w 214"/>
                  <a:gd name="T3" fmla="*/ 107 h 214"/>
                  <a:gd name="T4" fmla="*/ 107 w 214"/>
                  <a:gd name="T5" fmla="*/ 214 h 214"/>
                  <a:gd name="T6" fmla="*/ 0 w 214"/>
                  <a:gd name="T7" fmla="*/ 107 h 214"/>
                  <a:gd name="T8" fmla="*/ 107 w 214"/>
                  <a:gd name="T9" fmla="*/ 0 h 214"/>
                  <a:gd name="T10" fmla="*/ 101 w 214"/>
                  <a:gd name="T11" fmla="*/ 63 h 214"/>
                  <a:gd name="T12" fmla="*/ 101 w 214"/>
                  <a:gd name="T13" fmla="*/ 163 h 214"/>
                  <a:gd name="T14" fmla="*/ 107 w 214"/>
                  <a:gd name="T15" fmla="*/ 169 h 214"/>
                  <a:gd name="T16" fmla="*/ 113 w 214"/>
                  <a:gd name="T17" fmla="*/ 163 h 214"/>
                  <a:gd name="T18" fmla="*/ 113 w 214"/>
                  <a:gd name="T19" fmla="*/ 52 h 214"/>
                  <a:gd name="T20" fmla="*/ 107 w 214"/>
                  <a:gd name="T21" fmla="*/ 46 h 214"/>
                  <a:gd name="T22" fmla="*/ 103 w 214"/>
                  <a:gd name="T23" fmla="*/ 47 h 214"/>
                  <a:gd name="T24" fmla="*/ 75 w 214"/>
                  <a:gd name="T25" fmla="*/ 67 h 214"/>
                  <a:gd name="T26" fmla="*/ 73 w 214"/>
                  <a:gd name="T27" fmla="*/ 72 h 214"/>
                  <a:gd name="T28" fmla="*/ 79 w 214"/>
                  <a:gd name="T29" fmla="*/ 77 h 214"/>
                  <a:gd name="T30" fmla="*/ 82 w 214"/>
                  <a:gd name="T31" fmla="*/ 76 h 214"/>
                  <a:gd name="T32" fmla="*/ 101 w 214"/>
                  <a:gd name="T33" fmla="*/ 63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4" h="214">
                    <a:moveTo>
                      <a:pt x="107" y="0"/>
                    </a:moveTo>
                    <a:cubicBezTo>
                      <a:pt x="166" y="0"/>
                      <a:pt x="214" y="48"/>
                      <a:pt x="214" y="107"/>
                    </a:cubicBezTo>
                    <a:cubicBezTo>
                      <a:pt x="214" y="166"/>
                      <a:pt x="166" y="214"/>
                      <a:pt x="107" y="214"/>
                    </a:cubicBezTo>
                    <a:cubicBezTo>
                      <a:pt x="48" y="214"/>
                      <a:pt x="0" y="166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lose/>
                    <a:moveTo>
                      <a:pt x="101" y="63"/>
                    </a:moveTo>
                    <a:cubicBezTo>
                      <a:pt x="101" y="163"/>
                      <a:pt x="101" y="163"/>
                      <a:pt x="101" y="163"/>
                    </a:cubicBezTo>
                    <a:cubicBezTo>
                      <a:pt x="101" y="166"/>
                      <a:pt x="104" y="169"/>
                      <a:pt x="107" y="169"/>
                    </a:cubicBezTo>
                    <a:cubicBezTo>
                      <a:pt x="110" y="169"/>
                      <a:pt x="113" y="166"/>
                      <a:pt x="113" y="163"/>
                    </a:cubicBezTo>
                    <a:cubicBezTo>
                      <a:pt x="113" y="52"/>
                      <a:pt x="113" y="52"/>
                      <a:pt x="113" y="52"/>
                    </a:cubicBezTo>
                    <a:cubicBezTo>
                      <a:pt x="113" y="49"/>
                      <a:pt x="110" y="46"/>
                      <a:pt x="107" y="46"/>
                    </a:cubicBezTo>
                    <a:cubicBezTo>
                      <a:pt x="106" y="46"/>
                      <a:pt x="105" y="47"/>
                      <a:pt x="103" y="47"/>
                    </a:cubicBezTo>
                    <a:cubicBezTo>
                      <a:pt x="75" y="67"/>
                      <a:pt x="75" y="67"/>
                      <a:pt x="75" y="67"/>
                    </a:cubicBezTo>
                    <a:cubicBezTo>
                      <a:pt x="74" y="68"/>
                      <a:pt x="73" y="70"/>
                      <a:pt x="73" y="72"/>
                    </a:cubicBezTo>
                    <a:cubicBezTo>
                      <a:pt x="73" y="75"/>
                      <a:pt x="76" y="77"/>
                      <a:pt x="79" y="77"/>
                    </a:cubicBezTo>
                    <a:cubicBezTo>
                      <a:pt x="80" y="77"/>
                      <a:pt x="81" y="77"/>
                      <a:pt x="82" y="76"/>
                    </a:cubicBezTo>
                    <a:lnTo>
                      <a:pt x="101" y="63"/>
                    </a:lnTo>
                    <a:close/>
                  </a:path>
                </a:pathLst>
              </a:custGeom>
              <a:solidFill>
                <a:srgbClr val="08C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1" name="Freeform 166">
                <a:extLst>
                  <a:ext uri="{FF2B5EF4-FFF2-40B4-BE49-F238E27FC236}">
                    <a16:creationId xmlns:a16="http://schemas.microsoft.com/office/drawing/2014/main" id="{051BCAC0-1C1F-F101-15E0-020740A56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4035426"/>
                <a:ext cx="279400" cy="25400"/>
              </a:xfrm>
              <a:custGeom>
                <a:avLst/>
                <a:gdLst>
                  <a:gd name="T0" fmla="*/ 478 w 501"/>
                  <a:gd name="T1" fmla="*/ 0 h 46"/>
                  <a:gd name="T2" fmla="*/ 24 w 501"/>
                  <a:gd name="T3" fmla="*/ 0 h 46"/>
                  <a:gd name="T4" fmla="*/ 0 w 501"/>
                  <a:gd name="T5" fmla="*/ 23 h 46"/>
                  <a:gd name="T6" fmla="*/ 0 w 501"/>
                  <a:gd name="T7" fmla="*/ 23 h 46"/>
                  <a:gd name="T8" fmla="*/ 24 w 501"/>
                  <a:gd name="T9" fmla="*/ 46 h 46"/>
                  <a:gd name="T10" fmla="*/ 478 w 501"/>
                  <a:gd name="T11" fmla="*/ 46 h 46"/>
                  <a:gd name="T12" fmla="*/ 501 w 501"/>
                  <a:gd name="T13" fmla="*/ 23 h 46"/>
                  <a:gd name="T14" fmla="*/ 501 w 501"/>
                  <a:gd name="T15" fmla="*/ 23 h 46"/>
                  <a:gd name="T16" fmla="*/ 478 w 501"/>
                  <a:gd name="T17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1" h="46">
                    <a:moveTo>
                      <a:pt x="478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0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36"/>
                      <a:pt x="11" y="46"/>
                      <a:pt x="24" y="46"/>
                    </a:cubicBezTo>
                    <a:cubicBezTo>
                      <a:pt x="478" y="46"/>
                      <a:pt x="478" y="46"/>
                      <a:pt x="478" y="46"/>
                    </a:cubicBezTo>
                    <a:cubicBezTo>
                      <a:pt x="490" y="46"/>
                      <a:pt x="501" y="36"/>
                      <a:pt x="501" y="23"/>
                    </a:cubicBezTo>
                    <a:cubicBezTo>
                      <a:pt x="501" y="23"/>
                      <a:pt x="501" y="23"/>
                      <a:pt x="501" y="23"/>
                    </a:cubicBezTo>
                    <a:cubicBezTo>
                      <a:pt x="501" y="10"/>
                      <a:pt x="490" y="0"/>
                      <a:pt x="478" y="0"/>
                    </a:cubicBezTo>
                    <a:close/>
                  </a:path>
                </a:pathLst>
              </a:custGeom>
              <a:solidFill>
                <a:srgbClr val="7C7C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2" name="Freeform 167">
                <a:extLst>
                  <a:ext uri="{FF2B5EF4-FFF2-40B4-BE49-F238E27FC236}">
                    <a16:creationId xmlns:a16="http://schemas.microsoft.com/office/drawing/2014/main" id="{048C51DE-604D-AC4E-29B6-5A45D2ED10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8950" y="3843338"/>
                <a:ext cx="119062" cy="119063"/>
              </a:xfrm>
              <a:custGeom>
                <a:avLst/>
                <a:gdLst>
                  <a:gd name="T0" fmla="*/ 107 w 214"/>
                  <a:gd name="T1" fmla="*/ 0 h 214"/>
                  <a:gd name="T2" fmla="*/ 214 w 214"/>
                  <a:gd name="T3" fmla="*/ 107 h 214"/>
                  <a:gd name="T4" fmla="*/ 107 w 214"/>
                  <a:gd name="T5" fmla="*/ 214 h 214"/>
                  <a:gd name="T6" fmla="*/ 0 w 214"/>
                  <a:gd name="T7" fmla="*/ 107 h 214"/>
                  <a:gd name="T8" fmla="*/ 107 w 214"/>
                  <a:gd name="T9" fmla="*/ 0 h 214"/>
                  <a:gd name="T10" fmla="*/ 72 w 214"/>
                  <a:gd name="T11" fmla="*/ 68 h 214"/>
                  <a:gd name="T12" fmla="*/ 71 w 214"/>
                  <a:gd name="T13" fmla="*/ 69 h 214"/>
                  <a:gd name="T14" fmla="*/ 77 w 214"/>
                  <a:gd name="T15" fmla="*/ 75 h 214"/>
                  <a:gd name="T16" fmla="*/ 82 w 214"/>
                  <a:gd name="T17" fmla="*/ 72 h 214"/>
                  <a:gd name="T18" fmla="*/ 107 w 214"/>
                  <a:gd name="T19" fmla="*/ 55 h 214"/>
                  <a:gd name="T20" fmla="*/ 134 w 214"/>
                  <a:gd name="T21" fmla="*/ 79 h 214"/>
                  <a:gd name="T22" fmla="*/ 67 w 214"/>
                  <a:gd name="T23" fmla="*/ 161 h 214"/>
                  <a:gd name="T24" fmla="*/ 73 w 214"/>
                  <a:gd name="T25" fmla="*/ 167 h 214"/>
                  <a:gd name="T26" fmla="*/ 142 w 214"/>
                  <a:gd name="T27" fmla="*/ 167 h 214"/>
                  <a:gd name="T28" fmla="*/ 147 w 214"/>
                  <a:gd name="T29" fmla="*/ 161 h 214"/>
                  <a:gd name="T30" fmla="*/ 142 w 214"/>
                  <a:gd name="T31" fmla="*/ 155 h 214"/>
                  <a:gd name="T32" fmla="*/ 79 w 214"/>
                  <a:gd name="T33" fmla="*/ 155 h 214"/>
                  <a:gd name="T34" fmla="*/ 145 w 214"/>
                  <a:gd name="T35" fmla="*/ 79 h 214"/>
                  <a:gd name="T36" fmla="*/ 107 w 214"/>
                  <a:gd name="T37" fmla="*/ 45 h 214"/>
                  <a:gd name="T38" fmla="*/ 72 w 214"/>
                  <a:gd name="T39" fmla="*/ 68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4" h="214">
                    <a:moveTo>
                      <a:pt x="107" y="0"/>
                    </a:moveTo>
                    <a:cubicBezTo>
                      <a:pt x="166" y="0"/>
                      <a:pt x="214" y="48"/>
                      <a:pt x="214" y="107"/>
                    </a:cubicBezTo>
                    <a:cubicBezTo>
                      <a:pt x="214" y="166"/>
                      <a:pt x="166" y="214"/>
                      <a:pt x="107" y="214"/>
                    </a:cubicBezTo>
                    <a:cubicBezTo>
                      <a:pt x="48" y="214"/>
                      <a:pt x="0" y="166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lose/>
                    <a:moveTo>
                      <a:pt x="72" y="68"/>
                    </a:moveTo>
                    <a:cubicBezTo>
                      <a:pt x="71" y="69"/>
                      <a:pt x="71" y="69"/>
                      <a:pt x="71" y="69"/>
                    </a:cubicBezTo>
                    <a:cubicBezTo>
                      <a:pt x="71" y="73"/>
                      <a:pt x="74" y="75"/>
                      <a:pt x="77" y="75"/>
                    </a:cubicBezTo>
                    <a:cubicBezTo>
                      <a:pt x="79" y="75"/>
                      <a:pt x="81" y="74"/>
                      <a:pt x="82" y="72"/>
                    </a:cubicBezTo>
                    <a:cubicBezTo>
                      <a:pt x="86" y="63"/>
                      <a:pt x="93" y="55"/>
                      <a:pt x="107" y="55"/>
                    </a:cubicBezTo>
                    <a:cubicBezTo>
                      <a:pt x="124" y="55"/>
                      <a:pt x="134" y="65"/>
                      <a:pt x="134" y="79"/>
                    </a:cubicBezTo>
                    <a:cubicBezTo>
                      <a:pt x="134" y="118"/>
                      <a:pt x="67" y="122"/>
                      <a:pt x="67" y="161"/>
                    </a:cubicBezTo>
                    <a:cubicBezTo>
                      <a:pt x="67" y="164"/>
                      <a:pt x="70" y="167"/>
                      <a:pt x="73" y="167"/>
                    </a:cubicBezTo>
                    <a:cubicBezTo>
                      <a:pt x="142" y="167"/>
                      <a:pt x="142" y="167"/>
                      <a:pt x="142" y="167"/>
                    </a:cubicBezTo>
                    <a:cubicBezTo>
                      <a:pt x="144" y="167"/>
                      <a:pt x="147" y="164"/>
                      <a:pt x="147" y="161"/>
                    </a:cubicBezTo>
                    <a:cubicBezTo>
                      <a:pt x="147" y="158"/>
                      <a:pt x="144" y="155"/>
                      <a:pt x="142" y="155"/>
                    </a:cubicBezTo>
                    <a:cubicBezTo>
                      <a:pt x="79" y="155"/>
                      <a:pt x="79" y="155"/>
                      <a:pt x="79" y="155"/>
                    </a:cubicBezTo>
                    <a:cubicBezTo>
                      <a:pt x="79" y="134"/>
                      <a:pt x="145" y="122"/>
                      <a:pt x="145" y="79"/>
                    </a:cubicBezTo>
                    <a:cubicBezTo>
                      <a:pt x="145" y="58"/>
                      <a:pt x="131" y="45"/>
                      <a:pt x="107" y="45"/>
                    </a:cubicBezTo>
                    <a:cubicBezTo>
                      <a:pt x="89" y="45"/>
                      <a:pt x="77" y="53"/>
                      <a:pt x="72" y="68"/>
                    </a:cubicBezTo>
                    <a:close/>
                  </a:path>
                </a:pathLst>
              </a:custGeom>
              <a:solidFill>
                <a:srgbClr val="08C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3" name="Freeform 168">
                <a:extLst>
                  <a:ext uri="{FF2B5EF4-FFF2-40B4-BE49-F238E27FC236}">
                    <a16:creationId xmlns:a16="http://schemas.microsoft.com/office/drawing/2014/main" id="{FDA1424D-7B0A-1BF7-0ABD-19DA58D5E3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6400" y="3987801"/>
                <a:ext cx="119062" cy="119063"/>
              </a:xfrm>
              <a:custGeom>
                <a:avLst/>
                <a:gdLst>
                  <a:gd name="T0" fmla="*/ 107 w 214"/>
                  <a:gd name="T1" fmla="*/ 0 h 214"/>
                  <a:gd name="T2" fmla="*/ 214 w 214"/>
                  <a:gd name="T3" fmla="*/ 107 h 214"/>
                  <a:gd name="T4" fmla="*/ 107 w 214"/>
                  <a:gd name="T5" fmla="*/ 214 h 214"/>
                  <a:gd name="T6" fmla="*/ 0 w 214"/>
                  <a:gd name="T7" fmla="*/ 107 h 214"/>
                  <a:gd name="T8" fmla="*/ 107 w 214"/>
                  <a:gd name="T9" fmla="*/ 0 h 214"/>
                  <a:gd name="T10" fmla="*/ 108 w 214"/>
                  <a:gd name="T11" fmla="*/ 93 h 214"/>
                  <a:gd name="T12" fmla="*/ 141 w 214"/>
                  <a:gd name="T13" fmla="*/ 55 h 214"/>
                  <a:gd name="T14" fmla="*/ 143 w 214"/>
                  <a:gd name="T15" fmla="*/ 51 h 214"/>
                  <a:gd name="T16" fmla="*/ 137 w 214"/>
                  <a:gd name="T17" fmla="*/ 46 h 214"/>
                  <a:gd name="T18" fmla="*/ 79 w 214"/>
                  <a:gd name="T19" fmla="*/ 46 h 214"/>
                  <a:gd name="T20" fmla="*/ 74 w 214"/>
                  <a:gd name="T21" fmla="*/ 51 h 214"/>
                  <a:gd name="T22" fmla="*/ 79 w 214"/>
                  <a:gd name="T23" fmla="*/ 57 h 214"/>
                  <a:gd name="T24" fmla="*/ 125 w 214"/>
                  <a:gd name="T25" fmla="*/ 57 h 214"/>
                  <a:gd name="T26" fmla="*/ 92 w 214"/>
                  <a:gd name="T27" fmla="*/ 95 h 214"/>
                  <a:gd name="T28" fmla="*/ 91 w 214"/>
                  <a:gd name="T29" fmla="*/ 98 h 214"/>
                  <a:gd name="T30" fmla="*/ 96 w 214"/>
                  <a:gd name="T31" fmla="*/ 104 h 214"/>
                  <a:gd name="T32" fmla="*/ 109 w 214"/>
                  <a:gd name="T33" fmla="*/ 104 h 214"/>
                  <a:gd name="T34" fmla="*/ 136 w 214"/>
                  <a:gd name="T35" fmla="*/ 131 h 214"/>
                  <a:gd name="T36" fmla="*/ 106 w 214"/>
                  <a:gd name="T37" fmla="*/ 157 h 214"/>
                  <a:gd name="T38" fmla="*/ 77 w 214"/>
                  <a:gd name="T39" fmla="*/ 142 h 214"/>
                  <a:gd name="T40" fmla="*/ 73 w 214"/>
                  <a:gd name="T41" fmla="*/ 140 h 214"/>
                  <a:gd name="T42" fmla="*/ 67 w 214"/>
                  <a:gd name="T43" fmla="*/ 145 h 214"/>
                  <a:gd name="T44" fmla="*/ 68 w 214"/>
                  <a:gd name="T45" fmla="*/ 148 h 214"/>
                  <a:gd name="T46" fmla="*/ 106 w 214"/>
                  <a:gd name="T47" fmla="*/ 168 h 214"/>
                  <a:gd name="T48" fmla="*/ 147 w 214"/>
                  <a:gd name="T49" fmla="*/ 131 h 214"/>
                  <a:gd name="T50" fmla="*/ 110 w 214"/>
                  <a:gd name="T51" fmla="*/ 93 h 214"/>
                  <a:gd name="T52" fmla="*/ 108 w 214"/>
                  <a:gd name="T53" fmla="*/ 93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4" h="214">
                    <a:moveTo>
                      <a:pt x="107" y="0"/>
                    </a:moveTo>
                    <a:cubicBezTo>
                      <a:pt x="166" y="0"/>
                      <a:pt x="214" y="48"/>
                      <a:pt x="214" y="107"/>
                    </a:cubicBezTo>
                    <a:cubicBezTo>
                      <a:pt x="214" y="166"/>
                      <a:pt x="166" y="214"/>
                      <a:pt x="107" y="214"/>
                    </a:cubicBezTo>
                    <a:cubicBezTo>
                      <a:pt x="48" y="214"/>
                      <a:pt x="0" y="166"/>
                      <a:pt x="0" y="107"/>
                    </a:cubicBezTo>
                    <a:cubicBezTo>
                      <a:pt x="0" y="48"/>
                      <a:pt x="48" y="0"/>
                      <a:pt x="107" y="0"/>
                    </a:cubicBezTo>
                    <a:close/>
                    <a:moveTo>
                      <a:pt x="108" y="93"/>
                    </a:moveTo>
                    <a:cubicBezTo>
                      <a:pt x="141" y="55"/>
                      <a:pt x="141" y="55"/>
                      <a:pt x="141" y="55"/>
                    </a:cubicBezTo>
                    <a:cubicBezTo>
                      <a:pt x="142" y="54"/>
                      <a:pt x="143" y="53"/>
                      <a:pt x="143" y="51"/>
                    </a:cubicBezTo>
                    <a:cubicBezTo>
                      <a:pt x="143" y="48"/>
                      <a:pt x="140" y="46"/>
                      <a:pt x="137" y="46"/>
                    </a:cubicBezTo>
                    <a:cubicBezTo>
                      <a:pt x="79" y="46"/>
                      <a:pt x="79" y="46"/>
                      <a:pt x="79" y="46"/>
                    </a:cubicBezTo>
                    <a:cubicBezTo>
                      <a:pt x="76" y="46"/>
                      <a:pt x="74" y="48"/>
                      <a:pt x="74" y="51"/>
                    </a:cubicBezTo>
                    <a:cubicBezTo>
                      <a:pt x="74" y="54"/>
                      <a:pt x="76" y="57"/>
                      <a:pt x="79" y="57"/>
                    </a:cubicBezTo>
                    <a:cubicBezTo>
                      <a:pt x="125" y="57"/>
                      <a:pt x="125" y="57"/>
                      <a:pt x="125" y="57"/>
                    </a:cubicBezTo>
                    <a:cubicBezTo>
                      <a:pt x="92" y="95"/>
                      <a:pt x="92" y="95"/>
                      <a:pt x="92" y="95"/>
                    </a:cubicBezTo>
                    <a:cubicBezTo>
                      <a:pt x="92" y="96"/>
                      <a:pt x="91" y="97"/>
                      <a:pt x="91" y="98"/>
                    </a:cubicBezTo>
                    <a:cubicBezTo>
                      <a:pt x="91" y="102"/>
                      <a:pt x="93" y="104"/>
                      <a:pt x="96" y="104"/>
                    </a:cubicBezTo>
                    <a:cubicBezTo>
                      <a:pt x="109" y="104"/>
                      <a:pt x="109" y="104"/>
                      <a:pt x="109" y="104"/>
                    </a:cubicBezTo>
                    <a:cubicBezTo>
                      <a:pt x="129" y="104"/>
                      <a:pt x="136" y="115"/>
                      <a:pt x="136" y="131"/>
                    </a:cubicBezTo>
                    <a:cubicBezTo>
                      <a:pt x="136" y="148"/>
                      <a:pt x="126" y="157"/>
                      <a:pt x="106" y="157"/>
                    </a:cubicBezTo>
                    <a:cubicBezTo>
                      <a:pt x="92" y="157"/>
                      <a:pt x="83" y="151"/>
                      <a:pt x="77" y="142"/>
                    </a:cubicBezTo>
                    <a:cubicBezTo>
                      <a:pt x="76" y="140"/>
                      <a:pt x="74" y="140"/>
                      <a:pt x="73" y="140"/>
                    </a:cubicBezTo>
                    <a:cubicBezTo>
                      <a:pt x="70" y="140"/>
                      <a:pt x="67" y="142"/>
                      <a:pt x="67" y="145"/>
                    </a:cubicBezTo>
                    <a:cubicBezTo>
                      <a:pt x="67" y="146"/>
                      <a:pt x="68" y="147"/>
                      <a:pt x="68" y="148"/>
                    </a:cubicBezTo>
                    <a:cubicBezTo>
                      <a:pt x="75" y="159"/>
                      <a:pt x="87" y="168"/>
                      <a:pt x="106" y="168"/>
                    </a:cubicBezTo>
                    <a:cubicBezTo>
                      <a:pt x="133" y="168"/>
                      <a:pt x="147" y="155"/>
                      <a:pt x="147" y="131"/>
                    </a:cubicBezTo>
                    <a:cubicBezTo>
                      <a:pt x="147" y="112"/>
                      <a:pt x="139" y="93"/>
                      <a:pt x="110" y="93"/>
                    </a:cubicBezTo>
                    <a:lnTo>
                      <a:pt x="108" y="93"/>
                    </a:lnTo>
                    <a:close/>
                  </a:path>
                </a:pathLst>
              </a:custGeom>
              <a:solidFill>
                <a:srgbClr val="08C6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4" name="Freeform 169">
                <a:extLst>
                  <a:ext uri="{FF2B5EF4-FFF2-40B4-BE49-F238E27FC236}">
                    <a16:creationId xmlns:a16="http://schemas.microsoft.com/office/drawing/2014/main" id="{40ACC5CB-B07D-938A-F6DF-626453CED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213" y="4195763"/>
                <a:ext cx="300037" cy="104775"/>
              </a:xfrm>
              <a:custGeom>
                <a:avLst/>
                <a:gdLst>
                  <a:gd name="T0" fmla="*/ 269 w 538"/>
                  <a:gd name="T1" fmla="*/ 149 h 186"/>
                  <a:gd name="T2" fmla="*/ 414 w 538"/>
                  <a:gd name="T3" fmla="*/ 186 h 186"/>
                  <a:gd name="T4" fmla="*/ 419 w 538"/>
                  <a:gd name="T5" fmla="*/ 0 h 186"/>
                  <a:gd name="T6" fmla="*/ 272 w 538"/>
                  <a:gd name="T7" fmla="*/ 36 h 186"/>
                  <a:gd name="T8" fmla="*/ 269 w 538"/>
                  <a:gd name="T9" fmla="*/ 149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8" h="186">
                    <a:moveTo>
                      <a:pt x="269" y="149"/>
                    </a:moveTo>
                    <a:cubicBezTo>
                      <a:pt x="414" y="186"/>
                      <a:pt x="414" y="186"/>
                      <a:pt x="414" y="186"/>
                    </a:cubicBezTo>
                    <a:cubicBezTo>
                      <a:pt x="525" y="123"/>
                      <a:pt x="538" y="61"/>
                      <a:pt x="419" y="0"/>
                    </a:cubicBezTo>
                    <a:cubicBezTo>
                      <a:pt x="272" y="36"/>
                      <a:pt x="272" y="36"/>
                      <a:pt x="272" y="36"/>
                    </a:cubicBezTo>
                    <a:cubicBezTo>
                      <a:pt x="0" y="104"/>
                      <a:pt x="6" y="80"/>
                      <a:pt x="269" y="149"/>
                    </a:cubicBezTo>
                    <a:close/>
                  </a:path>
                </a:pathLst>
              </a:custGeom>
              <a:solidFill>
                <a:srgbClr val="FB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5" name="Freeform 170">
                <a:extLst>
                  <a:ext uri="{FF2B5EF4-FFF2-40B4-BE49-F238E27FC236}">
                    <a16:creationId xmlns:a16="http://schemas.microsoft.com/office/drawing/2014/main" id="{9163463F-53DC-5099-7BCD-D4D721C61A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8325" y="4224338"/>
                <a:ext cx="114300" cy="46038"/>
              </a:xfrm>
              <a:custGeom>
                <a:avLst/>
                <a:gdLst>
                  <a:gd name="T0" fmla="*/ 179 w 205"/>
                  <a:gd name="T1" fmla="*/ 0 h 80"/>
                  <a:gd name="T2" fmla="*/ 177 w 205"/>
                  <a:gd name="T3" fmla="*/ 80 h 80"/>
                  <a:gd name="T4" fmla="*/ 204 w 205"/>
                  <a:gd name="T5" fmla="*/ 40 h 80"/>
                  <a:gd name="T6" fmla="*/ 179 w 205"/>
                  <a:gd name="T7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5" h="80">
                    <a:moveTo>
                      <a:pt x="179" y="0"/>
                    </a:moveTo>
                    <a:cubicBezTo>
                      <a:pt x="0" y="43"/>
                      <a:pt x="4" y="38"/>
                      <a:pt x="177" y="80"/>
                    </a:cubicBezTo>
                    <a:cubicBezTo>
                      <a:pt x="194" y="70"/>
                      <a:pt x="204" y="56"/>
                      <a:pt x="204" y="40"/>
                    </a:cubicBezTo>
                    <a:cubicBezTo>
                      <a:pt x="205" y="25"/>
                      <a:pt x="195" y="11"/>
                      <a:pt x="179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6" name="Freeform 171">
                <a:extLst>
                  <a:ext uri="{FF2B5EF4-FFF2-40B4-BE49-F238E27FC236}">
                    <a16:creationId xmlns:a16="http://schemas.microsoft.com/office/drawing/2014/main" id="{012FF366-5922-8ED5-E1A0-AE79E9E09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463" y="4187826"/>
                <a:ext cx="608012" cy="41275"/>
              </a:xfrm>
              <a:custGeom>
                <a:avLst/>
                <a:gdLst>
                  <a:gd name="T0" fmla="*/ 928 w 1088"/>
                  <a:gd name="T1" fmla="*/ 73 h 74"/>
                  <a:gd name="T2" fmla="*/ 841 w 1088"/>
                  <a:gd name="T3" fmla="*/ 73 h 74"/>
                  <a:gd name="T4" fmla="*/ 71 w 1088"/>
                  <a:gd name="T5" fmla="*/ 72 h 74"/>
                  <a:gd name="T6" fmla="*/ 0 w 1088"/>
                  <a:gd name="T7" fmla="*/ 36 h 74"/>
                  <a:gd name="T8" fmla="*/ 0 w 1088"/>
                  <a:gd name="T9" fmla="*/ 36 h 74"/>
                  <a:gd name="T10" fmla="*/ 73 w 1088"/>
                  <a:gd name="T11" fmla="*/ 0 h 74"/>
                  <a:gd name="T12" fmla="*/ 930 w 1088"/>
                  <a:gd name="T13" fmla="*/ 2 h 74"/>
                  <a:gd name="T14" fmla="*/ 939 w 1088"/>
                  <a:gd name="T15" fmla="*/ 2 h 74"/>
                  <a:gd name="T16" fmla="*/ 1027 w 1088"/>
                  <a:gd name="T17" fmla="*/ 3 h 74"/>
                  <a:gd name="T18" fmla="*/ 1088 w 1088"/>
                  <a:gd name="T19" fmla="*/ 33 h 74"/>
                  <a:gd name="T20" fmla="*/ 1087 w 1088"/>
                  <a:gd name="T21" fmla="*/ 74 h 74"/>
                  <a:gd name="T22" fmla="*/ 928 w 1088"/>
                  <a:gd name="T23" fmla="*/ 73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88" h="74">
                    <a:moveTo>
                      <a:pt x="928" y="73"/>
                    </a:moveTo>
                    <a:cubicBezTo>
                      <a:pt x="841" y="73"/>
                      <a:pt x="841" y="73"/>
                      <a:pt x="841" y="73"/>
                    </a:cubicBezTo>
                    <a:cubicBezTo>
                      <a:pt x="71" y="72"/>
                      <a:pt x="71" y="72"/>
                      <a:pt x="71" y="72"/>
                    </a:cubicBezTo>
                    <a:cubicBezTo>
                      <a:pt x="32" y="72"/>
                      <a:pt x="0" y="5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1" y="16"/>
                      <a:pt x="34" y="0"/>
                      <a:pt x="73" y="0"/>
                    </a:cubicBezTo>
                    <a:cubicBezTo>
                      <a:pt x="930" y="2"/>
                      <a:pt x="930" y="2"/>
                      <a:pt x="930" y="2"/>
                    </a:cubicBezTo>
                    <a:cubicBezTo>
                      <a:pt x="933" y="2"/>
                      <a:pt x="936" y="2"/>
                      <a:pt x="939" y="2"/>
                    </a:cubicBezTo>
                    <a:cubicBezTo>
                      <a:pt x="1027" y="3"/>
                      <a:pt x="1027" y="3"/>
                      <a:pt x="1027" y="3"/>
                    </a:cubicBezTo>
                    <a:cubicBezTo>
                      <a:pt x="1061" y="3"/>
                      <a:pt x="1088" y="17"/>
                      <a:pt x="1088" y="33"/>
                    </a:cubicBezTo>
                    <a:cubicBezTo>
                      <a:pt x="1087" y="74"/>
                      <a:pt x="1087" y="74"/>
                      <a:pt x="1087" y="74"/>
                    </a:cubicBezTo>
                    <a:lnTo>
                      <a:pt x="928" y="73"/>
                    </a:lnTo>
                    <a:close/>
                  </a:path>
                </a:pathLst>
              </a:custGeom>
              <a:solidFill>
                <a:srgbClr val="B96F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7" name="Freeform 172">
                <a:extLst>
                  <a:ext uri="{FF2B5EF4-FFF2-40B4-BE49-F238E27FC236}">
                    <a16:creationId xmlns:a16="http://schemas.microsoft.com/office/drawing/2014/main" id="{5C0F0749-470D-B0E9-CD4B-5B3FADEC9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463" y="4222751"/>
                <a:ext cx="606425" cy="46038"/>
              </a:xfrm>
              <a:custGeom>
                <a:avLst/>
                <a:gdLst>
                  <a:gd name="T0" fmla="*/ 930 w 1089"/>
                  <a:gd name="T1" fmla="*/ 3 h 84"/>
                  <a:gd name="T2" fmla="*/ 843 w 1089"/>
                  <a:gd name="T3" fmla="*/ 3 h 84"/>
                  <a:gd name="T4" fmla="*/ 73 w 1089"/>
                  <a:gd name="T5" fmla="*/ 0 h 84"/>
                  <a:gd name="T6" fmla="*/ 0 w 1089"/>
                  <a:gd name="T7" fmla="*/ 40 h 84"/>
                  <a:gd name="T8" fmla="*/ 0 w 1089"/>
                  <a:gd name="T9" fmla="*/ 40 h 84"/>
                  <a:gd name="T10" fmla="*/ 71 w 1089"/>
                  <a:gd name="T11" fmla="*/ 81 h 84"/>
                  <a:gd name="T12" fmla="*/ 841 w 1089"/>
                  <a:gd name="T13" fmla="*/ 83 h 84"/>
                  <a:gd name="T14" fmla="*/ 928 w 1089"/>
                  <a:gd name="T15" fmla="*/ 84 h 84"/>
                  <a:gd name="T16" fmla="*/ 1087 w 1089"/>
                  <a:gd name="T17" fmla="*/ 84 h 84"/>
                  <a:gd name="T18" fmla="*/ 1089 w 1089"/>
                  <a:gd name="T19" fmla="*/ 3 h 84"/>
                  <a:gd name="T20" fmla="*/ 930 w 1089"/>
                  <a:gd name="T21" fmla="*/ 3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89" h="84">
                    <a:moveTo>
                      <a:pt x="930" y="3"/>
                    </a:moveTo>
                    <a:cubicBezTo>
                      <a:pt x="843" y="3"/>
                      <a:pt x="843" y="3"/>
                      <a:pt x="843" y="3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34" y="0"/>
                      <a:pt x="1" y="18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63"/>
                      <a:pt x="32" y="81"/>
                      <a:pt x="71" y="81"/>
                    </a:cubicBezTo>
                    <a:cubicBezTo>
                      <a:pt x="841" y="83"/>
                      <a:pt x="841" y="83"/>
                      <a:pt x="841" y="83"/>
                    </a:cubicBezTo>
                    <a:cubicBezTo>
                      <a:pt x="928" y="84"/>
                      <a:pt x="928" y="84"/>
                      <a:pt x="928" y="84"/>
                    </a:cubicBezTo>
                    <a:cubicBezTo>
                      <a:pt x="1087" y="84"/>
                      <a:pt x="1087" y="84"/>
                      <a:pt x="1087" y="84"/>
                    </a:cubicBezTo>
                    <a:cubicBezTo>
                      <a:pt x="1089" y="3"/>
                      <a:pt x="1089" y="3"/>
                      <a:pt x="1089" y="3"/>
                    </a:cubicBezTo>
                    <a:lnTo>
                      <a:pt x="930" y="3"/>
                    </a:lnTo>
                    <a:close/>
                  </a:path>
                </a:pathLst>
              </a:custGeom>
              <a:solidFill>
                <a:srgbClr val="E488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8" name="Freeform 173">
                <a:extLst>
                  <a:ext uri="{FF2B5EF4-FFF2-40B4-BE49-F238E27FC236}">
                    <a16:creationId xmlns:a16="http://schemas.microsoft.com/office/drawing/2014/main" id="{F152A96E-F125-8B9F-6532-1B9691652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875" y="4260851"/>
                <a:ext cx="608012" cy="47625"/>
              </a:xfrm>
              <a:custGeom>
                <a:avLst/>
                <a:gdLst>
                  <a:gd name="T0" fmla="*/ 928 w 1089"/>
                  <a:gd name="T1" fmla="*/ 85 h 85"/>
                  <a:gd name="T2" fmla="*/ 894 w 1089"/>
                  <a:gd name="T3" fmla="*/ 85 h 85"/>
                  <a:gd name="T4" fmla="*/ 71 w 1089"/>
                  <a:gd name="T5" fmla="*/ 82 h 85"/>
                  <a:gd name="T6" fmla="*/ 1 w 1089"/>
                  <a:gd name="T7" fmla="*/ 41 h 85"/>
                  <a:gd name="T8" fmla="*/ 1 w 1089"/>
                  <a:gd name="T9" fmla="*/ 41 h 85"/>
                  <a:gd name="T10" fmla="*/ 73 w 1089"/>
                  <a:gd name="T11" fmla="*/ 0 h 85"/>
                  <a:gd name="T12" fmla="*/ 843 w 1089"/>
                  <a:gd name="T13" fmla="*/ 2 h 85"/>
                  <a:gd name="T14" fmla="*/ 930 w 1089"/>
                  <a:gd name="T15" fmla="*/ 3 h 85"/>
                  <a:gd name="T16" fmla="*/ 1089 w 1089"/>
                  <a:gd name="T17" fmla="*/ 3 h 85"/>
                  <a:gd name="T18" fmla="*/ 1088 w 1089"/>
                  <a:gd name="T19" fmla="*/ 51 h 85"/>
                  <a:gd name="T20" fmla="*/ 1034 w 1089"/>
                  <a:gd name="T21" fmla="*/ 85 h 85"/>
                  <a:gd name="T22" fmla="*/ 928 w 1089"/>
                  <a:gd name="T23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89" h="85">
                    <a:moveTo>
                      <a:pt x="928" y="85"/>
                    </a:moveTo>
                    <a:cubicBezTo>
                      <a:pt x="894" y="85"/>
                      <a:pt x="894" y="85"/>
                      <a:pt x="894" y="85"/>
                    </a:cubicBezTo>
                    <a:cubicBezTo>
                      <a:pt x="71" y="82"/>
                      <a:pt x="71" y="82"/>
                      <a:pt x="71" y="82"/>
                    </a:cubicBezTo>
                    <a:cubicBezTo>
                      <a:pt x="32" y="82"/>
                      <a:pt x="0" y="64"/>
                      <a:pt x="1" y="41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1" y="18"/>
                      <a:pt x="34" y="0"/>
                      <a:pt x="73" y="0"/>
                    </a:cubicBezTo>
                    <a:cubicBezTo>
                      <a:pt x="843" y="2"/>
                      <a:pt x="843" y="2"/>
                      <a:pt x="843" y="2"/>
                    </a:cubicBezTo>
                    <a:cubicBezTo>
                      <a:pt x="930" y="3"/>
                      <a:pt x="930" y="3"/>
                      <a:pt x="930" y="3"/>
                    </a:cubicBezTo>
                    <a:cubicBezTo>
                      <a:pt x="1089" y="3"/>
                      <a:pt x="1089" y="3"/>
                      <a:pt x="1089" y="3"/>
                    </a:cubicBezTo>
                    <a:cubicBezTo>
                      <a:pt x="1088" y="51"/>
                      <a:pt x="1088" y="51"/>
                      <a:pt x="1088" y="51"/>
                    </a:cubicBezTo>
                    <a:cubicBezTo>
                      <a:pt x="1087" y="68"/>
                      <a:pt x="1064" y="83"/>
                      <a:pt x="1034" y="85"/>
                    </a:cubicBezTo>
                    <a:lnTo>
                      <a:pt x="928" y="85"/>
                    </a:lnTo>
                    <a:close/>
                  </a:path>
                </a:pathLst>
              </a:custGeom>
              <a:solidFill>
                <a:srgbClr val="F99E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29" name="Freeform 174">
                <a:extLst>
                  <a:ext uri="{FF2B5EF4-FFF2-40B4-BE49-F238E27FC236}">
                    <a16:creationId xmlns:a16="http://schemas.microsoft.com/office/drawing/2014/main" id="{317C6E02-978A-B341-B9F0-DCBB2B7DD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5088" y="4189413"/>
                <a:ext cx="141287" cy="120650"/>
              </a:xfrm>
              <a:custGeom>
                <a:avLst/>
                <a:gdLst>
                  <a:gd name="T0" fmla="*/ 250 w 251"/>
                  <a:gd name="T1" fmla="*/ 55 h 215"/>
                  <a:gd name="T2" fmla="*/ 247 w 251"/>
                  <a:gd name="T3" fmla="*/ 162 h 215"/>
                  <a:gd name="T4" fmla="*/ 192 w 251"/>
                  <a:gd name="T5" fmla="*/ 215 h 215"/>
                  <a:gd name="T6" fmla="*/ 53 w 251"/>
                  <a:gd name="T7" fmla="*/ 215 h 215"/>
                  <a:gd name="T8" fmla="*/ 1 w 251"/>
                  <a:gd name="T9" fmla="*/ 161 h 215"/>
                  <a:gd name="T10" fmla="*/ 4 w 251"/>
                  <a:gd name="T11" fmla="*/ 54 h 215"/>
                  <a:gd name="T12" fmla="*/ 59 w 251"/>
                  <a:gd name="T13" fmla="*/ 1 h 215"/>
                  <a:gd name="T14" fmla="*/ 198 w 251"/>
                  <a:gd name="T15" fmla="*/ 1 h 215"/>
                  <a:gd name="T16" fmla="*/ 250 w 251"/>
                  <a:gd name="T17" fmla="*/ 5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1" h="215">
                    <a:moveTo>
                      <a:pt x="250" y="55"/>
                    </a:moveTo>
                    <a:cubicBezTo>
                      <a:pt x="247" y="162"/>
                      <a:pt x="247" y="162"/>
                      <a:pt x="247" y="162"/>
                    </a:cubicBezTo>
                    <a:cubicBezTo>
                      <a:pt x="246" y="191"/>
                      <a:pt x="222" y="215"/>
                      <a:pt x="192" y="215"/>
                    </a:cubicBezTo>
                    <a:cubicBezTo>
                      <a:pt x="53" y="215"/>
                      <a:pt x="53" y="215"/>
                      <a:pt x="53" y="215"/>
                    </a:cubicBezTo>
                    <a:cubicBezTo>
                      <a:pt x="24" y="215"/>
                      <a:pt x="0" y="191"/>
                      <a:pt x="1" y="161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5" y="25"/>
                      <a:pt x="29" y="0"/>
                      <a:pt x="59" y="1"/>
                    </a:cubicBezTo>
                    <a:cubicBezTo>
                      <a:pt x="198" y="1"/>
                      <a:pt x="198" y="1"/>
                      <a:pt x="198" y="1"/>
                    </a:cubicBezTo>
                    <a:cubicBezTo>
                      <a:pt x="227" y="1"/>
                      <a:pt x="251" y="25"/>
                      <a:pt x="250" y="55"/>
                    </a:cubicBezTo>
                    <a:close/>
                  </a:path>
                </a:pathLst>
              </a:custGeom>
              <a:solidFill>
                <a:srgbClr val="F169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0" name="Freeform 175">
                <a:extLst>
                  <a:ext uri="{FF2B5EF4-FFF2-40B4-BE49-F238E27FC236}">
                    <a16:creationId xmlns:a16="http://schemas.microsoft.com/office/drawing/2014/main" id="{93A1ADFB-3E46-DA9E-09AF-B3A0E9AC2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1913" y="4191001"/>
                <a:ext cx="53975" cy="119063"/>
              </a:xfrm>
              <a:custGeom>
                <a:avLst/>
                <a:gdLst>
                  <a:gd name="T0" fmla="*/ 98 w 98"/>
                  <a:gd name="T1" fmla="*/ 23 h 215"/>
                  <a:gd name="T2" fmla="*/ 92 w 98"/>
                  <a:gd name="T3" fmla="*/ 192 h 215"/>
                  <a:gd name="T4" fmla="*/ 68 w 98"/>
                  <a:gd name="T5" fmla="*/ 215 h 215"/>
                  <a:gd name="T6" fmla="*/ 23 w 98"/>
                  <a:gd name="T7" fmla="*/ 215 h 215"/>
                  <a:gd name="T8" fmla="*/ 0 w 98"/>
                  <a:gd name="T9" fmla="*/ 192 h 215"/>
                  <a:gd name="T10" fmla="*/ 5 w 98"/>
                  <a:gd name="T11" fmla="*/ 23 h 215"/>
                  <a:gd name="T12" fmla="*/ 29 w 98"/>
                  <a:gd name="T13" fmla="*/ 0 h 215"/>
                  <a:gd name="T14" fmla="*/ 75 w 98"/>
                  <a:gd name="T15" fmla="*/ 0 h 215"/>
                  <a:gd name="T16" fmla="*/ 98 w 98"/>
                  <a:gd name="T17" fmla="*/ 23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15">
                    <a:moveTo>
                      <a:pt x="98" y="23"/>
                    </a:moveTo>
                    <a:cubicBezTo>
                      <a:pt x="92" y="192"/>
                      <a:pt x="92" y="192"/>
                      <a:pt x="92" y="192"/>
                    </a:cubicBezTo>
                    <a:cubicBezTo>
                      <a:pt x="92" y="204"/>
                      <a:pt x="81" y="215"/>
                      <a:pt x="68" y="215"/>
                    </a:cubicBezTo>
                    <a:cubicBezTo>
                      <a:pt x="23" y="215"/>
                      <a:pt x="23" y="215"/>
                      <a:pt x="23" y="215"/>
                    </a:cubicBezTo>
                    <a:cubicBezTo>
                      <a:pt x="10" y="215"/>
                      <a:pt x="0" y="204"/>
                      <a:pt x="0" y="192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11"/>
                      <a:pt x="17" y="0"/>
                      <a:pt x="29" y="0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88" y="0"/>
                      <a:pt x="98" y="11"/>
                      <a:pt x="98" y="23"/>
                    </a:cubicBezTo>
                    <a:close/>
                  </a:path>
                </a:pathLst>
              </a:custGeom>
              <a:solidFill>
                <a:srgbClr val="D85E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1" name="Freeform 176">
                <a:extLst>
                  <a:ext uri="{FF2B5EF4-FFF2-40B4-BE49-F238E27FC236}">
                    <a16:creationId xmlns:a16="http://schemas.microsoft.com/office/drawing/2014/main" id="{0603A96A-87D6-1E3F-DAEC-43FCE554E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1263" y="2901951"/>
                <a:ext cx="473075" cy="473075"/>
              </a:xfrm>
              <a:custGeom>
                <a:avLst/>
                <a:gdLst>
                  <a:gd name="T0" fmla="*/ 0 w 846"/>
                  <a:gd name="T1" fmla="*/ 254 h 846"/>
                  <a:gd name="T2" fmla="*/ 236 w 846"/>
                  <a:gd name="T3" fmla="*/ 202 h 846"/>
                  <a:gd name="T4" fmla="*/ 229 w 846"/>
                  <a:gd name="T5" fmla="*/ 149 h 846"/>
                  <a:gd name="T6" fmla="*/ 197 w 846"/>
                  <a:gd name="T7" fmla="*/ 103 h 846"/>
                  <a:gd name="T8" fmla="*/ 256 w 846"/>
                  <a:gd name="T9" fmla="*/ 10 h 846"/>
                  <a:gd name="T10" fmla="*/ 349 w 846"/>
                  <a:gd name="T11" fmla="*/ 69 h 846"/>
                  <a:gd name="T12" fmla="*/ 341 w 846"/>
                  <a:gd name="T13" fmla="*/ 124 h 846"/>
                  <a:gd name="T14" fmla="*/ 357 w 846"/>
                  <a:gd name="T15" fmla="*/ 175 h 846"/>
                  <a:gd name="T16" fmla="*/ 592 w 846"/>
                  <a:gd name="T17" fmla="*/ 122 h 846"/>
                  <a:gd name="T18" fmla="*/ 644 w 846"/>
                  <a:gd name="T19" fmla="*/ 358 h 846"/>
                  <a:gd name="T20" fmla="*/ 697 w 846"/>
                  <a:gd name="T21" fmla="*/ 350 h 846"/>
                  <a:gd name="T22" fmla="*/ 743 w 846"/>
                  <a:gd name="T23" fmla="*/ 319 h 846"/>
                  <a:gd name="T24" fmla="*/ 837 w 846"/>
                  <a:gd name="T25" fmla="*/ 378 h 846"/>
                  <a:gd name="T26" fmla="*/ 777 w 846"/>
                  <a:gd name="T27" fmla="*/ 471 h 846"/>
                  <a:gd name="T28" fmla="*/ 722 w 846"/>
                  <a:gd name="T29" fmla="*/ 463 h 846"/>
                  <a:gd name="T30" fmla="*/ 671 w 846"/>
                  <a:gd name="T31" fmla="*/ 478 h 846"/>
                  <a:gd name="T32" fmla="*/ 724 w 846"/>
                  <a:gd name="T33" fmla="*/ 714 h 846"/>
                  <a:gd name="T34" fmla="*/ 485 w 846"/>
                  <a:gd name="T35" fmla="*/ 767 h 846"/>
                  <a:gd name="T36" fmla="*/ 473 w 846"/>
                  <a:gd name="T37" fmla="*/ 718 h 846"/>
                  <a:gd name="T38" fmla="*/ 482 w 846"/>
                  <a:gd name="T39" fmla="*/ 662 h 846"/>
                  <a:gd name="T40" fmla="*/ 389 w 846"/>
                  <a:gd name="T41" fmla="*/ 603 h 846"/>
                  <a:gd name="T42" fmla="*/ 330 w 846"/>
                  <a:gd name="T43" fmla="*/ 696 h 846"/>
                  <a:gd name="T44" fmla="*/ 361 w 846"/>
                  <a:gd name="T45" fmla="*/ 743 h 846"/>
                  <a:gd name="T46" fmla="*/ 371 w 846"/>
                  <a:gd name="T47" fmla="*/ 793 h 846"/>
                  <a:gd name="T48" fmla="*/ 132 w 846"/>
                  <a:gd name="T49" fmla="*/ 846 h 846"/>
                  <a:gd name="T50" fmla="*/ 79 w 846"/>
                  <a:gd name="T51" fmla="*/ 607 h 846"/>
                  <a:gd name="T52" fmla="*/ 128 w 846"/>
                  <a:gd name="T53" fmla="*/ 595 h 846"/>
                  <a:gd name="T54" fmla="*/ 184 w 846"/>
                  <a:gd name="T55" fmla="*/ 604 h 846"/>
                  <a:gd name="T56" fmla="*/ 243 w 846"/>
                  <a:gd name="T57" fmla="*/ 511 h 846"/>
                  <a:gd name="T58" fmla="*/ 150 w 846"/>
                  <a:gd name="T59" fmla="*/ 451 h 846"/>
                  <a:gd name="T60" fmla="*/ 103 w 846"/>
                  <a:gd name="T61" fmla="*/ 483 h 846"/>
                  <a:gd name="T62" fmla="*/ 54 w 846"/>
                  <a:gd name="T63" fmla="*/ 493 h 846"/>
                  <a:gd name="T64" fmla="*/ 0 w 846"/>
                  <a:gd name="T65" fmla="*/ 254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6" h="846">
                    <a:moveTo>
                      <a:pt x="0" y="254"/>
                    </a:moveTo>
                    <a:cubicBezTo>
                      <a:pt x="236" y="202"/>
                      <a:pt x="236" y="202"/>
                      <a:pt x="236" y="202"/>
                    </a:cubicBezTo>
                    <a:cubicBezTo>
                      <a:pt x="250" y="189"/>
                      <a:pt x="255" y="174"/>
                      <a:pt x="229" y="149"/>
                    </a:cubicBezTo>
                    <a:cubicBezTo>
                      <a:pt x="213" y="139"/>
                      <a:pt x="202" y="123"/>
                      <a:pt x="197" y="103"/>
                    </a:cubicBezTo>
                    <a:cubicBezTo>
                      <a:pt x="188" y="61"/>
                      <a:pt x="214" y="19"/>
                      <a:pt x="256" y="10"/>
                    </a:cubicBezTo>
                    <a:cubicBezTo>
                      <a:pt x="298" y="0"/>
                      <a:pt x="340" y="27"/>
                      <a:pt x="349" y="69"/>
                    </a:cubicBezTo>
                    <a:cubicBezTo>
                      <a:pt x="354" y="88"/>
                      <a:pt x="350" y="108"/>
                      <a:pt x="341" y="124"/>
                    </a:cubicBezTo>
                    <a:cubicBezTo>
                      <a:pt x="328" y="158"/>
                      <a:pt x="338" y="169"/>
                      <a:pt x="357" y="175"/>
                    </a:cubicBezTo>
                    <a:cubicBezTo>
                      <a:pt x="592" y="122"/>
                      <a:pt x="592" y="122"/>
                      <a:pt x="592" y="122"/>
                    </a:cubicBezTo>
                    <a:cubicBezTo>
                      <a:pt x="644" y="358"/>
                      <a:pt x="644" y="358"/>
                      <a:pt x="644" y="358"/>
                    </a:cubicBezTo>
                    <a:cubicBezTo>
                      <a:pt x="657" y="372"/>
                      <a:pt x="672" y="377"/>
                      <a:pt x="697" y="350"/>
                    </a:cubicBezTo>
                    <a:cubicBezTo>
                      <a:pt x="707" y="335"/>
                      <a:pt x="724" y="323"/>
                      <a:pt x="743" y="319"/>
                    </a:cubicBezTo>
                    <a:cubicBezTo>
                      <a:pt x="786" y="310"/>
                      <a:pt x="827" y="336"/>
                      <a:pt x="837" y="378"/>
                    </a:cubicBezTo>
                    <a:cubicBezTo>
                      <a:pt x="846" y="420"/>
                      <a:pt x="819" y="462"/>
                      <a:pt x="777" y="471"/>
                    </a:cubicBezTo>
                    <a:cubicBezTo>
                      <a:pt x="758" y="476"/>
                      <a:pt x="738" y="472"/>
                      <a:pt x="722" y="463"/>
                    </a:cubicBezTo>
                    <a:cubicBezTo>
                      <a:pt x="688" y="449"/>
                      <a:pt x="677" y="460"/>
                      <a:pt x="671" y="478"/>
                    </a:cubicBezTo>
                    <a:cubicBezTo>
                      <a:pt x="724" y="714"/>
                      <a:pt x="724" y="714"/>
                      <a:pt x="724" y="714"/>
                    </a:cubicBezTo>
                    <a:cubicBezTo>
                      <a:pt x="485" y="767"/>
                      <a:pt x="485" y="767"/>
                      <a:pt x="485" y="767"/>
                    </a:cubicBezTo>
                    <a:cubicBezTo>
                      <a:pt x="469" y="761"/>
                      <a:pt x="461" y="749"/>
                      <a:pt x="473" y="718"/>
                    </a:cubicBezTo>
                    <a:cubicBezTo>
                      <a:pt x="483" y="701"/>
                      <a:pt x="486" y="682"/>
                      <a:pt x="482" y="662"/>
                    </a:cubicBezTo>
                    <a:cubicBezTo>
                      <a:pt x="472" y="620"/>
                      <a:pt x="431" y="594"/>
                      <a:pt x="389" y="603"/>
                    </a:cubicBezTo>
                    <a:cubicBezTo>
                      <a:pt x="347" y="612"/>
                      <a:pt x="320" y="654"/>
                      <a:pt x="330" y="696"/>
                    </a:cubicBezTo>
                    <a:cubicBezTo>
                      <a:pt x="334" y="716"/>
                      <a:pt x="345" y="732"/>
                      <a:pt x="361" y="743"/>
                    </a:cubicBezTo>
                    <a:cubicBezTo>
                      <a:pt x="385" y="766"/>
                      <a:pt x="383" y="780"/>
                      <a:pt x="371" y="793"/>
                    </a:cubicBezTo>
                    <a:cubicBezTo>
                      <a:pt x="132" y="846"/>
                      <a:pt x="132" y="846"/>
                      <a:pt x="132" y="846"/>
                    </a:cubicBezTo>
                    <a:cubicBezTo>
                      <a:pt x="79" y="607"/>
                      <a:pt x="79" y="607"/>
                      <a:pt x="79" y="607"/>
                    </a:cubicBezTo>
                    <a:cubicBezTo>
                      <a:pt x="85" y="591"/>
                      <a:pt x="97" y="582"/>
                      <a:pt x="128" y="595"/>
                    </a:cubicBezTo>
                    <a:cubicBezTo>
                      <a:pt x="145" y="605"/>
                      <a:pt x="164" y="608"/>
                      <a:pt x="184" y="604"/>
                    </a:cubicBezTo>
                    <a:cubicBezTo>
                      <a:pt x="226" y="594"/>
                      <a:pt x="253" y="553"/>
                      <a:pt x="243" y="511"/>
                    </a:cubicBezTo>
                    <a:cubicBezTo>
                      <a:pt x="234" y="469"/>
                      <a:pt x="192" y="442"/>
                      <a:pt x="150" y="451"/>
                    </a:cubicBezTo>
                    <a:cubicBezTo>
                      <a:pt x="130" y="456"/>
                      <a:pt x="114" y="467"/>
                      <a:pt x="103" y="483"/>
                    </a:cubicBezTo>
                    <a:cubicBezTo>
                      <a:pt x="80" y="508"/>
                      <a:pt x="66" y="505"/>
                      <a:pt x="54" y="493"/>
                    </a:cubicBez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168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Freeform 177">
                <a:extLst>
                  <a:ext uri="{FF2B5EF4-FFF2-40B4-BE49-F238E27FC236}">
                    <a16:creationId xmlns:a16="http://schemas.microsoft.com/office/drawing/2014/main" id="{2302B8E0-6B52-0C25-F8FA-32E7B3982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0" y="2974976"/>
                <a:ext cx="471487" cy="473075"/>
              </a:xfrm>
              <a:custGeom>
                <a:avLst/>
                <a:gdLst>
                  <a:gd name="T0" fmla="*/ 0 w 845"/>
                  <a:gd name="T1" fmla="*/ 254 h 846"/>
                  <a:gd name="T2" fmla="*/ 235 w 845"/>
                  <a:gd name="T3" fmla="*/ 202 h 846"/>
                  <a:gd name="T4" fmla="*/ 228 w 845"/>
                  <a:gd name="T5" fmla="*/ 150 h 846"/>
                  <a:gd name="T6" fmla="*/ 197 w 845"/>
                  <a:gd name="T7" fmla="*/ 103 h 846"/>
                  <a:gd name="T8" fmla="*/ 256 w 845"/>
                  <a:gd name="T9" fmla="*/ 9 h 846"/>
                  <a:gd name="T10" fmla="*/ 349 w 845"/>
                  <a:gd name="T11" fmla="*/ 69 h 846"/>
                  <a:gd name="T12" fmla="*/ 340 w 845"/>
                  <a:gd name="T13" fmla="*/ 124 h 846"/>
                  <a:gd name="T14" fmla="*/ 356 w 845"/>
                  <a:gd name="T15" fmla="*/ 175 h 846"/>
                  <a:gd name="T16" fmla="*/ 591 w 845"/>
                  <a:gd name="T17" fmla="*/ 122 h 846"/>
                  <a:gd name="T18" fmla="*/ 644 w 845"/>
                  <a:gd name="T19" fmla="*/ 358 h 846"/>
                  <a:gd name="T20" fmla="*/ 696 w 845"/>
                  <a:gd name="T21" fmla="*/ 350 h 846"/>
                  <a:gd name="T22" fmla="*/ 743 w 845"/>
                  <a:gd name="T23" fmla="*/ 319 h 846"/>
                  <a:gd name="T24" fmla="*/ 836 w 845"/>
                  <a:gd name="T25" fmla="*/ 378 h 846"/>
                  <a:gd name="T26" fmla="*/ 777 w 845"/>
                  <a:gd name="T27" fmla="*/ 471 h 846"/>
                  <a:gd name="T28" fmla="*/ 721 w 845"/>
                  <a:gd name="T29" fmla="*/ 463 h 846"/>
                  <a:gd name="T30" fmla="*/ 671 w 845"/>
                  <a:gd name="T31" fmla="*/ 478 h 846"/>
                  <a:gd name="T32" fmla="*/ 724 w 845"/>
                  <a:gd name="T33" fmla="*/ 714 h 846"/>
                  <a:gd name="T34" fmla="*/ 485 w 845"/>
                  <a:gd name="T35" fmla="*/ 767 h 846"/>
                  <a:gd name="T36" fmla="*/ 473 w 845"/>
                  <a:gd name="T37" fmla="*/ 718 h 846"/>
                  <a:gd name="T38" fmla="*/ 481 w 845"/>
                  <a:gd name="T39" fmla="*/ 662 h 846"/>
                  <a:gd name="T40" fmla="*/ 388 w 845"/>
                  <a:gd name="T41" fmla="*/ 603 h 846"/>
                  <a:gd name="T42" fmla="*/ 329 w 845"/>
                  <a:gd name="T43" fmla="*/ 696 h 846"/>
                  <a:gd name="T44" fmla="*/ 360 w 845"/>
                  <a:gd name="T45" fmla="*/ 743 h 846"/>
                  <a:gd name="T46" fmla="*/ 370 w 845"/>
                  <a:gd name="T47" fmla="*/ 792 h 846"/>
                  <a:gd name="T48" fmla="*/ 132 w 845"/>
                  <a:gd name="T49" fmla="*/ 846 h 846"/>
                  <a:gd name="T50" fmla="*/ 79 w 845"/>
                  <a:gd name="T51" fmla="*/ 607 h 846"/>
                  <a:gd name="T52" fmla="*/ 128 w 845"/>
                  <a:gd name="T53" fmla="*/ 595 h 846"/>
                  <a:gd name="T54" fmla="*/ 184 w 845"/>
                  <a:gd name="T55" fmla="*/ 604 h 846"/>
                  <a:gd name="T56" fmla="*/ 242 w 845"/>
                  <a:gd name="T57" fmla="*/ 510 h 846"/>
                  <a:gd name="T58" fmla="*/ 150 w 845"/>
                  <a:gd name="T59" fmla="*/ 452 h 846"/>
                  <a:gd name="T60" fmla="*/ 103 w 845"/>
                  <a:gd name="T61" fmla="*/ 483 h 846"/>
                  <a:gd name="T62" fmla="*/ 53 w 845"/>
                  <a:gd name="T63" fmla="*/ 493 h 846"/>
                  <a:gd name="T64" fmla="*/ 0 w 845"/>
                  <a:gd name="T65" fmla="*/ 254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5" h="846">
                    <a:moveTo>
                      <a:pt x="0" y="254"/>
                    </a:moveTo>
                    <a:cubicBezTo>
                      <a:pt x="235" y="202"/>
                      <a:pt x="235" y="202"/>
                      <a:pt x="235" y="202"/>
                    </a:cubicBezTo>
                    <a:cubicBezTo>
                      <a:pt x="249" y="189"/>
                      <a:pt x="255" y="174"/>
                      <a:pt x="228" y="150"/>
                    </a:cubicBezTo>
                    <a:cubicBezTo>
                      <a:pt x="213" y="139"/>
                      <a:pt x="201" y="122"/>
                      <a:pt x="197" y="103"/>
                    </a:cubicBezTo>
                    <a:cubicBezTo>
                      <a:pt x="187" y="61"/>
                      <a:pt x="214" y="19"/>
                      <a:pt x="256" y="9"/>
                    </a:cubicBezTo>
                    <a:cubicBezTo>
                      <a:pt x="298" y="0"/>
                      <a:pt x="340" y="27"/>
                      <a:pt x="349" y="69"/>
                    </a:cubicBezTo>
                    <a:cubicBezTo>
                      <a:pt x="353" y="88"/>
                      <a:pt x="350" y="108"/>
                      <a:pt x="340" y="124"/>
                    </a:cubicBezTo>
                    <a:cubicBezTo>
                      <a:pt x="327" y="158"/>
                      <a:pt x="338" y="170"/>
                      <a:pt x="356" y="175"/>
                    </a:cubicBezTo>
                    <a:cubicBezTo>
                      <a:pt x="591" y="122"/>
                      <a:pt x="591" y="122"/>
                      <a:pt x="591" y="122"/>
                    </a:cubicBezTo>
                    <a:cubicBezTo>
                      <a:pt x="644" y="358"/>
                      <a:pt x="644" y="358"/>
                      <a:pt x="644" y="358"/>
                    </a:cubicBezTo>
                    <a:cubicBezTo>
                      <a:pt x="657" y="372"/>
                      <a:pt x="672" y="377"/>
                      <a:pt x="696" y="350"/>
                    </a:cubicBezTo>
                    <a:cubicBezTo>
                      <a:pt x="707" y="335"/>
                      <a:pt x="723" y="323"/>
                      <a:pt x="743" y="319"/>
                    </a:cubicBezTo>
                    <a:cubicBezTo>
                      <a:pt x="785" y="310"/>
                      <a:pt x="827" y="336"/>
                      <a:pt x="836" y="378"/>
                    </a:cubicBezTo>
                    <a:cubicBezTo>
                      <a:pt x="845" y="420"/>
                      <a:pt x="819" y="462"/>
                      <a:pt x="777" y="471"/>
                    </a:cubicBezTo>
                    <a:cubicBezTo>
                      <a:pt x="757" y="476"/>
                      <a:pt x="738" y="472"/>
                      <a:pt x="721" y="463"/>
                    </a:cubicBezTo>
                    <a:cubicBezTo>
                      <a:pt x="688" y="449"/>
                      <a:pt x="676" y="460"/>
                      <a:pt x="671" y="478"/>
                    </a:cubicBezTo>
                    <a:cubicBezTo>
                      <a:pt x="724" y="714"/>
                      <a:pt x="724" y="714"/>
                      <a:pt x="724" y="714"/>
                    </a:cubicBezTo>
                    <a:cubicBezTo>
                      <a:pt x="485" y="767"/>
                      <a:pt x="485" y="767"/>
                      <a:pt x="485" y="767"/>
                    </a:cubicBezTo>
                    <a:cubicBezTo>
                      <a:pt x="469" y="761"/>
                      <a:pt x="460" y="749"/>
                      <a:pt x="473" y="718"/>
                    </a:cubicBezTo>
                    <a:cubicBezTo>
                      <a:pt x="482" y="702"/>
                      <a:pt x="486" y="682"/>
                      <a:pt x="481" y="662"/>
                    </a:cubicBezTo>
                    <a:cubicBezTo>
                      <a:pt x="472" y="620"/>
                      <a:pt x="430" y="594"/>
                      <a:pt x="388" y="603"/>
                    </a:cubicBezTo>
                    <a:cubicBezTo>
                      <a:pt x="346" y="612"/>
                      <a:pt x="320" y="654"/>
                      <a:pt x="329" y="696"/>
                    </a:cubicBezTo>
                    <a:cubicBezTo>
                      <a:pt x="333" y="716"/>
                      <a:pt x="345" y="732"/>
                      <a:pt x="360" y="743"/>
                    </a:cubicBezTo>
                    <a:cubicBezTo>
                      <a:pt x="385" y="766"/>
                      <a:pt x="382" y="780"/>
                      <a:pt x="370" y="792"/>
                    </a:cubicBezTo>
                    <a:cubicBezTo>
                      <a:pt x="132" y="846"/>
                      <a:pt x="132" y="846"/>
                      <a:pt x="132" y="846"/>
                    </a:cubicBezTo>
                    <a:cubicBezTo>
                      <a:pt x="79" y="607"/>
                      <a:pt x="79" y="607"/>
                      <a:pt x="79" y="607"/>
                    </a:cubicBezTo>
                    <a:cubicBezTo>
                      <a:pt x="85" y="591"/>
                      <a:pt x="97" y="583"/>
                      <a:pt x="128" y="595"/>
                    </a:cubicBezTo>
                    <a:cubicBezTo>
                      <a:pt x="144" y="604"/>
                      <a:pt x="164" y="608"/>
                      <a:pt x="184" y="604"/>
                    </a:cubicBezTo>
                    <a:cubicBezTo>
                      <a:pt x="225" y="594"/>
                      <a:pt x="252" y="553"/>
                      <a:pt x="242" y="510"/>
                    </a:cubicBezTo>
                    <a:cubicBezTo>
                      <a:pt x="233" y="469"/>
                      <a:pt x="192" y="442"/>
                      <a:pt x="150" y="452"/>
                    </a:cubicBezTo>
                    <a:cubicBezTo>
                      <a:pt x="130" y="456"/>
                      <a:pt x="114" y="467"/>
                      <a:pt x="103" y="483"/>
                    </a:cubicBezTo>
                    <a:cubicBezTo>
                      <a:pt x="80" y="507"/>
                      <a:pt x="65" y="505"/>
                      <a:pt x="53" y="493"/>
                    </a:cubicBez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0338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Freeform 178">
                <a:extLst>
                  <a:ext uri="{FF2B5EF4-FFF2-40B4-BE49-F238E27FC236}">
                    <a16:creationId xmlns:a16="http://schemas.microsoft.com/office/drawing/2014/main" id="{FBC42655-6846-E52C-0D39-939F535BD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7013" y="3319463"/>
                <a:ext cx="466725" cy="466725"/>
              </a:xfrm>
              <a:custGeom>
                <a:avLst/>
                <a:gdLst>
                  <a:gd name="T0" fmla="*/ 108 w 838"/>
                  <a:gd name="T1" fmla="*/ 134 h 837"/>
                  <a:gd name="T2" fmla="*/ 345 w 838"/>
                  <a:gd name="T3" fmla="*/ 176 h 837"/>
                  <a:gd name="T4" fmla="*/ 358 w 838"/>
                  <a:gd name="T5" fmla="*/ 126 h 837"/>
                  <a:gd name="T6" fmla="*/ 348 w 838"/>
                  <a:gd name="T7" fmla="*/ 70 h 837"/>
                  <a:gd name="T8" fmla="*/ 438 w 838"/>
                  <a:gd name="T9" fmla="*/ 7 h 837"/>
                  <a:gd name="T10" fmla="*/ 501 w 838"/>
                  <a:gd name="T11" fmla="*/ 98 h 837"/>
                  <a:gd name="T12" fmla="*/ 472 w 838"/>
                  <a:gd name="T13" fmla="*/ 146 h 837"/>
                  <a:gd name="T14" fmla="*/ 467 w 838"/>
                  <a:gd name="T15" fmla="*/ 198 h 837"/>
                  <a:gd name="T16" fmla="*/ 704 w 838"/>
                  <a:gd name="T17" fmla="*/ 241 h 837"/>
                  <a:gd name="T18" fmla="*/ 661 w 838"/>
                  <a:gd name="T19" fmla="*/ 478 h 837"/>
                  <a:gd name="T20" fmla="*/ 712 w 838"/>
                  <a:gd name="T21" fmla="*/ 492 h 837"/>
                  <a:gd name="T22" fmla="*/ 768 w 838"/>
                  <a:gd name="T23" fmla="*/ 481 h 837"/>
                  <a:gd name="T24" fmla="*/ 830 w 838"/>
                  <a:gd name="T25" fmla="*/ 571 h 837"/>
                  <a:gd name="T26" fmla="*/ 740 w 838"/>
                  <a:gd name="T27" fmla="*/ 634 h 837"/>
                  <a:gd name="T28" fmla="*/ 692 w 838"/>
                  <a:gd name="T29" fmla="*/ 605 h 837"/>
                  <a:gd name="T30" fmla="*/ 639 w 838"/>
                  <a:gd name="T31" fmla="*/ 600 h 837"/>
                  <a:gd name="T32" fmla="*/ 597 w 838"/>
                  <a:gd name="T33" fmla="*/ 837 h 837"/>
                  <a:gd name="T34" fmla="*/ 356 w 838"/>
                  <a:gd name="T35" fmla="*/ 794 h 837"/>
                  <a:gd name="T36" fmla="*/ 364 w 838"/>
                  <a:gd name="T37" fmla="*/ 744 h 837"/>
                  <a:gd name="T38" fmla="*/ 394 w 838"/>
                  <a:gd name="T39" fmla="*/ 696 h 837"/>
                  <a:gd name="T40" fmla="*/ 331 w 838"/>
                  <a:gd name="T41" fmla="*/ 606 h 837"/>
                  <a:gd name="T42" fmla="*/ 240 w 838"/>
                  <a:gd name="T43" fmla="*/ 669 h 837"/>
                  <a:gd name="T44" fmla="*/ 251 w 838"/>
                  <a:gd name="T45" fmla="*/ 724 h 837"/>
                  <a:gd name="T46" fmla="*/ 241 w 838"/>
                  <a:gd name="T47" fmla="*/ 774 h 837"/>
                  <a:gd name="T48" fmla="*/ 0 w 838"/>
                  <a:gd name="T49" fmla="*/ 730 h 837"/>
                  <a:gd name="T50" fmla="*/ 43 w 838"/>
                  <a:gd name="T51" fmla="*/ 490 h 837"/>
                  <a:gd name="T52" fmla="*/ 94 w 838"/>
                  <a:gd name="T53" fmla="*/ 498 h 837"/>
                  <a:gd name="T54" fmla="*/ 142 w 838"/>
                  <a:gd name="T55" fmla="*/ 527 h 837"/>
                  <a:gd name="T56" fmla="*/ 232 w 838"/>
                  <a:gd name="T57" fmla="*/ 464 h 837"/>
                  <a:gd name="T58" fmla="*/ 169 w 838"/>
                  <a:gd name="T59" fmla="*/ 374 h 837"/>
                  <a:gd name="T60" fmla="*/ 114 w 838"/>
                  <a:gd name="T61" fmla="*/ 384 h 837"/>
                  <a:gd name="T62" fmla="*/ 64 w 838"/>
                  <a:gd name="T63" fmla="*/ 374 h 837"/>
                  <a:gd name="T64" fmla="*/ 108 w 838"/>
                  <a:gd name="T65" fmla="*/ 134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38" h="837">
                    <a:moveTo>
                      <a:pt x="108" y="134"/>
                    </a:moveTo>
                    <a:cubicBezTo>
                      <a:pt x="345" y="176"/>
                      <a:pt x="345" y="176"/>
                      <a:pt x="345" y="176"/>
                    </a:cubicBezTo>
                    <a:cubicBezTo>
                      <a:pt x="363" y="170"/>
                      <a:pt x="373" y="158"/>
                      <a:pt x="358" y="126"/>
                    </a:cubicBezTo>
                    <a:cubicBezTo>
                      <a:pt x="348" y="110"/>
                      <a:pt x="344" y="90"/>
                      <a:pt x="348" y="70"/>
                    </a:cubicBezTo>
                    <a:cubicBezTo>
                      <a:pt x="355" y="28"/>
                      <a:pt x="396" y="0"/>
                      <a:pt x="438" y="7"/>
                    </a:cubicBezTo>
                    <a:cubicBezTo>
                      <a:pt x="480" y="15"/>
                      <a:pt x="508" y="55"/>
                      <a:pt x="501" y="98"/>
                    </a:cubicBezTo>
                    <a:cubicBezTo>
                      <a:pt x="497" y="118"/>
                      <a:pt x="487" y="134"/>
                      <a:pt x="472" y="146"/>
                    </a:cubicBezTo>
                    <a:cubicBezTo>
                      <a:pt x="446" y="171"/>
                      <a:pt x="452" y="186"/>
                      <a:pt x="467" y="198"/>
                    </a:cubicBezTo>
                    <a:cubicBezTo>
                      <a:pt x="704" y="241"/>
                      <a:pt x="704" y="241"/>
                      <a:pt x="704" y="241"/>
                    </a:cubicBezTo>
                    <a:cubicBezTo>
                      <a:pt x="661" y="478"/>
                      <a:pt x="661" y="478"/>
                      <a:pt x="661" y="478"/>
                    </a:cubicBezTo>
                    <a:cubicBezTo>
                      <a:pt x="668" y="496"/>
                      <a:pt x="680" y="507"/>
                      <a:pt x="712" y="492"/>
                    </a:cubicBezTo>
                    <a:cubicBezTo>
                      <a:pt x="728" y="482"/>
                      <a:pt x="748" y="477"/>
                      <a:pt x="768" y="481"/>
                    </a:cubicBezTo>
                    <a:cubicBezTo>
                      <a:pt x="810" y="489"/>
                      <a:pt x="838" y="529"/>
                      <a:pt x="830" y="571"/>
                    </a:cubicBezTo>
                    <a:cubicBezTo>
                      <a:pt x="823" y="614"/>
                      <a:pt x="782" y="642"/>
                      <a:pt x="740" y="634"/>
                    </a:cubicBezTo>
                    <a:cubicBezTo>
                      <a:pt x="720" y="631"/>
                      <a:pt x="704" y="620"/>
                      <a:pt x="692" y="605"/>
                    </a:cubicBezTo>
                    <a:cubicBezTo>
                      <a:pt x="666" y="580"/>
                      <a:pt x="651" y="585"/>
                      <a:pt x="639" y="600"/>
                    </a:cubicBezTo>
                    <a:cubicBezTo>
                      <a:pt x="597" y="837"/>
                      <a:pt x="597" y="837"/>
                      <a:pt x="597" y="837"/>
                    </a:cubicBezTo>
                    <a:cubicBezTo>
                      <a:pt x="356" y="794"/>
                      <a:pt x="356" y="794"/>
                      <a:pt x="356" y="794"/>
                    </a:cubicBezTo>
                    <a:cubicBezTo>
                      <a:pt x="344" y="783"/>
                      <a:pt x="341" y="768"/>
                      <a:pt x="364" y="744"/>
                    </a:cubicBezTo>
                    <a:cubicBezTo>
                      <a:pt x="379" y="733"/>
                      <a:pt x="390" y="716"/>
                      <a:pt x="394" y="696"/>
                    </a:cubicBezTo>
                    <a:cubicBezTo>
                      <a:pt x="401" y="654"/>
                      <a:pt x="373" y="613"/>
                      <a:pt x="331" y="606"/>
                    </a:cubicBezTo>
                    <a:cubicBezTo>
                      <a:pt x="288" y="598"/>
                      <a:pt x="248" y="626"/>
                      <a:pt x="240" y="669"/>
                    </a:cubicBezTo>
                    <a:cubicBezTo>
                      <a:pt x="237" y="688"/>
                      <a:pt x="241" y="708"/>
                      <a:pt x="251" y="724"/>
                    </a:cubicBezTo>
                    <a:cubicBezTo>
                      <a:pt x="265" y="755"/>
                      <a:pt x="257" y="767"/>
                      <a:pt x="241" y="774"/>
                    </a:cubicBezTo>
                    <a:cubicBezTo>
                      <a:pt x="0" y="730"/>
                      <a:pt x="0" y="730"/>
                      <a:pt x="0" y="730"/>
                    </a:cubicBezTo>
                    <a:cubicBezTo>
                      <a:pt x="43" y="490"/>
                      <a:pt x="43" y="490"/>
                      <a:pt x="43" y="490"/>
                    </a:cubicBezTo>
                    <a:cubicBezTo>
                      <a:pt x="55" y="477"/>
                      <a:pt x="70" y="474"/>
                      <a:pt x="94" y="498"/>
                    </a:cubicBezTo>
                    <a:cubicBezTo>
                      <a:pt x="105" y="513"/>
                      <a:pt x="122" y="524"/>
                      <a:pt x="142" y="527"/>
                    </a:cubicBezTo>
                    <a:cubicBezTo>
                      <a:pt x="184" y="535"/>
                      <a:pt x="224" y="506"/>
                      <a:pt x="232" y="464"/>
                    </a:cubicBezTo>
                    <a:cubicBezTo>
                      <a:pt x="240" y="422"/>
                      <a:pt x="212" y="381"/>
                      <a:pt x="169" y="374"/>
                    </a:cubicBezTo>
                    <a:cubicBezTo>
                      <a:pt x="149" y="370"/>
                      <a:pt x="130" y="374"/>
                      <a:pt x="114" y="384"/>
                    </a:cubicBezTo>
                    <a:cubicBezTo>
                      <a:pt x="83" y="398"/>
                      <a:pt x="71" y="390"/>
                      <a:pt x="64" y="374"/>
                    </a:cubicBezTo>
                    <a:lnTo>
                      <a:pt x="108" y="134"/>
                    </a:lnTo>
                    <a:close/>
                  </a:path>
                </a:pathLst>
              </a:custGeom>
              <a:solidFill>
                <a:srgbClr val="1B8A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Freeform 179">
                <a:extLst>
                  <a:ext uri="{FF2B5EF4-FFF2-40B4-BE49-F238E27FC236}">
                    <a16:creationId xmlns:a16="http://schemas.microsoft.com/office/drawing/2014/main" id="{CEC8E161-D913-6549-8FC6-2D1F79F88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2188" y="3444876"/>
                <a:ext cx="473075" cy="474663"/>
              </a:xfrm>
              <a:custGeom>
                <a:avLst/>
                <a:gdLst>
                  <a:gd name="T0" fmla="*/ 0 w 849"/>
                  <a:gd name="T1" fmla="*/ 261 h 849"/>
                  <a:gd name="T2" fmla="*/ 234 w 849"/>
                  <a:gd name="T3" fmla="*/ 203 h 849"/>
                  <a:gd name="T4" fmla="*/ 226 w 849"/>
                  <a:gd name="T5" fmla="*/ 151 h 849"/>
                  <a:gd name="T6" fmla="*/ 193 w 849"/>
                  <a:gd name="T7" fmla="*/ 104 h 849"/>
                  <a:gd name="T8" fmla="*/ 250 w 849"/>
                  <a:gd name="T9" fmla="*/ 10 h 849"/>
                  <a:gd name="T10" fmla="*/ 345 w 849"/>
                  <a:gd name="T11" fmla="*/ 67 h 849"/>
                  <a:gd name="T12" fmla="*/ 338 w 849"/>
                  <a:gd name="T13" fmla="*/ 123 h 849"/>
                  <a:gd name="T14" fmla="*/ 354 w 849"/>
                  <a:gd name="T15" fmla="*/ 173 h 849"/>
                  <a:gd name="T16" fmla="*/ 589 w 849"/>
                  <a:gd name="T17" fmla="*/ 115 h 849"/>
                  <a:gd name="T18" fmla="*/ 646 w 849"/>
                  <a:gd name="T19" fmla="*/ 349 h 849"/>
                  <a:gd name="T20" fmla="*/ 699 w 849"/>
                  <a:gd name="T21" fmla="*/ 340 h 849"/>
                  <a:gd name="T22" fmla="*/ 745 w 849"/>
                  <a:gd name="T23" fmla="*/ 308 h 849"/>
                  <a:gd name="T24" fmla="*/ 839 w 849"/>
                  <a:gd name="T25" fmla="*/ 365 h 849"/>
                  <a:gd name="T26" fmla="*/ 782 w 849"/>
                  <a:gd name="T27" fmla="*/ 459 h 849"/>
                  <a:gd name="T28" fmla="*/ 726 w 849"/>
                  <a:gd name="T29" fmla="*/ 452 h 849"/>
                  <a:gd name="T30" fmla="*/ 676 w 849"/>
                  <a:gd name="T31" fmla="*/ 469 h 849"/>
                  <a:gd name="T32" fmla="*/ 734 w 849"/>
                  <a:gd name="T33" fmla="*/ 703 h 849"/>
                  <a:gd name="T34" fmla="*/ 497 w 849"/>
                  <a:gd name="T35" fmla="*/ 762 h 849"/>
                  <a:gd name="T36" fmla="*/ 484 w 849"/>
                  <a:gd name="T37" fmla="*/ 713 h 849"/>
                  <a:gd name="T38" fmla="*/ 491 w 849"/>
                  <a:gd name="T39" fmla="*/ 657 h 849"/>
                  <a:gd name="T40" fmla="*/ 397 w 849"/>
                  <a:gd name="T41" fmla="*/ 600 h 849"/>
                  <a:gd name="T42" fmla="*/ 340 w 849"/>
                  <a:gd name="T43" fmla="*/ 695 h 849"/>
                  <a:gd name="T44" fmla="*/ 372 w 849"/>
                  <a:gd name="T45" fmla="*/ 741 h 849"/>
                  <a:gd name="T46" fmla="*/ 383 w 849"/>
                  <a:gd name="T47" fmla="*/ 790 h 849"/>
                  <a:gd name="T48" fmla="*/ 146 w 849"/>
                  <a:gd name="T49" fmla="*/ 849 h 849"/>
                  <a:gd name="T50" fmla="*/ 87 w 849"/>
                  <a:gd name="T51" fmla="*/ 612 h 849"/>
                  <a:gd name="T52" fmla="*/ 136 w 849"/>
                  <a:gd name="T53" fmla="*/ 598 h 849"/>
                  <a:gd name="T54" fmla="*/ 192 w 849"/>
                  <a:gd name="T55" fmla="*/ 606 h 849"/>
                  <a:gd name="T56" fmla="*/ 249 w 849"/>
                  <a:gd name="T57" fmla="*/ 511 h 849"/>
                  <a:gd name="T58" fmla="*/ 154 w 849"/>
                  <a:gd name="T59" fmla="*/ 454 h 849"/>
                  <a:gd name="T60" fmla="*/ 108 w 849"/>
                  <a:gd name="T61" fmla="*/ 487 h 849"/>
                  <a:gd name="T62" fmla="*/ 59 w 849"/>
                  <a:gd name="T63" fmla="*/ 498 h 849"/>
                  <a:gd name="T64" fmla="*/ 0 w 849"/>
                  <a:gd name="T65" fmla="*/ 261 h 8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49" h="849">
                    <a:moveTo>
                      <a:pt x="0" y="261"/>
                    </a:moveTo>
                    <a:cubicBezTo>
                      <a:pt x="234" y="203"/>
                      <a:pt x="234" y="203"/>
                      <a:pt x="234" y="203"/>
                    </a:cubicBezTo>
                    <a:cubicBezTo>
                      <a:pt x="248" y="190"/>
                      <a:pt x="253" y="175"/>
                      <a:pt x="226" y="151"/>
                    </a:cubicBezTo>
                    <a:cubicBezTo>
                      <a:pt x="210" y="140"/>
                      <a:pt x="198" y="124"/>
                      <a:pt x="193" y="104"/>
                    </a:cubicBezTo>
                    <a:cubicBezTo>
                      <a:pt x="183" y="63"/>
                      <a:pt x="208" y="20"/>
                      <a:pt x="250" y="10"/>
                    </a:cubicBezTo>
                    <a:cubicBezTo>
                      <a:pt x="292" y="0"/>
                      <a:pt x="334" y="25"/>
                      <a:pt x="345" y="67"/>
                    </a:cubicBezTo>
                    <a:cubicBezTo>
                      <a:pt x="350" y="87"/>
                      <a:pt x="347" y="106"/>
                      <a:pt x="338" y="123"/>
                    </a:cubicBezTo>
                    <a:cubicBezTo>
                      <a:pt x="325" y="157"/>
                      <a:pt x="336" y="168"/>
                      <a:pt x="354" y="173"/>
                    </a:cubicBezTo>
                    <a:cubicBezTo>
                      <a:pt x="589" y="115"/>
                      <a:pt x="589" y="115"/>
                      <a:pt x="589" y="115"/>
                    </a:cubicBezTo>
                    <a:cubicBezTo>
                      <a:pt x="646" y="349"/>
                      <a:pt x="646" y="349"/>
                      <a:pt x="646" y="349"/>
                    </a:cubicBezTo>
                    <a:cubicBezTo>
                      <a:pt x="659" y="363"/>
                      <a:pt x="675" y="367"/>
                      <a:pt x="699" y="340"/>
                    </a:cubicBezTo>
                    <a:cubicBezTo>
                      <a:pt x="709" y="325"/>
                      <a:pt x="725" y="313"/>
                      <a:pt x="745" y="308"/>
                    </a:cubicBezTo>
                    <a:cubicBezTo>
                      <a:pt x="786" y="298"/>
                      <a:pt x="829" y="323"/>
                      <a:pt x="839" y="365"/>
                    </a:cubicBezTo>
                    <a:cubicBezTo>
                      <a:pt x="849" y="407"/>
                      <a:pt x="824" y="449"/>
                      <a:pt x="782" y="459"/>
                    </a:cubicBezTo>
                    <a:cubicBezTo>
                      <a:pt x="763" y="464"/>
                      <a:pt x="743" y="461"/>
                      <a:pt x="726" y="452"/>
                    </a:cubicBezTo>
                    <a:cubicBezTo>
                      <a:pt x="692" y="439"/>
                      <a:pt x="681" y="451"/>
                      <a:pt x="676" y="469"/>
                    </a:cubicBezTo>
                    <a:cubicBezTo>
                      <a:pt x="734" y="703"/>
                      <a:pt x="734" y="703"/>
                      <a:pt x="734" y="703"/>
                    </a:cubicBezTo>
                    <a:cubicBezTo>
                      <a:pt x="497" y="762"/>
                      <a:pt x="497" y="762"/>
                      <a:pt x="497" y="762"/>
                    </a:cubicBezTo>
                    <a:cubicBezTo>
                      <a:pt x="481" y="756"/>
                      <a:pt x="472" y="744"/>
                      <a:pt x="484" y="713"/>
                    </a:cubicBezTo>
                    <a:cubicBezTo>
                      <a:pt x="493" y="697"/>
                      <a:pt x="496" y="677"/>
                      <a:pt x="491" y="657"/>
                    </a:cubicBezTo>
                    <a:cubicBezTo>
                      <a:pt x="481" y="616"/>
                      <a:pt x="438" y="590"/>
                      <a:pt x="397" y="600"/>
                    </a:cubicBezTo>
                    <a:cubicBezTo>
                      <a:pt x="355" y="611"/>
                      <a:pt x="329" y="653"/>
                      <a:pt x="340" y="695"/>
                    </a:cubicBezTo>
                    <a:cubicBezTo>
                      <a:pt x="344" y="714"/>
                      <a:pt x="356" y="730"/>
                      <a:pt x="372" y="741"/>
                    </a:cubicBezTo>
                    <a:cubicBezTo>
                      <a:pt x="397" y="763"/>
                      <a:pt x="395" y="778"/>
                      <a:pt x="383" y="790"/>
                    </a:cubicBezTo>
                    <a:cubicBezTo>
                      <a:pt x="146" y="849"/>
                      <a:pt x="146" y="849"/>
                      <a:pt x="146" y="849"/>
                    </a:cubicBezTo>
                    <a:cubicBezTo>
                      <a:pt x="87" y="612"/>
                      <a:pt x="87" y="612"/>
                      <a:pt x="87" y="612"/>
                    </a:cubicBezTo>
                    <a:cubicBezTo>
                      <a:pt x="93" y="596"/>
                      <a:pt x="105" y="587"/>
                      <a:pt x="136" y="598"/>
                    </a:cubicBezTo>
                    <a:cubicBezTo>
                      <a:pt x="152" y="608"/>
                      <a:pt x="172" y="610"/>
                      <a:pt x="192" y="606"/>
                    </a:cubicBezTo>
                    <a:cubicBezTo>
                      <a:pt x="234" y="595"/>
                      <a:pt x="259" y="553"/>
                      <a:pt x="249" y="511"/>
                    </a:cubicBezTo>
                    <a:cubicBezTo>
                      <a:pt x="238" y="469"/>
                      <a:pt x="196" y="444"/>
                      <a:pt x="154" y="454"/>
                    </a:cubicBezTo>
                    <a:cubicBezTo>
                      <a:pt x="135" y="459"/>
                      <a:pt x="119" y="471"/>
                      <a:pt x="108" y="487"/>
                    </a:cubicBezTo>
                    <a:cubicBezTo>
                      <a:pt x="86" y="512"/>
                      <a:pt x="71" y="510"/>
                      <a:pt x="59" y="498"/>
                    </a:cubicBezTo>
                    <a:lnTo>
                      <a:pt x="0" y="261"/>
                    </a:lnTo>
                    <a:close/>
                  </a:path>
                </a:pathLst>
              </a:custGeom>
              <a:solidFill>
                <a:srgbClr val="FAB9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Freeform 180">
                <a:extLst>
                  <a:ext uri="{FF2B5EF4-FFF2-40B4-BE49-F238E27FC236}">
                    <a16:creationId xmlns:a16="http://schemas.microsoft.com/office/drawing/2014/main" id="{104D2033-A692-1898-B1AF-387F1AF33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8125" y="3975101"/>
                <a:ext cx="639762" cy="439738"/>
              </a:xfrm>
              <a:custGeom>
                <a:avLst/>
                <a:gdLst>
                  <a:gd name="T0" fmla="*/ 41 w 1148"/>
                  <a:gd name="T1" fmla="*/ 0 h 789"/>
                  <a:gd name="T2" fmla="*/ 1107 w 1148"/>
                  <a:gd name="T3" fmla="*/ 0 h 789"/>
                  <a:gd name="T4" fmla="*/ 1148 w 1148"/>
                  <a:gd name="T5" fmla="*/ 41 h 789"/>
                  <a:gd name="T6" fmla="*/ 1148 w 1148"/>
                  <a:gd name="T7" fmla="*/ 747 h 789"/>
                  <a:gd name="T8" fmla="*/ 1107 w 1148"/>
                  <a:gd name="T9" fmla="*/ 789 h 789"/>
                  <a:gd name="T10" fmla="*/ 41 w 1148"/>
                  <a:gd name="T11" fmla="*/ 789 h 789"/>
                  <a:gd name="T12" fmla="*/ 0 w 1148"/>
                  <a:gd name="T13" fmla="*/ 747 h 789"/>
                  <a:gd name="T14" fmla="*/ 0 w 1148"/>
                  <a:gd name="T15" fmla="*/ 41 h 789"/>
                  <a:gd name="T16" fmla="*/ 41 w 1148"/>
                  <a:gd name="T17" fmla="*/ 0 h 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8" h="789">
                    <a:moveTo>
                      <a:pt x="41" y="0"/>
                    </a:moveTo>
                    <a:cubicBezTo>
                      <a:pt x="1107" y="0"/>
                      <a:pt x="1107" y="0"/>
                      <a:pt x="1107" y="0"/>
                    </a:cubicBezTo>
                    <a:cubicBezTo>
                      <a:pt x="1129" y="0"/>
                      <a:pt x="1148" y="19"/>
                      <a:pt x="1148" y="41"/>
                    </a:cubicBezTo>
                    <a:cubicBezTo>
                      <a:pt x="1148" y="747"/>
                      <a:pt x="1148" y="747"/>
                      <a:pt x="1148" y="747"/>
                    </a:cubicBezTo>
                    <a:cubicBezTo>
                      <a:pt x="1148" y="770"/>
                      <a:pt x="1129" y="789"/>
                      <a:pt x="1107" y="789"/>
                    </a:cubicBezTo>
                    <a:cubicBezTo>
                      <a:pt x="41" y="789"/>
                      <a:pt x="41" y="789"/>
                      <a:pt x="41" y="789"/>
                    </a:cubicBezTo>
                    <a:cubicBezTo>
                      <a:pt x="18" y="789"/>
                      <a:pt x="0" y="770"/>
                      <a:pt x="0" y="747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19"/>
                      <a:pt x="18" y="0"/>
                      <a:pt x="4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Freeform 181">
                <a:extLst>
                  <a:ext uri="{FF2B5EF4-FFF2-40B4-BE49-F238E27FC236}">
                    <a16:creationId xmlns:a16="http://schemas.microsoft.com/office/drawing/2014/main" id="{6950CA85-7A91-E7D2-789D-AABD2948A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8125" y="3871913"/>
                <a:ext cx="639762" cy="146050"/>
              </a:xfrm>
              <a:custGeom>
                <a:avLst/>
                <a:gdLst>
                  <a:gd name="T0" fmla="*/ 48 w 1148"/>
                  <a:gd name="T1" fmla="*/ 0 h 261"/>
                  <a:gd name="T2" fmla="*/ 1100 w 1148"/>
                  <a:gd name="T3" fmla="*/ 0 h 261"/>
                  <a:gd name="T4" fmla="*/ 1148 w 1148"/>
                  <a:gd name="T5" fmla="*/ 48 h 261"/>
                  <a:gd name="T6" fmla="*/ 1148 w 1148"/>
                  <a:gd name="T7" fmla="*/ 214 h 261"/>
                  <a:gd name="T8" fmla="*/ 1100 w 1148"/>
                  <a:gd name="T9" fmla="*/ 261 h 261"/>
                  <a:gd name="T10" fmla="*/ 48 w 1148"/>
                  <a:gd name="T11" fmla="*/ 261 h 261"/>
                  <a:gd name="T12" fmla="*/ 0 w 1148"/>
                  <a:gd name="T13" fmla="*/ 214 h 261"/>
                  <a:gd name="T14" fmla="*/ 0 w 1148"/>
                  <a:gd name="T15" fmla="*/ 48 h 261"/>
                  <a:gd name="T16" fmla="*/ 48 w 1148"/>
                  <a:gd name="T17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48" h="261">
                    <a:moveTo>
                      <a:pt x="48" y="0"/>
                    </a:moveTo>
                    <a:cubicBezTo>
                      <a:pt x="1100" y="0"/>
                      <a:pt x="1100" y="0"/>
                      <a:pt x="1100" y="0"/>
                    </a:cubicBezTo>
                    <a:cubicBezTo>
                      <a:pt x="1126" y="0"/>
                      <a:pt x="1148" y="22"/>
                      <a:pt x="1148" y="48"/>
                    </a:cubicBezTo>
                    <a:cubicBezTo>
                      <a:pt x="1148" y="214"/>
                      <a:pt x="1148" y="214"/>
                      <a:pt x="1148" y="214"/>
                    </a:cubicBezTo>
                    <a:cubicBezTo>
                      <a:pt x="1148" y="240"/>
                      <a:pt x="1126" y="261"/>
                      <a:pt x="1100" y="261"/>
                    </a:cubicBezTo>
                    <a:cubicBezTo>
                      <a:pt x="48" y="261"/>
                      <a:pt x="48" y="261"/>
                      <a:pt x="48" y="261"/>
                    </a:cubicBezTo>
                    <a:cubicBezTo>
                      <a:pt x="21" y="261"/>
                      <a:pt x="0" y="240"/>
                      <a:pt x="0" y="21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2"/>
                      <a:pt x="21" y="0"/>
                      <a:pt x="48" y="0"/>
                    </a:cubicBezTo>
                    <a:close/>
                  </a:path>
                </a:pathLst>
              </a:custGeom>
              <a:solidFill>
                <a:srgbClr val="FAB9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Oval 182">
                <a:extLst>
                  <a:ext uri="{FF2B5EF4-FFF2-40B4-BE49-F238E27FC236}">
                    <a16:creationId xmlns:a16="http://schemas.microsoft.com/office/drawing/2014/main" id="{56A779A0-0434-2E0A-AAA0-820F44D4C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2100" y="3884613"/>
                <a:ext cx="41275" cy="41275"/>
              </a:xfrm>
              <a:prstGeom prst="ellipse">
                <a:avLst/>
              </a:prstGeom>
              <a:solidFill>
                <a:srgbClr val="68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8" name="Oval 183">
                <a:extLst>
                  <a:ext uri="{FF2B5EF4-FFF2-40B4-BE49-F238E27FC236}">
                    <a16:creationId xmlns:a16="http://schemas.microsoft.com/office/drawing/2014/main" id="{6EAD2996-D7D7-38D8-4859-91A23BC04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4650" y="3884613"/>
                <a:ext cx="41275" cy="41275"/>
              </a:xfrm>
              <a:prstGeom prst="ellipse">
                <a:avLst/>
              </a:prstGeom>
              <a:solidFill>
                <a:srgbClr val="68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39" name="Oval 184">
                <a:extLst>
                  <a:ext uri="{FF2B5EF4-FFF2-40B4-BE49-F238E27FC236}">
                    <a16:creationId xmlns:a16="http://schemas.microsoft.com/office/drawing/2014/main" id="{E20DC749-CB3D-C1B5-8946-A58C351E8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5613" y="3884613"/>
                <a:ext cx="41275" cy="41275"/>
              </a:xfrm>
              <a:prstGeom prst="ellipse">
                <a:avLst/>
              </a:prstGeom>
              <a:solidFill>
                <a:srgbClr val="68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Oval 185">
                <a:extLst>
                  <a:ext uri="{FF2B5EF4-FFF2-40B4-BE49-F238E27FC236}">
                    <a16:creationId xmlns:a16="http://schemas.microsoft.com/office/drawing/2014/main" id="{7519CB00-7CB7-5B23-C354-83B98367F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6575" y="3884613"/>
                <a:ext cx="41275" cy="41275"/>
              </a:xfrm>
              <a:prstGeom prst="ellipse">
                <a:avLst/>
              </a:prstGeom>
              <a:solidFill>
                <a:srgbClr val="68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1" name="Oval 186">
                <a:extLst>
                  <a:ext uri="{FF2B5EF4-FFF2-40B4-BE49-F238E27FC236}">
                    <a16:creationId xmlns:a16="http://schemas.microsoft.com/office/drawing/2014/main" id="{A72F5A14-B03F-928E-1190-B5FE0777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9125" y="3884613"/>
                <a:ext cx="41275" cy="41275"/>
              </a:xfrm>
              <a:prstGeom prst="ellipse">
                <a:avLst/>
              </a:prstGeom>
              <a:solidFill>
                <a:srgbClr val="68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2" name="Oval 187">
                <a:extLst>
                  <a:ext uri="{FF2B5EF4-FFF2-40B4-BE49-F238E27FC236}">
                    <a16:creationId xmlns:a16="http://schemas.microsoft.com/office/drawing/2014/main" id="{A8ADB395-C0FC-A0D7-CB82-5F6631B87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0088" y="3884613"/>
                <a:ext cx="41275" cy="41275"/>
              </a:xfrm>
              <a:prstGeom prst="ellipse">
                <a:avLst/>
              </a:prstGeom>
              <a:solidFill>
                <a:srgbClr val="68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3" name="Oval 188">
                <a:extLst>
                  <a:ext uri="{FF2B5EF4-FFF2-40B4-BE49-F238E27FC236}">
                    <a16:creationId xmlns:a16="http://schemas.microsoft.com/office/drawing/2014/main" id="{122E9A3B-1505-32E5-F64C-ACD7B2C1B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1050" y="3884613"/>
                <a:ext cx="41275" cy="41275"/>
              </a:xfrm>
              <a:prstGeom prst="ellipse">
                <a:avLst/>
              </a:prstGeom>
              <a:solidFill>
                <a:srgbClr val="68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4" name="Freeform 189">
                <a:extLst>
                  <a:ext uri="{FF2B5EF4-FFF2-40B4-BE49-F238E27FC236}">
                    <a16:creationId xmlns:a16="http://schemas.microsoft.com/office/drawing/2014/main" id="{B59FCC28-05D1-A0A0-4ECB-7386038B4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8450" y="3835401"/>
                <a:ext cx="31750" cy="74613"/>
              </a:xfrm>
              <a:custGeom>
                <a:avLst/>
                <a:gdLst>
                  <a:gd name="T0" fmla="*/ 27 w 55"/>
                  <a:gd name="T1" fmla="*/ 0 h 132"/>
                  <a:gd name="T2" fmla="*/ 27 w 55"/>
                  <a:gd name="T3" fmla="*/ 0 h 132"/>
                  <a:gd name="T4" fmla="*/ 55 w 55"/>
                  <a:gd name="T5" fmla="*/ 28 h 132"/>
                  <a:gd name="T6" fmla="*/ 55 w 55"/>
                  <a:gd name="T7" fmla="*/ 104 h 132"/>
                  <a:gd name="T8" fmla="*/ 27 w 55"/>
                  <a:gd name="T9" fmla="*/ 132 h 132"/>
                  <a:gd name="T10" fmla="*/ 27 w 55"/>
                  <a:gd name="T11" fmla="*/ 132 h 132"/>
                  <a:gd name="T12" fmla="*/ 0 w 55"/>
                  <a:gd name="T13" fmla="*/ 104 h 132"/>
                  <a:gd name="T14" fmla="*/ 0 w 55"/>
                  <a:gd name="T15" fmla="*/ 28 h 132"/>
                  <a:gd name="T16" fmla="*/ 27 w 55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5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5" name="Freeform 190">
                <a:extLst>
                  <a:ext uri="{FF2B5EF4-FFF2-40B4-BE49-F238E27FC236}">
                    <a16:creationId xmlns:a16="http://schemas.microsoft.com/office/drawing/2014/main" id="{459CE3AD-EBA9-B745-4370-D5FAA4CD8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1000" y="3835401"/>
                <a:ext cx="30162" cy="74613"/>
              </a:xfrm>
              <a:custGeom>
                <a:avLst/>
                <a:gdLst>
                  <a:gd name="T0" fmla="*/ 27 w 55"/>
                  <a:gd name="T1" fmla="*/ 0 h 132"/>
                  <a:gd name="T2" fmla="*/ 27 w 55"/>
                  <a:gd name="T3" fmla="*/ 0 h 132"/>
                  <a:gd name="T4" fmla="*/ 55 w 55"/>
                  <a:gd name="T5" fmla="*/ 28 h 132"/>
                  <a:gd name="T6" fmla="*/ 55 w 55"/>
                  <a:gd name="T7" fmla="*/ 104 h 132"/>
                  <a:gd name="T8" fmla="*/ 27 w 55"/>
                  <a:gd name="T9" fmla="*/ 132 h 132"/>
                  <a:gd name="T10" fmla="*/ 27 w 55"/>
                  <a:gd name="T11" fmla="*/ 132 h 132"/>
                  <a:gd name="T12" fmla="*/ 0 w 55"/>
                  <a:gd name="T13" fmla="*/ 104 h 132"/>
                  <a:gd name="T14" fmla="*/ 0 w 55"/>
                  <a:gd name="T15" fmla="*/ 28 h 132"/>
                  <a:gd name="T16" fmla="*/ 27 w 55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5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6" name="Freeform 191">
                <a:extLst>
                  <a:ext uri="{FF2B5EF4-FFF2-40B4-BE49-F238E27FC236}">
                    <a16:creationId xmlns:a16="http://schemas.microsoft.com/office/drawing/2014/main" id="{BBFAD11B-8951-9AA1-EF6F-9720F48ED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1963" y="3835401"/>
                <a:ext cx="30162" cy="74613"/>
              </a:xfrm>
              <a:custGeom>
                <a:avLst/>
                <a:gdLst>
                  <a:gd name="T0" fmla="*/ 27 w 54"/>
                  <a:gd name="T1" fmla="*/ 0 h 132"/>
                  <a:gd name="T2" fmla="*/ 27 w 54"/>
                  <a:gd name="T3" fmla="*/ 0 h 132"/>
                  <a:gd name="T4" fmla="*/ 54 w 54"/>
                  <a:gd name="T5" fmla="*/ 28 h 132"/>
                  <a:gd name="T6" fmla="*/ 54 w 54"/>
                  <a:gd name="T7" fmla="*/ 104 h 132"/>
                  <a:gd name="T8" fmla="*/ 27 w 54"/>
                  <a:gd name="T9" fmla="*/ 132 h 132"/>
                  <a:gd name="T10" fmla="*/ 27 w 54"/>
                  <a:gd name="T11" fmla="*/ 132 h 132"/>
                  <a:gd name="T12" fmla="*/ 0 w 54"/>
                  <a:gd name="T13" fmla="*/ 104 h 132"/>
                  <a:gd name="T14" fmla="*/ 0 w 54"/>
                  <a:gd name="T15" fmla="*/ 28 h 132"/>
                  <a:gd name="T16" fmla="*/ 27 w 54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4" y="13"/>
                      <a:pt x="54" y="28"/>
                    </a:cubicBezTo>
                    <a:cubicBezTo>
                      <a:pt x="54" y="104"/>
                      <a:pt x="54" y="104"/>
                      <a:pt x="54" y="104"/>
                    </a:cubicBezTo>
                    <a:cubicBezTo>
                      <a:pt x="54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7" name="Freeform 192">
                <a:extLst>
                  <a:ext uri="{FF2B5EF4-FFF2-40B4-BE49-F238E27FC236}">
                    <a16:creationId xmlns:a16="http://schemas.microsoft.com/office/drawing/2014/main" id="{80610B29-9693-DDED-9408-25C28CF172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2925" y="3835401"/>
                <a:ext cx="31750" cy="74613"/>
              </a:xfrm>
              <a:custGeom>
                <a:avLst/>
                <a:gdLst>
                  <a:gd name="T0" fmla="*/ 28 w 56"/>
                  <a:gd name="T1" fmla="*/ 0 h 132"/>
                  <a:gd name="T2" fmla="*/ 28 w 56"/>
                  <a:gd name="T3" fmla="*/ 0 h 132"/>
                  <a:gd name="T4" fmla="*/ 56 w 56"/>
                  <a:gd name="T5" fmla="*/ 28 h 132"/>
                  <a:gd name="T6" fmla="*/ 56 w 56"/>
                  <a:gd name="T7" fmla="*/ 104 h 132"/>
                  <a:gd name="T8" fmla="*/ 28 w 56"/>
                  <a:gd name="T9" fmla="*/ 132 h 132"/>
                  <a:gd name="T10" fmla="*/ 28 w 56"/>
                  <a:gd name="T11" fmla="*/ 132 h 132"/>
                  <a:gd name="T12" fmla="*/ 0 w 56"/>
                  <a:gd name="T13" fmla="*/ 104 h 132"/>
                  <a:gd name="T14" fmla="*/ 0 w 56"/>
                  <a:gd name="T15" fmla="*/ 28 h 132"/>
                  <a:gd name="T16" fmla="*/ 28 w 56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132">
                    <a:moveTo>
                      <a:pt x="28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43" y="0"/>
                      <a:pt x="56" y="13"/>
                      <a:pt x="56" y="28"/>
                    </a:cubicBezTo>
                    <a:cubicBezTo>
                      <a:pt x="56" y="104"/>
                      <a:pt x="56" y="104"/>
                      <a:pt x="56" y="104"/>
                    </a:cubicBezTo>
                    <a:cubicBezTo>
                      <a:pt x="56" y="120"/>
                      <a:pt x="43" y="132"/>
                      <a:pt x="28" y="132"/>
                    </a:cubicBezTo>
                    <a:cubicBezTo>
                      <a:pt x="28" y="132"/>
                      <a:pt x="28" y="132"/>
                      <a:pt x="28" y="132"/>
                    </a:cubicBezTo>
                    <a:cubicBezTo>
                      <a:pt x="13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3" y="0"/>
                      <a:pt x="2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8" name="Freeform 193">
                <a:extLst>
                  <a:ext uri="{FF2B5EF4-FFF2-40B4-BE49-F238E27FC236}">
                    <a16:creationId xmlns:a16="http://schemas.microsoft.com/office/drawing/2014/main" id="{DE4F47BC-DE43-2813-CDE6-B232FCF7C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3888" y="3835401"/>
                <a:ext cx="31750" cy="74613"/>
              </a:xfrm>
              <a:custGeom>
                <a:avLst/>
                <a:gdLst>
                  <a:gd name="T0" fmla="*/ 28 w 56"/>
                  <a:gd name="T1" fmla="*/ 0 h 132"/>
                  <a:gd name="T2" fmla="*/ 28 w 56"/>
                  <a:gd name="T3" fmla="*/ 0 h 132"/>
                  <a:gd name="T4" fmla="*/ 56 w 56"/>
                  <a:gd name="T5" fmla="*/ 28 h 132"/>
                  <a:gd name="T6" fmla="*/ 56 w 56"/>
                  <a:gd name="T7" fmla="*/ 104 h 132"/>
                  <a:gd name="T8" fmla="*/ 28 w 56"/>
                  <a:gd name="T9" fmla="*/ 132 h 132"/>
                  <a:gd name="T10" fmla="*/ 28 w 56"/>
                  <a:gd name="T11" fmla="*/ 132 h 132"/>
                  <a:gd name="T12" fmla="*/ 0 w 56"/>
                  <a:gd name="T13" fmla="*/ 104 h 132"/>
                  <a:gd name="T14" fmla="*/ 0 w 56"/>
                  <a:gd name="T15" fmla="*/ 28 h 132"/>
                  <a:gd name="T16" fmla="*/ 28 w 56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132">
                    <a:moveTo>
                      <a:pt x="28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43" y="0"/>
                      <a:pt x="56" y="13"/>
                      <a:pt x="56" y="28"/>
                    </a:cubicBezTo>
                    <a:cubicBezTo>
                      <a:pt x="56" y="104"/>
                      <a:pt x="56" y="104"/>
                      <a:pt x="56" y="104"/>
                    </a:cubicBezTo>
                    <a:cubicBezTo>
                      <a:pt x="56" y="120"/>
                      <a:pt x="43" y="132"/>
                      <a:pt x="28" y="132"/>
                    </a:cubicBezTo>
                    <a:cubicBezTo>
                      <a:pt x="28" y="132"/>
                      <a:pt x="28" y="132"/>
                      <a:pt x="28" y="132"/>
                    </a:cubicBezTo>
                    <a:cubicBezTo>
                      <a:pt x="13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3" y="0"/>
                      <a:pt x="28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49" name="Freeform 194">
                <a:extLst>
                  <a:ext uri="{FF2B5EF4-FFF2-40B4-BE49-F238E27FC236}">
                    <a16:creationId xmlns:a16="http://schemas.microsoft.com/office/drawing/2014/main" id="{BBAD9AC1-739A-0B13-0666-55A16DAEB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6438" y="3835401"/>
                <a:ext cx="30162" cy="74613"/>
              </a:xfrm>
              <a:custGeom>
                <a:avLst/>
                <a:gdLst>
                  <a:gd name="T0" fmla="*/ 27 w 55"/>
                  <a:gd name="T1" fmla="*/ 0 h 132"/>
                  <a:gd name="T2" fmla="*/ 27 w 55"/>
                  <a:gd name="T3" fmla="*/ 0 h 132"/>
                  <a:gd name="T4" fmla="*/ 55 w 55"/>
                  <a:gd name="T5" fmla="*/ 28 h 132"/>
                  <a:gd name="T6" fmla="*/ 55 w 55"/>
                  <a:gd name="T7" fmla="*/ 104 h 132"/>
                  <a:gd name="T8" fmla="*/ 27 w 55"/>
                  <a:gd name="T9" fmla="*/ 132 h 132"/>
                  <a:gd name="T10" fmla="*/ 27 w 55"/>
                  <a:gd name="T11" fmla="*/ 132 h 132"/>
                  <a:gd name="T12" fmla="*/ 0 w 55"/>
                  <a:gd name="T13" fmla="*/ 104 h 132"/>
                  <a:gd name="T14" fmla="*/ 0 w 55"/>
                  <a:gd name="T15" fmla="*/ 28 h 132"/>
                  <a:gd name="T16" fmla="*/ 27 w 55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5" y="13"/>
                      <a:pt x="55" y="28"/>
                    </a:cubicBezTo>
                    <a:cubicBezTo>
                      <a:pt x="55" y="104"/>
                      <a:pt x="55" y="104"/>
                      <a:pt x="55" y="104"/>
                    </a:cubicBezTo>
                    <a:cubicBezTo>
                      <a:pt x="55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0" name="Freeform 195">
                <a:extLst>
                  <a:ext uri="{FF2B5EF4-FFF2-40B4-BE49-F238E27FC236}">
                    <a16:creationId xmlns:a16="http://schemas.microsoft.com/office/drawing/2014/main" id="{4F25241E-C7A0-AE7F-3D19-E8AA0EC63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835401"/>
                <a:ext cx="30162" cy="74613"/>
              </a:xfrm>
              <a:custGeom>
                <a:avLst/>
                <a:gdLst>
                  <a:gd name="T0" fmla="*/ 27 w 54"/>
                  <a:gd name="T1" fmla="*/ 0 h 132"/>
                  <a:gd name="T2" fmla="*/ 27 w 54"/>
                  <a:gd name="T3" fmla="*/ 0 h 132"/>
                  <a:gd name="T4" fmla="*/ 54 w 54"/>
                  <a:gd name="T5" fmla="*/ 28 h 132"/>
                  <a:gd name="T6" fmla="*/ 54 w 54"/>
                  <a:gd name="T7" fmla="*/ 104 h 132"/>
                  <a:gd name="T8" fmla="*/ 27 w 54"/>
                  <a:gd name="T9" fmla="*/ 132 h 132"/>
                  <a:gd name="T10" fmla="*/ 27 w 54"/>
                  <a:gd name="T11" fmla="*/ 132 h 132"/>
                  <a:gd name="T12" fmla="*/ 0 w 54"/>
                  <a:gd name="T13" fmla="*/ 104 h 132"/>
                  <a:gd name="T14" fmla="*/ 0 w 54"/>
                  <a:gd name="T15" fmla="*/ 28 h 132"/>
                  <a:gd name="T16" fmla="*/ 27 w 54"/>
                  <a:gd name="T1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132">
                    <a:moveTo>
                      <a:pt x="27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42" y="0"/>
                      <a:pt x="54" y="13"/>
                      <a:pt x="54" y="28"/>
                    </a:cubicBezTo>
                    <a:cubicBezTo>
                      <a:pt x="54" y="104"/>
                      <a:pt x="54" y="104"/>
                      <a:pt x="54" y="104"/>
                    </a:cubicBezTo>
                    <a:cubicBezTo>
                      <a:pt x="54" y="120"/>
                      <a:pt x="42" y="132"/>
                      <a:pt x="27" y="132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12" y="132"/>
                      <a:pt x="0" y="120"/>
                      <a:pt x="0" y="10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13"/>
                      <a:pt x="12" y="0"/>
                      <a:pt x="27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1" name="Rectangle 196">
                <a:extLst>
                  <a:ext uri="{FF2B5EF4-FFF2-40B4-BE49-F238E27FC236}">
                    <a16:creationId xmlns:a16="http://schemas.microsoft.com/office/drawing/2014/main" id="{A28C1935-DF20-70A5-008F-768FCD4BA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863" y="4084638"/>
                <a:ext cx="63500" cy="63500"/>
              </a:xfrm>
              <a:prstGeom prst="rect">
                <a:avLst/>
              </a:prstGeom>
              <a:solidFill>
                <a:srgbClr val="F26D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2" name="Rectangle 197">
                <a:extLst>
                  <a:ext uri="{FF2B5EF4-FFF2-40B4-BE49-F238E27FC236}">
                    <a16:creationId xmlns:a16="http://schemas.microsoft.com/office/drawing/2014/main" id="{4E717A62-1121-E9F0-DE20-FE9D0E56E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863" y="4191001"/>
                <a:ext cx="63500" cy="63500"/>
              </a:xfrm>
              <a:prstGeom prst="rect">
                <a:avLst/>
              </a:prstGeom>
              <a:solidFill>
                <a:srgbClr val="F26D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3" name="Rectangle 198">
                <a:extLst>
                  <a:ext uri="{FF2B5EF4-FFF2-40B4-BE49-F238E27FC236}">
                    <a16:creationId xmlns:a16="http://schemas.microsoft.com/office/drawing/2014/main" id="{6857F739-4B41-4DAF-E50B-EF34BB088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1163" y="4084638"/>
                <a:ext cx="63500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4" name="Rectangle 199">
                <a:extLst>
                  <a:ext uri="{FF2B5EF4-FFF2-40B4-BE49-F238E27FC236}">
                    <a16:creationId xmlns:a16="http://schemas.microsoft.com/office/drawing/2014/main" id="{55551F71-6A9A-4FDF-8E98-32EBF5BB5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1163" y="4191001"/>
                <a:ext cx="63500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5" name="Rectangle 200">
                <a:extLst>
                  <a:ext uri="{FF2B5EF4-FFF2-40B4-BE49-F238E27FC236}">
                    <a16:creationId xmlns:a16="http://schemas.microsoft.com/office/drawing/2014/main" id="{35CDBFC8-9E71-D0C8-A9AF-487CB4A0D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7050" y="4084638"/>
                <a:ext cx="63500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6" name="Rectangle 201">
                <a:extLst>
                  <a:ext uri="{FF2B5EF4-FFF2-40B4-BE49-F238E27FC236}">
                    <a16:creationId xmlns:a16="http://schemas.microsoft.com/office/drawing/2014/main" id="{4899FFF9-5D09-A0FB-D393-1D4400E24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7050" y="4191001"/>
                <a:ext cx="63500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7" name="Rectangle 202">
                <a:extLst>
                  <a:ext uri="{FF2B5EF4-FFF2-40B4-BE49-F238E27FC236}">
                    <a16:creationId xmlns:a16="http://schemas.microsoft.com/office/drawing/2014/main" id="{8C554D0C-584A-674B-51C0-AB2A60C06A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1350" y="4084638"/>
                <a:ext cx="65087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8" name="Rectangle 203">
                <a:extLst>
                  <a:ext uri="{FF2B5EF4-FFF2-40B4-BE49-F238E27FC236}">
                    <a16:creationId xmlns:a16="http://schemas.microsoft.com/office/drawing/2014/main" id="{27F10EEE-A990-D4B9-8807-8E7CC1853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1350" y="4191001"/>
                <a:ext cx="65087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59" name="Rectangle 204">
                <a:extLst>
                  <a:ext uri="{FF2B5EF4-FFF2-40B4-BE49-F238E27FC236}">
                    <a16:creationId xmlns:a16="http://schemas.microsoft.com/office/drawing/2014/main" id="{93105D0A-F250-9729-0B65-44C34053F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7238" y="4191001"/>
                <a:ext cx="63500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Rectangle 205">
                <a:extLst>
                  <a:ext uri="{FF2B5EF4-FFF2-40B4-BE49-F238E27FC236}">
                    <a16:creationId xmlns:a16="http://schemas.microsoft.com/office/drawing/2014/main" id="{06819365-2BD1-CB88-9C74-96ED83D35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863" y="4298951"/>
                <a:ext cx="63500" cy="63500"/>
              </a:xfrm>
              <a:prstGeom prst="rect">
                <a:avLst/>
              </a:prstGeom>
              <a:solidFill>
                <a:srgbClr val="F26D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61" name="Rectangle 206">
                <a:extLst>
                  <a:ext uri="{FF2B5EF4-FFF2-40B4-BE49-F238E27FC236}">
                    <a16:creationId xmlns:a16="http://schemas.microsoft.com/office/drawing/2014/main" id="{30A874FB-5551-557E-88A4-7613D3A8E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1163" y="4298951"/>
                <a:ext cx="63500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62" name="Rectangle 207">
                <a:extLst>
                  <a:ext uri="{FF2B5EF4-FFF2-40B4-BE49-F238E27FC236}">
                    <a16:creationId xmlns:a16="http://schemas.microsoft.com/office/drawing/2014/main" id="{58BAF880-FF33-376A-1148-9C5C14AE1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07050" y="4298951"/>
                <a:ext cx="63500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Rectangle 208">
                <a:extLst>
                  <a:ext uri="{FF2B5EF4-FFF2-40B4-BE49-F238E27FC236}">
                    <a16:creationId xmlns:a16="http://schemas.microsoft.com/office/drawing/2014/main" id="{82B43396-D2E9-337F-BB20-75B3E6F79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1350" y="4298951"/>
                <a:ext cx="65087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64" name="Rectangle 209">
                <a:extLst>
                  <a:ext uri="{FF2B5EF4-FFF2-40B4-BE49-F238E27FC236}">
                    <a16:creationId xmlns:a16="http://schemas.microsoft.com/office/drawing/2014/main" id="{A789E020-D8BE-AF3B-0E6F-EE314F53B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7238" y="4298951"/>
                <a:ext cx="63500" cy="63500"/>
              </a:xfrm>
              <a:prstGeom prst="rect">
                <a:avLst/>
              </a:pr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65" name="Oval 210">
                <a:extLst>
                  <a:ext uri="{FF2B5EF4-FFF2-40B4-BE49-F238E27FC236}">
                    <a16:creationId xmlns:a16="http://schemas.microsoft.com/office/drawing/2014/main" id="{7478DF40-F499-76E3-1342-63E5597AA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3425" y="4043363"/>
                <a:ext cx="123825" cy="123825"/>
              </a:xfrm>
              <a:prstGeom prst="ellipse">
                <a:avLst/>
              </a:prstGeom>
              <a:solidFill>
                <a:srgbClr val="ADEC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66" name="Freeform 211">
                <a:extLst>
                  <a:ext uri="{FF2B5EF4-FFF2-40B4-BE49-F238E27FC236}">
                    <a16:creationId xmlns:a16="http://schemas.microsoft.com/office/drawing/2014/main" id="{3EBA2A4F-9F19-1C42-825B-B07D037F6D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0413" y="4021138"/>
                <a:ext cx="107950" cy="125413"/>
              </a:xfrm>
              <a:custGeom>
                <a:avLst/>
                <a:gdLst>
                  <a:gd name="T0" fmla="*/ 0 w 68"/>
                  <a:gd name="T1" fmla="*/ 44 h 79"/>
                  <a:gd name="T2" fmla="*/ 20 w 68"/>
                  <a:gd name="T3" fmla="*/ 79 h 79"/>
                  <a:gd name="T4" fmla="*/ 68 w 68"/>
                  <a:gd name="T5" fmla="*/ 0 h 79"/>
                  <a:gd name="T6" fmla="*/ 21 w 68"/>
                  <a:gd name="T7" fmla="*/ 54 h 79"/>
                  <a:gd name="T8" fmla="*/ 0 w 68"/>
                  <a:gd name="T9" fmla="*/ 4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79">
                    <a:moveTo>
                      <a:pt x="0" y="44"/>
                    </a:moveTo>
                    <a:lnTo>
                      <a:pt x="20" y="79"/>
                    </a:lnTo>
                    <a:lnTo>
                      <a:pt x="68" y="0"/>
                    </a:lnTo>
                    <a:lnTo>
                      <a:pt x="21" y="5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26D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  <p:sp>
            <p:nvSpPr>
              <p:cNvPr id="167" name="Freeform 212">
                <a:extLst>
                  <a:ext uri="{FF2B5EF4-FFF2-40B4-BE49-F238E27FC236}">
                    <a16:creationId xmlns:a16="http://schemas.microsoft.com/office/drawing/2014/main" id="{BC76D9CA-72CD-6D8D-5F11-FEBDA8F779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24363" y="2617788"/>
                <a:ext cx="1698625" cy="1109663"/>
              </a:xfrm>
              <a:custGeom>
                <a:avLst/>
                <a:gdLst>
                  <a:gd name="T0" fmla="*/ 30 w 3044"/>
                  <a:gd name="T1" fmla="*/ 1246 h 1988"/>
                  <a:gd name="T2" fmla="*/ 0 w 3044"/>
                  <a:gd name="T3" fmla="*/ 925 h 1988"/>
                  <a:gd name="T4" fmla="*/ 59 w 3044"/>
                  <a:gd name="T5" fmla="*/ 691 h 1988"/>
                  <a:gd name="T6" fmla="*/ 59 w 3044"/>
                  <a:gd name="T7" fmla="*/ 285 h 1988"/>
                  <a:gd name="T8" fmla="*/ 2 w 3044"/>
                  <a:gd name="T9" fmla="*/ 269 h 1988"/>
                  <a:gd name="T10" fmla="*/ 4 w 3044"/>
                  <a:gd name="T11" fmla="*/ 252 h 1988"/>
                  <a:gd name="T12" fmla="*/ 8 w 3044"/>
                  <a:gd name="T13" fmla="*/ 235 h 1988"/>
                  <a:gd name="T14" fmla="*/ 12 w 3044"/>
                  <a:gd name="T15" fmla="*/ 219 h 1988"/>
                  <a:gd name="T16" fmla="*/ 66 w 3044"/>
                  <a:gd name="T17" fmla="*/ 242 h 1988"/>
                  <a:gd name="T18" fmla="*/ 63 w 3044"/>
                  <a:gd name="T19" fmla="*/ 255 h 1988"/>
                  <a:gd name="T20" fmla="*/ 61 w 3044"/>
                  <a:gd name="T21" fmla="*/ 269 h 1988"/>
                  <a:gd name="T22" fmla="*/ 60 w 3044"/>
                  <a:gd name="T23" fmla="*/ 283 h 1988"/>
                  <a:gd name="T24" fmla="*/ 126 w 3044"/>
                  <a:gd name="T25" fmla="*/ 56 h 1988"/>
                  <a:gd name="T26" fmla="*/ 140 w 3044"/>
                  <a:gd name="T27" fmla="*/ 47 h 1988"/>
                  <a:gd name="T28" fmla="*/ 154 w 3044"/>
                  <a:gd name="T29" fmla="*/ 39 h 1988"/>
                  <a:gd name="T30" fmla="*/ 168 w 3044"/>
                  <a:gd name="T31" fmla="*/ 31 h 1988"/>
                  <a:gd name="T32" fmla="*/ 198 w 3044"/>
                  <a:gd name="T33" fmla="*/ 81 h 1988"/>
                  <a:gd name="T34" fmla="*/ 186 w 3044"/>
                  <a:gd name="T35" fmla="*/ 87 h 1988"/>
                  <a:gd name="T36" fmla="*/ 175 w 3044"/>
                  <a:gd name="T37" fmla="*/ 94 h 1988"/>
                  <a:gd name="T38" fmla="*/ 164 w 3044"/>
                  <a:gd name="T39" fmla="*/ 101 h 1988"/>
                  <a:gd name="T40" fmla="*/ 330 w 3044"/>
                  <a:gd name="T41" fmla="*/ 29 h 1988"/>
                  <a:gd name="T42" fmla="*/ 652 w 3044"/>
                  <a:gd name="T43" fmla="*/ 0 h 1988"/>
                  <a:gd name="T44" fmla="*/ 885 w 3044"/>
                  <a:gd name="T45" fmla="*/ 58 h 1988"/>
                  <a:gd name="T46" fmla="*/ 1293 w 3044"/>
                  <a:gd name="T47" fmla="*/ 58 h 1988"/>
                  <a:gd name="T48" fmla="*/ 1527 w 3044"/>
                  <a:gd name="T49" fmla="*/ 0 h 1988"/>
                  <a:gd name="T50" fmla="*/ 1848 w 3044"/>
                  <a:gd name="T51" fmla="*/ 29 h 1988"/>
                  <a:gd name="T52" fmla="*/ 1994 w 3044"/>
                  <a:gd name="T53" fmla="*/ 58 h 1988"/>
                  <a:gd name="T54" fmla="*/ 2432 w 3044"/>
                  <a:gd name="T55" fmla="*/ 29 h 1988"/>
                  <a:gd name="T56" fmla="*/ 2742 w 3044"/>
                  <a:gd name="T57" fmla="*/ 0 h 1988"/>
                  <a:gd name="T58" fmla="*/ 2752 w 3044"/>
                  <a:gd name="T59" fmla="*/ 58 h 1988"/>
                  <a:gd name="T60" fmla="*/ 2895 w 3044"/>
                  <a:gd name="T61" fmla="*/ 113 h 1988"/>
                  <a:gd name="T62" fmla="*/ 2942 w 3044"/>
                  <a:gd name="T63" fmla="*/ 76 h 1988"/>
                  <a:gd name="T64" fmla="*/ 2954 w 3044"/>
                  <a:gd name="T65" fmla="*/ 87 h 1988"/>
                  <a:gd name="T66" fmla="*/ 2965 w 3044"/>
                  <a:gd name="T67" fmla="*/ 99 h 1988"/>
                  <a:gd name="T68" fmla="*/ 2975 w 3044"/>
                  <a:gd name="T69" fmla="*/ 111 h 1988"/>
                  <a:gd name="T70" fmla="*/ 2927 w 3044"/>
                  <a:gd name="T71" fmla="*/ 144 h 1988"/>
                  <a:gd name="T72" fmla="*/ 2919 w 3044"/>
                  <a:gd name="T73" fmla="*/ 135 h 1988"/>
                  <a:gd name="T74" fmla="*/ 2909 w 3044"/>
                  <a:gd name="T75" fmla="*/ 125 h 1988"/>
                  <a:gd name="T76" fmla="*/ 2899 w 3044"/>
                  <a:gd name="T77" fmla="*/ 116 h 1988"/>
                  <a:gd name="T78" fmla="*/ 3043 w 3044"/>
                  <a:gd name="T79" fmla="*/ 295 h 1988"/>
                  <a:gd name="T80" fmla="*/ 2985 w 3044"/>
                  <a:gd name="T81" fmla="*/ 298 h 1988"/>
                  <a:gd name="T82" fmla="*/ 2985 w 3044"/>
                  <a:gd name="T83" fmla="*/ 585 h 1988"/>
                  <a:gd name="T84" fmla="*/ 2985 w 3044"/>
                  <a:gd name="T85" fmla="*/ 994 h 1988"/>
                  <a:gd name="T86" fmla="*/ 3043 w 3044"/>
                  <a:gd name="T87" fmla="*/ 1227 h 1988"/>
                  <a:gd name="T88" fmla="*/ 3014 w 3044"/>
                  <a:gd name="T89" fmla="*/ 1548 h 1988"/>
                  <a:gd name="T90" fmla="*/ 3043 w 3044"/>
                  <a:gd name="T91" fmla="*/ 1702 h 1988"/>
                  <a:gd name="T92" fmla="*/ 3042 w 3044"/>
                  <a:gd name="T93" fmla="*/ 1719 h 1988"/>
                  <a:gd name="T94" fmla="*/ 3039 w 3044"/>
                  <a:gd name="T95" fmla="*/ 1736 h 1988"/>
                  <a:gd name="T96" fmla="*/ 3036 w 3044"/>
                  <a:gd name="T97" fmla="*/ 1753 h 1988"/>
                  <a:gd name="T98" fmla="*/ 2979 w 3044"/>
                  <a:gd name="T99" fmla="*/ 1741 h 1988"/>
                  <a:gd name="T100" fmla="*/ 2981 w 3044"/>
                  <a:gd name="T101" fmla="*/ 1728 h 1988"/>
                  <a:gd name="T102" fmla="*/ 2983 w 3044"/>
                  <a:gd name="T103" fmla="*/ 1715 h 1988"/>
                  <a:gd name="T104" fmla="*/ 2985 w 3044"/>
                  <a:gd name="T105" fmla="*/ 1701 h 1988"/>
                  <a:gd name="T106" fmla="*/ 2932 w 3044"/>
                  <a:gd name="T107" fmla="*/ 1920 h 1988"/>
                  <a:gd name="T108" fmla="*/ 2919 w 3044"/>
                  <a:gd name="T109" fmla="*/ 1930 h 1988"/>
                  <a:gd name="T110" fmla="*/ 2906 w 3044"/>
                  <a:gd name="T111" fmla="*/ 1940 h 1988"/>
                  <a:gd name="T112" fmla="*/ 2892 w 3044"/>
                  <a:gd name="T113" fmla="*/ 1948 h 1988"/>
                  <a:gd name="T114" fmla="*/ 2879 w 3044"/>
                  <a:gd name="T115" fmla="*/ 1955 h 1988"/>
                  <a:gd name="T116" fmla="*/ 2860 w 3044"/>
                  <a:gd name="T117" fmla="*/ 1899 h 1988"/>
                  <a:gd name="T118" fmla="*/ 2871 w 3044"/>
                  <a:gd name="T119" fmla="*/ 1892 h 1988"/>
                  <a:gd name="T120" fmla="*/ 2882 w 3044"/>
                  <a:gd name="T121" fmla="*/ 1885 h 1988"/>
                  <a:gd name="T122" fmla="*/ 2893 w 3044"/>
                  <a:gd name="T123" fmla="*/ 1877 h 1988"/>
                  <a:gd name="T124" fmla="*/ 2637 w 3044"/>
                  <a:gd name="T125" fmla="*/ 1930 h 19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044" h="1988">
                    <a:moveTo>
                      <a:pt x="59" y="1450"/>
                    </a:moveTo>
                    <a:cubicBezTo>
                      <a:pt x="59" y="1466"/>
                      <a:pt x="46" y="1479"/>
                      <a:pt x="30" y="1479"/>
                    </a:cubicBezTo>
                    <a:cubicBezTo>
                      <a:pt x="13" y="1479"/>
                      <a:pt x="0" y="1466"/>
                      <a:pt x="0" y="1450"/>
                    </a:cubicBezTo>
                    <a:cubicBezTo>
                      <a:pt x="0" y="1392"/>
                      <a:pt x="0" y="1392"/>
                      <a:pt x="0" y="1392"/>
                    </a:cubicBezTo>
                    <a:cubicBezTo>
                      <a:pt x="0" y="1376"/>
                      <a:pt x="13" y="1363"/>
                      <a:pt x="30" y="1363"/>
                    </a:cubicBezTo>
                    <a:cubicBezTo>
                      <a:pt x="46" y="1363"/>
                      <a:pt x="59" y="1376"/>
                      <a:pt x="59" y="1392"/>
                    </a:cubicBezTo>
                    <a:lnTo>
                      <a:pt x="59" y="1450"/>
                    </a:lnTo>
                    <a:close/>
                    <a:moveTo>
                      <a:pt x="59" y="1217"/>
                    </a:moveTo>
                    <a:cubicBezTo>
                      <a:pt x="59" y="1233"/>
                      <a:pt x="46" y="1246"/>
                      <a:pt x="30" y="1246"/>
                    </a:cubicBezTo>
                    <a:cubicBezTo>
                      <a:pt x="13" y="1246"/>
                      <a:pt x="0" y="1233"/>
                      <a:pt x="0" y="1217"/>
                    </a:cubicBezTo>
                    <a:cubicBezTo>
                      <a:pt x="0" y="1158"/>
                      <a:pt x="0" y="1158"/>
                      <a:pt x="0" y="1158"/>
                    </a:cubicBezTo>
                    <a:cubicBezTo>
                      <a:pt x="0" y="1142"/>
                      <a:pt x="13" y="1129"/>
                      <a:pt x="30" y="1129"/>
                    </a:cubicBezTo>
                    <a:cubicBezTo>
                      <a:pt x="46" y="1129"/>
                      <a:pt x="59" y="1142"/>
                      <a:pt x="59" y="1158"/>
                    </a:cubicBezTo>
                    <a:lnTo>
                      <a:pt x="59" y="1217"/>
                    </a:lnTo>
                    <a:close/>
                    <a:moveTo>
                      <a:pt x="59" y="983"/>
                    </a:moveTo>
                    <a:cubicBezTo>
                      <a:pt x="59" y="999"/>
                      <a:pt x="46" y="1013"/>
                      <a:pt x="30" y="1013"/>
                    </a:cubicBezTo>
                    <a:cubicBezTo>
                      <a:pt x="13" y="1013"/>
                      <a:pt x="0" y="999"/>
                      <a:pt x="0" y="983"/>
                    </a:cubicBezTo>
                    <a:cubicBezTo>
                      <a:pt x="0" y="925"/>
                      <a:pt x="0" y="925"/>
                      <a:pt x="0" y="925"/>
                    </a:cubicBezTo>
                    <a:cubicBezTo>
                      <a:pt x="0" y="909"/>
                      <a:pt x="13" y="896"/>
                      <a:pt x="30" y="896"/>
                    </a:cubicBezTo>
                    <a:cubicBezTo>
                      <a:pt x="46" y="896"/>
                      <a:pt x="59" y="909"/>
                      <a:pt x="59" y="925"/>
                    </a:cubicBezTo>
                    <a:lnTo>
                      <a:pt x="59" y="983"/>
                    </a:lnTo>
                    <a:close/>
                    <a:moveTo>
                      <a:pt x="59" y="750"/>
                    </a:moveTo>
                    <a:cubicBezTo>
                      <a:pt x="59" y="766"/>
                      <a:pt x="46" y="779"/>
                      <a:pt x="30" y="779"/>
                    </a:cubicBezTo>
                    <a:cubicBezTo>
                      <a:pt x="13" y="779"/>
                      <a:pt x="0" y="766"/>
                      <a:pt x="0" y="750"/>
                    </a:cubicBezTo>
                    <a:cubicBezTo>
                      <a:pt x="0" y="691"/>
                      <a:pt x="0" y="691"/>
                      <a:pt x="0" y="691"/>
                    </a:cubicBezTo>
                    <a:cubicBezTo>
                      <a:pt x="0" y="675"/>
                      <a:pt x="13" y="662"/>
                      <a:pt x="30" y="662"/>
                    </a:cubicBezTo>
                    <a:cubicBezTo>
                      <a:pt x="46" y="662"/>
                      <a:pt x="59" y="675"/>
                      <a:pt x="59" y="691"/>
                    </a:cubicBezTo>
                    <a:lnTo>
                      <a:pt x="59" y="750"/>
                    </a:lnTo>
                    <a:close/>
                    <a:moveTo>
                      <a:pt x="59" y="516"/>
                    </a:moveTo>
                    <a:cubicBezTo>
                      <a:pt x="59" y="532"/>
                      <a:pt x="46" y="545"/>
                      <a:pt x="30" y="545"/>
                    </a:cubicBezTo>
                    <a:cubicBezTo>
                      <a:pt x="13" y="545"/>
                      <a:pt x="0" y="532"/>
                      <a:pt x="0" y="516"/>
                    </a:cubicBezTo>
                    <a:cubicBezTo>
                      <a:pt x="0" y="458"/>
                      <a:pt x="0" y="458"/>
                      <a:pt x="0" y="458"/>
                    </a:cubicBezTo>
                    <a:cubicBezTo>
                      <a:pt x="0" y="442"/>
                      <a:pt x="13" y="429"/>
                      <a:pt x="30" y="429"/>
                    </a:cubicBezTo>
                    <a:cubicBezTo>
                      <a:pt x="46" y="429"/>
                      <a:pt x="59" y="442"/>
                      <a:pt x="59" y="458"/>
                    </a:cubicBezTo>
                    <a:lnTo>
                      <a:pt x="59" y="516"/>
                    </a:lnTo>
                    <a:close/>
                    <a:moveTo>
                      <a:pt x="59" y="285"/>
                    </a:moveTo>
                    <a:cubicBezTo>
                      <a:pt x="58" y="301"/>
                      <a:pt x="44" y="313"/>
                      <a:pt x="28" y="312"/>
                    </a:cubicBezTo>
                    <a:cubicBezTo>
                      <a:pt x="12" y="311"/>
                      <a:pt x="0" y="297"/>
                      <a:pt x="1" y="281"/>
                    </a:cubicBezTo>
                    <a:cubicBezTo>
                      <a:pt x="1" y="280"/>
                      <a:pt x="1" y="280"/>
                      <a:pt x="1" y="280"/>
                    </a:cubicBezTo>
                    <a:cubicBezTo>
                      <a:pt x="1" y="278"/>
                      <a:pt x="1" y="278"/>
                      <a:pt x="1" y="278"/>
                    </a:cubicBezTo>
                    <a:cubicBezTo>
                      <a:pt x="1" y="276"/>
                      <a:pt x="1" y="276"/>
                      <a:pt x="1" y="276"/>
                    </a:cubicBezTo>
                    <a:cubicBezTo>
                      <a:pt x="2" y="274"/>
                      <a:pt x="2" y="274"/>
                      <a:pt x="2" y="274"/>
                    </a:cubicBezTo>
                    <a:cubicBezTo>
                      <a:pt x="2" y="273"/>
                      <a:pt x="2" y="273"/>
                      <a:pt x="2" y="273"/>
                    </a:cubicBezTo>
                    <a:cubicBezTo>
                      <a:pt x="2" y="270"/>
                      <a:pt x="2" y="270"/>
                      <a:pt x="2" y="270"/>
                    </a:cubicBezTo>
                    <a:cubicBezTo>
                      <a:pt x="2" y="269"/>
                      <a:pt x="2" y="269"/>
                      <a:pt x="2" y="269"/>
                    </a:cubicBezTo>
                    <a:cubicBezTo>
                      <a:pt x="2" y="267"/>
                      <a:pt x="2" y="267"/>
                      <a:pt x="2" y="267"/>
                    </a:cubicBezTo>
                    <a:cubicBezTo>
                      <a:pt x="2" y="265"/>
                      <a:pt x="2" y="265"/>
                      <a:pt x="2" y="265"/>
                    </a:cubicBezTo>
                    <a:cubicBezTo>
                      <a:pt x="3" y="263"/>
                      <a:pt x="3" y="263"/>
                      <a:pt x="3" y="263"/>
                    </a:cubicBezTo>
                    <a:cubicBezTo>
                      <a:pt x="3" y="261"/>
                      <a:pt x="3" y="261"/>
                      <a:pt x="3" y="261"/>
                    </a:cubicBezTo>
                    <a:cubicBezTo>
                      <a:pt x="3" y="259"/>
                      <a:pt x="3" y="259"/>
                      <a:pt x="3" y="259"/>
                    </a:cubicBezTo>
                    <a:cubicBezTo>
                      <a:pt x="4" y="257"/>
                      <a:pt x="4" y="257"/>
                      <a:pt x="4" y="257"/>
                    </a:cubicBezTo>
                    <a:cubicBezTo>
                      <a:pt x="4" y="255"/>
                      <a:pt x="4" y="255"/>
                      <a:pt x="4" y="255"/>
                    </a:cubicBezTo>
                    <a:cubicBezTo>
                      <a:pt x="4" y="254"/>
                      <a:pt x="4" y="254"/>
                      <a:pt x="4" y="254"/>
                    </a:cubicBezTo>
                    <a:cubicBezTo>
                      <a:pt x="4" y="252"/>
                      <a:pt x="4" y="252"/>
                      <a:pt x="4" y="252"/>
                    </a:cubicBezTo>
                    <a:cubicBezTo>
                      <a:pt x="5" y="250"/>
                      <a:pt x="5" y="250"/>
                      <a:pt x="5" y="250"/>
                    </a:cubicBezTo>
                    <a:cubicBezTo>
                      <a:pt x="5" y="248"/>
                      <a:pt x="5" y="248"/>
                      <a:pt x="5" y="248"/>
                    </a:cubicBezTo>
                    <a:cubicBezTo>
                      <a:pt x="5" y="246"/>
                      <a:pt x="5" y="246"/>
                      <a:pt x="5" y="246"/>
                    </a:cubicBezTo>
                    <a:cubicBezTo>
                      <a:pt x="6" y="244"/>
                      <a:pt x="6" y="244"/>
                      <a:pt x="6" y="244"/>
                    </a:cubicBezTo>
                    <a:cubicBezTo>
                      <a:pt x="6" y="242"/>
                      <a:pt x="6" y="242"/>
                      <a:pt x="6" y="242"/>
                    </a:cubicBezTo>
                    <a:cubicBezTo>
                      <a:pt x="6" y="240"/>
                      <a:pt x="6" y="240"/>
                      <a:pt x="6" y="240"/>
                    </a:cubicBezTo>
                    <a:cubicBezTo>
                      <a:pt x="7" y="239"/>
                      <a:pt x="7" y="239"/>
                      <a:pt x="7" y="239"/>
                    </a:cubicBezTo>
                    <a:cubicBezTo>
                      <a:pt x="7" y="237"/>
                      <a:pt x="7" y="237"/>
                      <a:pt x="7" y="237"/>
                    </a:cubicBezTo>
                    <a:cubicBezTo>
                      <a:pt x="8" y="235"/>
                      <a:pt x="8" y="235"/>
                      <a:pt x="8" y="235"/>
                    </a:cubicBezTo>
                    <a:cubicBezTo>
                      <a:pt x="8" y="233"/>
                      <a:pt x="8" y="233"/>
                      <a:pt x="8" y="233"/>
                    </a:cubicBezTo>
                    <a:cubicBezTo>
                      <a:pt x="9" y="231"/>
                      <a:pt x="9" y="231"/>
                      <a:pt x="9" y="231"/>
                    </a:cubicBezTo>
                    <a:cubicBezTo>
                      <a:pt x="9" y="230"/>
                      <a:pt x="9" y="230"/>
                      <a:pt x="9" y="230"/>
                    </a:cubicBezTo>
                    <a:cubicBezTo>
                      <a:pt x="9" y="228"/>
                      <a:pt x="9" y="228"/>
                      <a:pt x="9" y="228"/>
                    </a:cubicBezTo>
                    <a:cubicBezTo>
                      <a:pt x="10" y="226"/>
                      <a:pt x="10" y="226"/>
                      <a:pt x="10" y="226"/>
                    </a:cubicBezTo>
                    <a:cubicBezTo>
                      <a:pt x="10" y="224"/>
                      <a:pt x="10" y="224"/>
                      <a:pt x="10" y="224"/>
                    </a:cubicBezTo>
                    <a:cubicBezTo>
                      <a:pt x="11" y="222"/>
                      <a:pt x="11" y="222"/>
                      <a:pt x="11" y="222"/>
                    </a:cubicBezTo>
                    <a:cubicBezTo>
                      <a:pt x="11" y="221"/>
                      <a:pt x="11" y="221"/>
                      <a:pt x="11" y="221"/>
                    </a:cubicBezTo>
                    <a:cubicBezTo>
                      <a:pt x="12" y="219"/>
                      <a:pt x="12" y="219"/>
                      <a:pt x="12" y="219"/>
                    </a:cubicBezTo>
                    <a:cubicBezTo>
                      <a:pt x="12" y="217"/>
                      <a:pt x="12" y="217"/>
                      <a:pt x="12" y="217"/>
                    </a:cubicBezTo>
                    <a:cubicBezTo>
                      <a:pt x="17" y="202"/>
                      <a:pt x="33" y="193"/>
                      <a:pt x="49" y="198"/>
                    </a:cubicBezTo>
                    <a:cubicBezTo>
                      <a:pt x="64" y="202"/>
                      <a:pt x="73" y="218"/>
                      <a:pt x="68" y="234"/>
                    </a:cubicBezTo>
                    <a:cubicBezTo>
                      <a:pt x="68" y="235"/>
                      <a:pt x="68" y="235"/>
                      <a:pt x="68" y="235"/>
                    </a:cubicBezTo>
                    <a:cubicBezTo>
                      <a:pt x="68" y="236"/>
                      <a:pt x="68" y="236"/>
                      <a:pt x="68" y="236"/>
                    </a:cubicBezTo>
                    <a:cubicBezTo>
                      <a:pt x="67" y="238"/>
                      <a:pt x="67" y="238"/>
                      <a:pt x="67" y="238"/>
                    </a:cubicBezTo>
                    <a:cubicBezTo>
                      <a:pt x="67" y="239"/>
                      <a:pt x="67" y="239"/>
                      <a:pt x="67" y="239"/>
                    </a:cubicBezTo>
                    <a:cubicBezTo>
                      <a:pt x="66" y="241"/>
                      <a:pt x="66" y="241"/>
                      <a:pt x="66" y="241"/>
                    </a:cubicBezTo>
                    <a:cubicBezTo>
                      <a:pt x="66" y="242"/>
                      <a:pt x="66" y="242"/>
                      <a:pt x="66" y="242"/>
                    </a:cubicBezTo>
                    <a:cubicBezTo>
                      <a:pt x="66" y="244"/>
                      <a:pt x="66" y="244"/>
                      <a:pt x="66" y="244"/>
                    </a:cubicBezTo>
                    <a:cubicBezTo>
                      <a:pt x="65" y="245"/>
                      <a:pt x="65" y="245"/>
                      <a:pt x="65" y="245"/>
                    </a:cubicBezTo>
                    <a:cubicBezTo>
                      <a:pt x="65" y="246"/>
                      <a:pt x="65" y="246"/>
                      <a:pt x="65" y="246"/>
                    </a:cubicBezTo>
                    <a:cubicBezTo>
                      <a:pt x="65" y="248"/>
                      <a:pt x="65" y="248"/>
                      <a:pt x="65" y="248"/>
                    </a:cubicBezTo>
                    <a:cubicBezTo>
                      <a:pt x="64" y="249"/>
                      <a:pt x="64" y="249"/>
                      <a:pt x="64" y="249"/>
                    </a:cubicBezTo>
                    <a:cubicBezTo>
                      <a:pt x="64" y="251"/>
                      <a:pt x="64" y="251"/>
                      <a:pt x="64" y="251"/>
                    </a:cubicBezTo>
                    <a:cubicBezTo>
                      <a:pt x="64" y="253"/>
                      <a:pt x="64" y="253"/>
                      <a:pt x="64" y="253"/>
                    </a:cubicBezTo>
                    <a:cubicBezTo>
                      <a:pt x="63" y="254"/>
                      <a:pt x="63" y="254"/>
                      <a:pt x="63" y="254"/>
                    </a:cubicBezTo>
                    <a:cubicBezTo>
                      <a:pt x="63" y="255"/>
                      <a:pt x="63" y="255"/>
                      <a:pt x="63" y="255"/>
                    </a:cubicBezTo>
                    <a:cubicBezTo>
                      <a:pt x="63" y="257"/>
                      <a:pt x="63" y="257"/>
                      <a:pt x="63" y="257"/>
                    </a:cubicBezTo>
                    <a:cubicBezTo>
                      <a:pt x="62" y="258"/>
                      <a:pt x="62" y="258"/>
                      <a:pt x="62" y="258"/>
                    </a:cubicBezTo>
                    <a:cubicBezTo>
                      <a:pt x="62" y="260"/>
                      <a:pt x="62" y="260"/>
                      <a:pt x="62" y="260"/>
                    </a:cubicBezTo>
                    <a:cubicBezTo>
                      <a:pt x="62" y="261"/>
                      <a:pt x="62" y="261"/>
                      <a:pt x="62" y="261"/>
                    </a:cubicBezTo>
                    <a:cubicBezTo>
                      <a:pt x="62" y="263"/>
                      <a:pt x="62" y="263"/>
                      <a:pt x="62" y="263"/>
                    </a:cubicBezTo>
                    <a:cubicBezTo>
                      <a:pt x="61" y="264"/>
                      <a:pt x="61" y="264"/>
                      <a:pt x="61" y="264"/>
                    </a:cubicBezTo>
                    <a:cubicBezTo>
                      <a:pt x="61" y="266"/>
                      <a:pt x="61" y="266"/>
                      <a:pt x="61" y="266"/>
                    </a:cubicBezTo>
                    <a:cubicBezTo>
                      <a:pt x="61" y="267"/>
                      <a:pt x="61" y="267"/>
                      <a:pt x="61" y="267"/>
                    </a:cubicBezTo>
                    <a:cubicBezTo>
                      <a:pt x="61" y="269"/>
                      <a:pt x="61" y="269"/>
                      <a:pt x="61" y="269"/>
                    </a:cubicBezTo>
                    <a:cubicBezTo>
                      <a:pt x="61" y="270"/>
                      <a:pt x="61" y="270"/>
                      <a:pt x="61" y="270"/>
                    </a:cubicBezTo>
                    <a:cubicBezTo>
                      <a:pt x="61" y="272"/>
                      <a:pt x="61" y="272"/>
                      <a:pt x="61" y="272"/>
                    </a:cubicBezTo>
                    <a:cubicBezTo>
                      <a:pt x="60" y="273"/>
                      <a:pt x="60" y="273"/>
                      <a:pt x="60" y="273"/>
                    </a:cubicBezTo>
                    <a:cubicBezTo>
                      <a:pt x="60" y="275"/>
                      <a:pt x="60" y="275"/>
                      <a:pt x="60" y="275"/>
                    </a:cubicBezTo>
                    <a:cubicBezTo>
                      <a:pt x="60" y="277"/>
                      <a:pt x="60" y="277"/>
                      <a:pt x="60" y="277"/>
                    </a:cubicBezTo>
                    <a:cubicBezTo>
                      <a:pt x="60" y="278"/>
                      <a:pt x="60" y="278"/>
                      <a:pt x="60" y="278"/>
                    </a:cubicBezTo>
                    <a:cubicBezTo>
                      <a:pt x="60" y="279"/>
                      <a:pt x="60" y="279"/>
                      <a:pt x="60" y="279"/>
                    </a:cubicBezTo>
                    <a:cubicBezTo>
                      <a:pt x="60" y="281"/>
                      <a:pt x="60" y="281"/>
                      <a:pt x="60" y="281"/>
                    </a:cubicBezTo>
                    <a:cubicBezTo>
                      <a:pt x="60" y="283"/>
                      <a:pt x="60" y="283"/>
                      <a:pt x="60" y="283"/>
                    </a:cubicBezTo>
                    <a:cubicBezTo>
                      <a:pt x="59" y="284"/>
                      <a:pt x="59" y="284"/>
                      <a:pt x="59" y="284"/>
                    </a:cubicBezTo>
                    <a:lnTo>
                      <a:pt x="59" y="285"/>
                    </a:lnTo>
                    <a:close/>
                    <a:moveTo>
                      <a:pt x="156" y="107"/>
                    </a:moveTo>
                    <a:cubicBezTo>
                      <a:pt x="143" y="117"/>
                      <a:pt x="125" y="114"/>
                      <a:pt x="115" y="102"/>
                    </a:cubicBezTo>
                    <a:cubicBezTo>
                      <a:pt x="105" y="88"/>
                      <a:pt x="108" y="70"/>
                      <a:pt x="121" y="6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123" y="59"/>
                      <a:pt x="123" y="59"/>
                      <a:pt x="123" y="59"/>
                    </a:cubicBezTo>
                    <a:cubicBezTo>
                      <a:pt x="125" y="57"/>
                      <a:pt x="125" y="57"/>
                      <a:pt x="125" y="57"/>
                    </a:cubicBezTo>
                    <a:cubicBezTo>
                      <a:pt x="126" y="56"/>
                      <a:pt x="126" y="56"/>
                      <a:pt x="126" y="56"/>
                    </a:cubicBezTo>
                    <a:cubicBezTo>
                      <a:pt x="128" y="55"/>
                      <a:pt x="128" y="55"/>
                      <a:pt x="128" y="55"/>
                    </a:cubicBezTo>
                    <a:cubicBezTo>
                      <a:pt x="129" y="55"/>
                      <a:pt x="129" y="55"/>
                      <a:pt x="129" y="55"/>
                    </a:cubicBezTo>
                    <a:cubicBezTo>
                      <a:pt x="131" y="53"/>
                      <a:pt x="131" y="53"/>
                      <a:pt x="131" y="53"/>
                    </a:cubicBezTo>
                    <a:cubicBezTo>
                      <a:pt x="132" y="52"/>
                      <a:pt x="132" y="52"/>
                      <a:pt x="132" y="52"/>
                    </a:cubicBezTo>
                    <a:cubicBezTo>
                      <a:pt x="133" y="51"/>
                      <a:pt x="133" y="51"/>
                      <a:pt x="133" y="51"/>
                    </a:cubicBezTo>
                    <a:cubicBezTo>
                      <a:pt x="135" y="50"/>
                      <a:pt x="135" y="50"/>
                      <a:pt x="135" y="50"/>
                    </a:cubicBezTo>
                    <a:cubicBezTo>
                      <a:pt x="137" y="49"/>
                      <a:pt x="137" y="49"/>
                      <a:pt x="137" y="49"/>
                    </a:cubicBezTo>
                    <a:cubicBezTo>
                      <a:pt x="138" y="48"/>
                      <a:pt x="138" y="48"/>
                      <a:pt x="138" y="48"/>
                    </a:cubicBezTo>
                    <a:cubicBezTo>
                      <a:pt x="140" y="47"/>
                      <a:pt x="140" y="47"/>
                      <a:pt x="140" y="47"/>
                    </a:cubicBezTo>
                    <a:cubicBezTo>
                      <a:pt x="141" y="46"/>
                      <a:pt x="141" y="46"/>
                      <a:pt x="141" y="46"/>
                    </a:cubicBezTo>
                    <a:cubicBezTo>
                      <a:pt x="143" y="45"/>
                      <a:pt x="143" y="45"/>
                      <a:pt x="143" y="45"/>
                    </a:cubicBezTo>
                    <a:cubicBezTo>
                      <a:pt x="144" y="44"/>
                      <a:pt x="144" y="44"/>
                      <a:pt x="144" y="44"/>
                    </a:cubicBezTo>
                    <a:cubicBezTo>
                      <a:pt x="146" y="43"/>
                      <a:pt x="146" y="43"/>
                      <a:pt x="146" y="43"/>
                    </a:cubicBezTo>
                    <a:cubicBezTo>
                      <a:pt x="147" y="43"/>
                      <a:pt x="147" y="43"/>
                      <a:pt x="147" y="43"/>
                    </a:cubicBezTo>
                    <a:cubicBezTo>
                      <a:pt x="149" y="41"/>
                      <a:pt x="149" y="41"/>
                      <a:pt x="149" y="41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52" y="40"/>
                      <a:pt x="152" y="40"/>
                      <a:pt x="152" y="40"/>
                    </a:cubicBezTo>
                    <a:cubicBezTo>
                      <a:pt x="154" y="39"/>
                      <a:pt x="154" y="39"/>
                      <a:pt x="154" y="39"/>
                    </a:cubicBezTo>
                    <a:cubicBezTo>
                      <a:pt x="155" y="38"/>
                      <a:pt x="155" y="38"/>
                      <a:pt x="155" y="38"/>
                    </a:cubicBezTo>
                    <a:cubicBezTo>
                      <a:pt x="157" y="37"/>
                      <a:pt x="157" y="37"/>
                      <a:pt x="157" y="37"/>
                    </a:cubicBezTo>
                    <a:cubicBezTo>
                      <a:pt x="159" y="36"/>
                      <a:pt x="159" y="36"/>
                      <a:pt x="159" y="36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5"/>
                      <a:pt x="162" y="35"/>
                      <a:pt x="162" y="35"/>
                    </a:cubicBezTo>
                    <a:cubicBezTo>
                      <a:pt x="163" y="34"/>
                      <a:pt x="163" y="34"/>
                      <a:pt x="163" y="34"/>
                    </a:cubicBezTo>
                    <a:cubicBezTo>
                      <a:pt x="165" y="33"/>
                      <a:pt x="165" y="33"/>
                      <a:pt x="165" y="33"/>
                    </a:cubicBezTo>
                    <a:cubicBezTo>
                      <a:pt x="167" y="32"/>
                      <a:pt x="167" y="32"/>
                      <a:pt x="167" y="32"/>
                    </a:cubicBezTo>
                    <a:cubicBezTo>
                      <a:pt x="168" y="31"/>
                      <a:pt x="168" y="31"/>
                      <a:pt x="168" y="31"/>
                    </a:cubicBezTo>
                    <a:cubicBezTo>
                      <a:pt x="170" y="30"/>
                      <a:pt x="170" y="30"/>
                      <a:pt x="170" y="30"/>
                    </a:cubicBezTo>
                    <a:cubicBezTo>
                      <a:pt x="171" y="29"/>
                      <a:pt x="171" y="29"/>
                      <a:pt x="171" y="29"/>
                    </a:cubicBezTo>
                    <a:cubicBezTo>
                      <a:pt x="173" y="29"/>
                      <a:pt x="173" y="29"/>
                      <a:pt x="173" y="29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6" y="27"/>
                      <a:pt x="176" y="27"/>
                      <a:pt x="176" y="27"/>
                    </a:cubicBezTo>
                    <a:cubicBezTo>
                      <a:pt x="191" y="21"/>
                      <a:pt x="208" y="27"/>
                      <a:pt x="215" y="42"/>
                    </a:cubicBezTo>
                    <a:cubicBezTo>
                      <a:pt x="221" y="56"/>
                      <a:pt x="215" y="73"/>
                      <a:pt x="200" y="80"/>
                    </a:cubicBezTo>
                    <a:cubicBezTo>
                      <a:pt x="200" y="81"/>
                      <a:pt x="200" y="81"/>
                      <a:pt x="200" y="81"/>
                    </a:cubicBezTo>
                    <a:cubicBezTo>
                      <a:pt x="198" y="81"/>
                      <a:pt x="198" y="81"/>
                      <a:pt x="198" y="81"/>
                    </a:cubicBezTo>
                    <a:cubicBezTo>
                      <a:pt x="197" y="82"/>
                      <a:pt x="197" y="82"/>
                      <a:pt x="197" y="82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4" y="83"/>
                      <a:pt x="194" y="83"/>
                      <a:pt x="194" y="83"/>
                    </a:cubicBezTo>
                    <a:cubicBezTo>
                      <a:pt x="193" y="84"/>
                      <a:pt x="193" y="84"/>
                      <a:pt x="193" y="84"/>
                    </a:cubicBezTo>
                    <a:cubicBezTo>
                      <a:pt x="192" y="85"/>
                      <a:pt x="192" y="85"/>
                      <a:pt x="192" y="85"/>
                    </a:cubicBezTo>
                    <a:cubicBezTo>
                      <a:pt x="190" y="85"/>
                      <a:pt x="190" y="85"/>
                      <a:pt x="190" y="85"/>
                    </a:cubicBezTo>
                    <a:cubicBezTo>
                      <a:pt x="189" y="86"/>
                      <a:pt x="189" y="86"/>
                      <a:pt x="189" y="86"/>
                    </a:cubicBezTo>
                    <a:cubicBezTo>
                      <a:pt x="188" y="87"/>
                      <a:pt x="188" y="87"/>
                      <a:pt x="188" y="87"/>
                    </a:cubicBezTo>
                    <a:cubicBezTo>
                      <a:pt x="186" y="87"/>
                      <a:pt x="186" y="87"/>
                      <a:pt x="186" y="87"/>
                    </a:cubicBezTo>
                    <a:cubicBezTo>
                      <a:pt x="185" y="88"/>
                      <a:pt x="185" y="88"/>
                      <a:pt x="185" y="88"/>
                    </a:cubicBezTo>
                    <a:cubicBezTo>
                      <a:pt x="184" y="89"/>
                      <a:pt x="184" y="89"/>
                      <a:pt x="184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81" y="90"/>
                      <a:pt x="181" y="90"/>
                      <a:pt x="181" y="90"/>
                    </a:cubicBezTo>
                    <a:cubicBezTo>
                      <a:pt x="180" y="91"/>
                      <a:pt x="180" y="91"/>
                      <a:pt x="180" y="91"/>
                    </a:cubicBezTo>
                    <a:cubicBezTo>
                      <a:pt x="179" y="92"/>
                      <a:pt x="179" y="92"/>
                      <a:pt x="179" y="92"/>
                    </a:cubicBezTo>
                    <a:cubicBezTo>
                      <a:pt x="177" y="92"/>
                      <a:pt x="177" y="92"/>
                      <a:pt x="177" y="92"/>
                    </a:cubicBezTo>
                    <a:cubicBezTo>
                      <a:pt x="176" y="93"/>
                      <a:pt x="176" y="93"/>
                      <a:pt x="176" y="93"/>
                    </a:cubicBezTo>
                    <a:cubicBezTo>
                      <a:pt x="175" y="94"/>
                      <a:pt x="175" y="94"/>
                      <a:pt x="175" y="94"/>
                    </a:cubicBezTo>
                    <a:cubicBezTo>
                      <a:pt x="174" y="95"/>
                      <a:pt x="174" y="95"/>
                      <a:pt x="174" y="95"/>
                    </a:cubicBezTo>
                    <a:cubicBezTo>
                      <a:pt x="172" y="96"/>
                      <a:pt x="172" y="96"/>
                      <a:pt x="172" y="96"/>
                    </a:cubicBezTo>
                    <a:cubicBezTo>
                      <a:pt x="171" y="96"/>
                      <a:pt x="171" y="96"/>
                      <a:pt x="171" y="96"/>
                    </a:cubicBezTo>
                    <a:cubicBezTo>
                      <a:pt x="170" y="97"/>
                      <a:pt x="170" y="97"/>
                      <a:pt x="170" y="97"/>
                    </a:cubicBezTo>
                    <a:cubicBezTo>
                      <a:pt x="169" y="98"/>
                      <a:pt x="169" y="98"/>
                      <a:pt x="169" y="98"/>
                    </a:cubicBezTo>
                    <a:cubicBezTo>
                      <a:pt x="168" y="99"/>
                      <a:pt x="168" y="99"/>
                      <a:pt x="168" y="99"/>
                    </a:cubicBezTo>
                    <a:cubicBezTo>
                      <a:pt x="166" y="100"/>
                      <a:pt x="166" y="100"/>
                      <a:pt x="166" y="100"/>
                    </a:cubicBezTo>
                    <a:cubicBezTo>
                      <a:pt x="165" y="100"/>
                      <a:pt x="165" y="100"/>
                      <a:pt x="165" y="100"/>
                    </a:cubicBezTo>
                    <a:cubicBezTo>
                      <a:pt x="164" y="101"/>
                      <a:pt x="164" y="101"/>
                      <a:pt x="164" y="101"/>
                    </a:cubicBezTo>
                    <a:cubicBezTo>
                      <a:pt x="163" y="102"/>
                      <a:pt x="163" y="102"/>
                      <a:pt x="163" y="102"/>
                    </a:cubicBezTo>
                    <a:cubicBezTo>
                      <a:pt x="161" y="103"/>
                      <a:pt x="161" y="103"/>
                      <a:pt x="161" y="103"/>
                    </a:cubicBezTo>
                    <a:cubicBezTo>
                      <a:pt x="160" y="104"/>
                      <a:pt x="160" y="104"/>
                      <a:pt x="160" y="104"/>
                    </a:cubicBezTo>
                    <a:cubicBezTo>
                      <a:pt x="159" y="105"/>
                      <a:pt x="159" y="105"/>
                      <a:pt x="159" y="105"/>
                    </a:cubicBezTo>
                    <a:cubicBezTo>
                      <a:pt x="158" y="106"/>
                      <a:pt x="158" y="106"/>
                      <a:pt x="158" y="106"/>
                    </a:cubicBezTo>
                    <a:cubicBezTo>
                      <a:pt x="157" y="107"/>
                      <a:pt x="157" y="107"/>
                      <a:pt x="157" y="107"/>
                    </a:cubicBezTo>
                    <a:lnTo>
                      <a:pt x="156" y="107"/>
                    </a:lnTo>
                    <a:close/>
                    <a:moveTo>
                      <a:pt x="360" y="58"/>
                    </a:moveTo>
                    <a:cubicBezTo>
                      <a:pt x="343" y="58"/>
                      <a:pt x="330" y="45"/>
                      <a:pt x="330" y="29"/>
                    </a:cubicBezTo>
                    <a:cubicBezTo>
                      <a:pt x="330" y="13"/>
                      <a:pt x="343" y="0"/>
                      <a:pt x="360" y="0"/>
                    </a:cubicBezTo>
                    <a:cubicBezTo>
                      <a:pt x="418" y="0"/>
                      <a:pt x="418" y="0"/>
                      <a:pt x="418" y="0"/>
                    </a:cubicBezTo>
                    <a:cubicBezTo>
                      <a:pt x="434" y="0"/>
                      <a:pt x="447" y="13"/>
                      <a:pt x="447" y="29"/>
                    </a:cubicBezTo>
                    <a:cubicBezTo>
                      <a:pt x="447" y="45"/>
                      <a:pt x="434" y="58"/>
                      <a:pt x="418" y="58"/>
                    </a:cubicBezTo>
                    <a:lnTo>
                      <a:pt x="360" y="58"/>
                    </a:lnTo>
                    <a:close/>
                    <a:moveTo>
                      <a:pt x="593" y="58"/>
                    </a:moveTo>
                    <a:cubicBezTo>
                      <a:pt x="577" y="58"/>
                      <a:pt x="564" y="45"/>
                      <a:pt x="564" y="29"/>
                    </a:cubicBezTo>
                    <a:cubicBezTo>
                      <a:pt x="564" y="13"/>
                      <a:pt x="577" y="0"/>
                      <a:pt x="593" y="0"/>
                    </a:cubicBezTo>
                    <a:cubicBezTo>
                      <a:pt x="652" y="0"/>
                      <a:pt x="652" y="0"/>
                      <a:pt x="652" y="0"/>
                    </a:cubicBezTo>
                    <a:cubicBezTo>
                      <a:pt x="668" y="0"/>
                      <a:pt x="681" y="13"/>
                      <a:pt x="681" y="29"/>
                    </a:cubicBezTo>
                    <a:cubicBezTo>
                      <a:pt x="681" y="45"/>
                      <a:pt x="668" y="58"/>
                      <a:pt x="652" y="58"/>
                    </a:cubicBezTo>
                    <a:lnTo>
                      <a:pt x="593" y="58"/>
                    </a:lnTo>
                    <a:close/>
                    <a:moveTo>
                      <a:pt x="827" y="58"/>
                    </a:moveTo>
                    <a:cubicBezTo>
                      <a:pt x="811" y="58"/>
                      <a:pt x="797" y="45"/>
                      <a:pt x="797" y="29"/>
                    </a:cubicBezTo>
                    <a:cubicBezTo>
                      <a:pt x="797" y="13"/>
                      <a:pt x="811" y="0"/>
                      <a:pt x="827" y="0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901" y="0"/>
                      <a:pt x="914" y="13"/>
                      <a:pt x="914" y="29"/>
                    </a:cubicBezTo>
                    <a:cubicBezTo>
                      <a:pt x="914" y="45"/>
                      <a:pt x="901" y="58"/>
                      <a:pt x="885" y="58"/>
                    </a:cubicBezTo>
                    <a:lnTo>
                      <a:pt x="827" y="58"/>
                    </a:lnTo>
                    <a:close/>
                    <a:moveTo>
                      <a:pt x="1060" y="58"/>
                    </a:moveTo>
                    <a:cubicBezTo>
                      <a:pt x="1044" y="58"/>
                      <a:pt x="1031" y="45"/>
                      <a:pt x="1031" y="29"/>
                    </a:cubicBezTo>
                    <a:cubicBezTo>
                      <a:pt x="1031" y="13"/>
                      <a:pt x="1044" y="0"/>
                      <a:pt x="1060" y="0"/>
                    </a:cubicBezTo>
                    <a:cubicBezTo>
                      <a:pt x="1118" y="0"/>
                      <a:pt x="1118" y="0"/>
                      <a:pt x="1118" y="0"/>
                    </a:cubicBezTo>
                    <a:cubicBezTo>
                      <a:pt x="1135" y="0"/>
                      <a:pt x="1148" y="13"/>
                      <a:pt x="1148" y="29"/>
                    </a:cubicBezTo>
                    <a:cubicBezTo>
                      <a:pt x="1148" y="45"/>
                      <a:pt x="1135" y="58"/>
                      <a:pt x="1118" y="58"/>
                    </a:cubicBezTo>
                    <a:lnTo>
                      <a:pt x="1060" y="58"/>
                    </a:lnTo>
                    <a:close/>
                    <a:moveTo>
                      <a:pt x="1293" y="58"/>
                    </a:moveTo>
                    <a:cubicBezTo>
                      <a:pt x="1277" y="58"/>
                      <a:pt x="1264" y="45"/>
                      <a:pt x="1264" y="29"/>
                    </a:cubicBezTo>
                    <a:cubicBezTo>
                      <a:pt x="1264" y="13"/>
                      <a:pt x="1277" y="0"/>
                      <a:pt x="1293" y="0"/>
                    </a:cubicBezTo>
                    <a:cubicBezTo>
                      <a:pt x="1352" y="0"/>
                      <a:pt x="1352" y="0"/>
                      <a:pt x="1352" y="0"/>
                    </a:cubicBezTo>
                    <a:cubicBezTo>
                      <a:pt x="1368" y="0"/>
                      <a:pt x="1381" y="13"/>
                      <a:pt x="1381" y="29"/>
                    </a:cubicBezTo>
                    <a:cubicBezTo>
                      <a:pt x="1381" y="45"/>
                      <a:pt x="1368" y="58"/>
                      <a:pt x="1352" y="58"/>
                    </a:cubicBezTo>
                    <a:lnTo>
                      <a:pt x="1293" y="58"/>
                    </a:lnTo>
                    <a:close/>
                    <a:moveTo>
                      <a:pt x="1527" y="58"/>
                    </a:moveTo>
                    <a:cubicBezTo>
                      <a:pt x="1511" y="58"/>
                      <a:pt x="1498" y="45"/>
                      <a:pt x="1498" y="29"/>
                    </a:cubicBezTo>
                    <a:cubicBezTo>
                      <a:pt x="1498" y="13"/>
                      <a:pt x="1511" y="0"/>
                      <a:pt x="1527" y="0"/>
                    </a:cubicBezTo>
                    <a:cubicBezTo>
                      <a:pt x="1585" y="0"/>
                      <a:pt x="1585" y="0"/>
                      <a:pt x="1585" y="0"/>
                    </a:cubicBezTo>
                    <a:cubicBezTo>
                      <a:pt x="1602" y="0"/>
                      <a:pt x="1615" y="13"/>
                      <a:pt x="1615" y="29"/>
                    </a:cubicBezTo>
                    <a:cubicBezTo>
                      <a:pt x="1615" y="45"/>
                      <a:pt x="1602" y="58"/>
                      <a:pt x="1585" y="58"/>
                    </a:cubicBezTo>
                    <a:lnTo>
                      <a:pt x="1527" y="58"/>
                    </a:lnTo>
                    <a:close/>
                    <a:moveTo>
                      <a:pt x="1761" y="58"/>
                    </a:moveTo>
                    <a:cubicBezTo>
                      <a:pt x="1744" y="58"/>
                      <a:pt x="1731" y="45"/>
                      <a:pt x="1731" y="29"/>
                    </a:cubicBezTo>
                    <a:cubicBezTo>
                      <a:pt x="1731" y="13"/>
                      <a:pt x="1744" y="0"/>
                      <a:pt x="1761" y="0"/>
                    </a:cubicBezTo>
                    <a:cubicBezTo>
                      <a:pt x="1819" y="0"/>
                      <a:pt x="1819" y="0"/>
                      <a:pt x="1819" y="0"/>
                    </a:cubicBezTo>
                    <a:cubicBezTo>
                      <a:pt x="1835" y="0"/>
                      <a:pt x="1848" y="13"/>
                      <a:pt x="1848" y="29"/>
                    </a:cubicBezTo>
                    <a:cubicBezTo>
                      <a:pt x="1848" y="45"/>
                      <a:pt x="1835" y="58"/>
                      <a:pt x="1819" y="58"/>
                    </a:cubicBezTo>
                    <a:lnTo>
                      <a:pt x="1761" y="58"/>
                    </a:lnTo>
                    <a:close/>
                    <a:moveTo>
                      <a:pt x="1994" y="58"/>
                    </a:moveTo>
                    <a:cubicBezTo>
                      <a:pt x="1978" y="58"/>
                      <a:pt x="1965" y="45"/>
                      <a:pt x="1965" y="29"/>
                    </a:cubicBezTo>
                    <a:cubicBezTo>
                      <a:pt x="1965" y="13"/>
                      <a:pt x="1978" y="0"/>
                      <a:pt x="1994" y="0"/>
                    </a:cubicBezTo>
                    <a:cubicBezTo>
                      <a:pt x="2052" y="0"/>
                      <a:pt x="2052" y="0"/>
                      <a:pt x="2052" y="0"/>
                    </a:cubicBezTo>
                    <a:cubicBezTo>
                      <a:pt x="2068" y="0"/>
                      <a:pt x="2081" y="13"/>
                      <a:pt x="2081" y="29"/>
                    </a:cubicBezTo>
                    <a:cubicBezTo>
                      <a:pt x="2081" y="45"/>
                      <a:pt x="2068" y="58"/>
                      <a:pt x="2052" y="58"/>
                    </a:cubicBezTo>
                    <a:lnTo>
                      <a:pt x="1994" y="58"/>
                    </a:lnTo>
                    <a:close/>
                    <a:moveTo>
                      <a:pt x="2227" y="58"/>
                    </a:moveTo>
                    <a:cubicBezTo>
                      <a:pt x="2211" y="58"/>
                      <a:pt x="2198" y="45"/>
                      <a:pt x="2198" y="29"/>
                    </a:cubicBezTo>
                    <a:cubicBezTo>
                      <a:pt x="2198" y="13"/>
                      <a:pt x="2211" y="0"/>
                      <a:pt x="2227" y="0"/>
                    </a:cubicBezTo>
                    <a:cubicBezTo>
                      <a:pt x="2286" y="0"/>
                      <a:pt x="2286" y="0"/>
                      <a:pt x="2286" y="0"/>
                    </a:cubicBezTo>
                    <a:cubicBezTo>
                      <a:pt x="2302" y="0"/>
                      <a:pt x="2315" y="13"/>
                      <a:pt x="2315" y="29"/>
                    </a:cubicBezTo>
                    <a:cubicBezTo>
                      <a:pt x="2315" y="45"/>
                      <a:pt x="2302" y="58"/>
                      <a:pt x="2286" y="58"/>
                    </a:cubicBezTo>
                    <a:lnTo>
                      <a:pt x="2227" y="58"/>
                    </a:lnTo>
                    <a:close/>
                    <a:moveTo>
                      <a:pt x="2461" y="58"/>
                    </a:moveTo>
                    <a:cubicBezTo>
                      <a:pt x="2445" y="58"/>
                      <a:pt x="2432" y="45"/>
                      <a:pt x="2432" y="29"/>
                    </a:cubicBezTo>
                    <a:cubicBezTo>
                      <a:pt x="2432" y="13"/>
                      <a:pt x="2445" y="0"/>
                      <a:pt x="2461" y="0"/>
                    </a:cubicBezTo>
                    <a:cubicBezTo>
                      <a:pt x="2519" y="0"/>
                      <a:pt x="2519" y="0"/>
                      <a:pt x="2519" y="0"/>
                    </a:cubicBezTo>
                    <a:cubicBezTo>
                      <a:pt x="2536" y="0"/>
                      <a:pt x="2549" y="13"/>
                      <a:pt x="2549" y="29"/>
                    </a:cubicBezTo>
                    <a:cubicBezTo>
                      <a:pt x="2549" y="45"/>
                      <a:pt x="2536" y="58"/>
                      <a:pt x="2519" y="58"/>
                    </a:cubicBezTo>
                    <a:lnTo>
                      <a:pt x="2461" y="58"/>
                    </a:lnTo>
                    <a:close/>
                    <a:moveTo>
                      <a:pt x="2695" y="58"/>
                    </a:moveTo>
                    <a:cubicBezTo>
                      <a:pt x="2678" y="58"/>
                      <a:pt x="2665" y="45"/>
                      <a:pt x="2665" y="29"/>
                    </a:cubicBezTo>
                    <a:cubicBezTo>
                      <a:pt x="2665" y="13"/>
                      <a:pt x="2678" y="0"/>
                      <a:pt x="2695" y="0"/>
                    </a:cubicBezTo>
                    <a:cubicBezTo>
                      <a:pt x="2742" y="0"/>
                      <a:pt x="2742" y="0"/>
                      <a:pt x="2742" y="0"/>
                    </a:cubicBezTo>
                    <a:cubicBezTo>
                      <a:pt x="2744" y="0"/>
                      <a:pt x="2744" y="0"/>
                      <a:pt x="2744" y="0"/>
                    </a:cubicBezTo>
                    <a:cubicBezTo>
                      <a:pt x="2746" y="0"/>
                      <a:pt x="2746" y="0"/>
                      <a:pt x="2746" y="0"/>
                    </a:cubicBezTo>
                    <a:cubicBezTo>
                      <a:pt x="2748" y="0"/>
                      <a:pt x="2748" y="0"/>
                      <a:pt x="2748" y="0"/>
                    </a:cubicBezTo>
                    <a:cubicBezTo>
                      <a:pt x="2750" y="0"/>
                      <a:pt x="2750" y="0"/>
                      <a:pt x="2750" y="0"/>
                    </a:cubicBezTo>
                    <a:cubicBezTo>
                      <a:pt x="2751" y="0"/>
                      <a:pt x="2751" y="0"/>
                      <a:pt x="2751" y="0"/>
                    </a:cubicBezTo>
                    <a:cubicBezTo>
                      <a:pt x="2753" y="0"/>
                      <a:pt x="2753" y="0"/>
                      <a:pt x="2753" y="0"/>
                    </a:cubicBezTo>
                    <a:cubicBezTo>
                      <a:pt x="2754" y="0"/>
                      <a:pt x="2754" y="0"/>
                      <a:pt x="2754" y="0"/>
                    </a:cubicBezTo>
                    <a:cubicBezTo>
                      <a:pt x="2770" y="1"/>
                      <a:pt x="2783" y="14"/>
                      <a:pt x="2782" y="30"/>
                    </a:cubicBezTo>
                    <a:cubicBezTo>
                      <a:pt x="2781" y="47"/>
                      <a:pt x="2768" y="59"/>
                      <a:pt x="2752" y="58"/>
                    </a:cubicBezTo>
                    <a:cubicBezTo>
                      <a:pt x="2751" y="58"/>
                      <a:pt x="2751" y="58"/>
                      <a:pt x="2751" y="58"/>
                    </a:cubicBezTo>
                    <a:cubicBezTo>
                      <a:pt x="2750" y="58"/>
                      <a:pt x="2750" y="58"/>
                      <a:pt x="2750" y="58"/>
                    </a:cubicBezTo>
                    <a:cubicBezTo>
                      <a:pt x="2748" y="58"/>
                      <a:pt x="2748" y="58"/>
                      <a:pt x="2748" y="58"/>
                    </a:cubicBezTo>
                    <a:cubicBezTo>
                      <a:pt x="2747" y="58"/>
                      <a:pt x="2747" y="58"/>
                      <a:pt x="2747" y="58"/>
                    </a:cubicBezTo>
                    <a:cubicBezTo>
                      <a:pt x="2745" y="58"/>
                      <a:pt x="2745" y="58"/>
                      <a:pt x="2745" y="58"/>
                    </a:cubicBezTo>
                    <a:cubicBezTo>
                      <a:pt x="2743" y="58"/>
                      <a:pt x="2743" y="58"/>
                      <a:pt x="2743" y="58"/>
                    </a:cubicBezTo>
                    <a:cubicBezTo>
                      <a:pt x="2742" y="58"/>
                      <a:pt x="2742" y="58"/>
                      <a:pt x="2742" y="58"/>
                    </a:cubicBezTo>
                    <a:lnTo>
                      <a:pt x="2695" y="58"/>
                    </a:lnTo>
                    <a:close/>
                    <a:moveTo>
                      <a:pt x="2895" y="113"/>
                    </a:moveTo>
                    <a:cubicBezTo>
                      <a:pt x="2883" y="103"/>
                      <a:pt x="2881" y="84"/>
                      <a:pt x="2891" y="72"/>
                    </a:cubicBezTo>
                    <a:cubicBezTo>
                      <a:pt x="2901" y="59"/>
                      <a:pt x="2920" y="57"/>
                      <a:pt x="2932" y="68"/>
                    </a:cubicBezTo>
                    <a:cubicBezTo>
                      <a:pt x="2933" y="69"/>
                      <a:pt x="2933" y="69"/>
                      <a:pt x="2933" y="69"/>
                    </a:cubicBezTo>
                    <a:cubicBezTo>
                      <a:pt x="2935" y="70"/>
                      <a:pt x="2935" y="70"/>
                      <a:pt x="2935" y="70"/>
                    </a:cubicBezTo>
                    <a:cubicBezTo>
                      <a:pt x="2936" y="71"/>
                      <a:pt x="2936" y="71"/>
                      <a:pt x="2936" y="71"/>
                    </a:cubicBezTo>
                    <a:cubicBezTo>
                      <a:pt x="2938" y="72"/>
                      <a:pt x="2938" y="72"/>
                      <a:pt x="2938" y="72"/>
                    </a:cubicBezTo>
                    <a:cubicBezTo>
                      <a:pt x="2939" y="73"/>
                      <a:pt x="2939" y="73"/>
                      <a:pt x="2939" y="73"/>
                    </a:cubicBezTo>
                    <a:cubicBezTo>
                      <a:pt x="2940" y="75"/>
                      <a:pt x="2940" y="75"/>
                      <a:pt x="2940" y="75"/>
                    </a:cubicBezTo>
                    <a:cubicBezTo>
                      <a:pt x="2942" y="76"/>
                      <a:pt x="2942" y="76"/>
                      <a:pt x="2942" y="76"/>
                    </a:cubicBezTo>
                    <a:cubicBezTo>
                      <a:pt x="2943" y="77"/>
                      <a:pt x="2943" y="77"/>
                      <a:pt x="2943" y="77"/>
                    </a:cubicBezTo>
                    <a:cubicBezTo>
                      <a:pt x="2944" y="78"/>
                      <a:pt x="2944" y="78"/>
                      <a:pt x="2944" y="78"/>
                    </a:cubicBezTo>
                    <a:cubicBezTo>
                      <a:pt x="2946" y="79"/>
                      <a:pt x="2946" y="79"/>
                      <a:pt x="2946" y="79"/>
                    </a:cubicBezTo>
                    <a:cubicBezTo>
                      <a:pt x="2947" y="81"/>
                      <a:pt x="2947" y="81"/>
                      <a:pt x="2947" y="81"/>
                    </a:cubicBezTo>
                    <a:cubicBezTo>
                      <a:pt x="2948" y="82"/>
                      <a:pt x="2948" y="82"/>
                      <a:pt x="2948" y="82"/>
                    </a:cubicBezTo>
                    <a:cubicBezTo>
                      <a:pt x="2950" y="83"/>
                      <a:pt x="2950" y="83"/>
                      <a:pt x="2950" y="83"/>
                    </a:cubicBezTo>
                    <a:cubicBezTo>
                      <a:pt x="2951" y="84"/>
                      <a:pt x="2951" y="84"/>
                      <a:pt x="2951" y="84"/>
                    </a:cubicBezTo>
                    <a:cubicBezTo>
                      <a:pt x="2952" y="86"/>
                      <a:pt x="2952" y="86"/>
                      <a:pt x="2952" y="86"/>
                    </a:cubicBezTo>
                    <a:cubicBezTo>
                      <a:pt x="2954" y="87"/>
                      <a:pt x="2954" y="87"/>
                      <a:pt x="2954" y="87"/>
                    </a:cubicBezTo>
                    <a:cubicBezTo>
                      <a:pt x="2955" y="88"/>
                      <a:pt x="2955" y="88"/>
                      <a:pt x="2955" y="88"/>
                    </a:cubicBezTo>
                    <a:cubicBezTo>
                      <a:pt x="2956" y="89"/>
                      <a:pt x="2956" y="89"/>
                      <a:pt x="2956" y="89"/>
                    </a:cubicBezTo>
                    <a:cubicBezTo>
                      <a:pt x="2957" y="91"/>
                      <a:pt x="2957" y="91"/>
                      <a:pt x="2957" y="91"/>
                    </a:cubicBezTo>
                    <a:cubicBezTo>
                      <a:pt x="2959" y="92"/>
                      <a:pt x="2959" y="92"/>
                      <a:pt x="2959" y="92"/>
                    </a:cubicBezTo>
                    <a:cubicBezTo>
                      <a:pt x="2960" y="93"/>
                      <a:pt x="2960" y="93"/>
                      <a:pt x="2960" y="93"/>
                    </a:cubicBezTo>
                    <a:cubicBezTo>
                      <a:pt x="2961" y="95"/>
                      <a:pt x="2961" y="95"/>
                      <a:pt x="2961" y="95"/>
                    </a:cubicBezTo>
                    <a:cubicBezTo>
                      <a:pt x="2962" y="96"/>
                      <a:pt x="2962" y="96"/>
                      <a:pt x="2962" y="96"/>
                    </a:cubicBezTo>
                    <a:cubicBezTo>
                      <a:pt x="2963" y="97"/>
                      <a:pt x="2963" y="97"/>
                      <a:pt x="2963" y="97"/>
                    </a:cubicBezTo>
                    <a:cubicBezTo>
                      <a:pt x="2965" y="99"/>
                      <a:pt x="2965" y="99"/>
                      <a:pt x="2965" y="99"/>
                    </a:cubicBezTo>
                    <a:cubicBezTo>
                      <a:pt x="2966" y="100"/>
                      <a:pt x="2966" y="100"/>
                      <a:pt x="2966" y="100"/>
                    </a:cubicBezTo>
                    <a:cubicBezTo>
                      <a:pt x="2967" y="101"/>
                      <a:pt x="2967" y="101"/>
                      <a:pt x="2967" y="101"/>
                    </a:cubicBezTo>
                    <a:cubicBezTo>
                      <a:pt x="2969" y="103"/>
                      <a:pt x="2969" y="103"/>
                      <a:pt x="2969" y="103"/>
                    </a:cubicBezTo>
                    <a:cubicBezTo>
                      <a:pt x="2970" y="104"/>
                      <a:pt x="2970" y="104"/>
                      <a:pt x="2970" y="104"/>
                    </a:cubicBezTo>
                    <a:cubicBezTo>
                      <a:pt x="2971" y="106"/>
                      <a:pt x="2971" y="106"/>
                      <a:pt x="2971" y="106"/>
                    </a:cubicBezTo>
                    <a:cubicBezTo>
                      <a:pt x="2972" y="107"/>
                      <a:pt x="2972" y="107"/>
                      <a:pt x="2972" y="107"/>
                    </a:cubicBezTo>
                    <a:cubicBezTo>
                      <a:pt x="2973" y="108"/>
                      <a:pt x="2973" y="108"/>
                      <a:pt x="2973" y="108"/>
                    </a:cubicBezTo>
                    <a:cubicBezTo>
                      <a:pt x="2974" y="110"/>
                      <a:pt x="2974" y="110"/>
                      <a:pt x="2974" y="110"/>
                    </a:cubicBezTo>
                    <a:cubicBezTo>
                      <a:pt x="2975" y="111"/>
                      <a:pt x="2975" y="111"/>
                      <a:pt x="2975" y="111"/>
                    </a:cubicBezTo>
                    <a:cubicBezTo>
                      <a:pt x="2977" y="112"/>
                      <a:pt x="2977" y="112"/>
                      <a:pt x="2977" y="112"/>
                    </a:cubicBezTo>
                    <a:cubicBezTo>
                      <a:pt x="2977" y="114"/>
                      <a:pt x="2977" y="114"/>
                      <a:pt x="2977" y="114"/>
                    </a:cubicBezTo>
                    <a:cubicBezTo>
                      <a:pt x="2987" y="126"/>
                      <a:pt x="2985" y="144"/>
                      <a:pt x="2973" y="155"/>
                    </a:cubicBezTo>
                    <a:cubicBezTo>
                      <a:pt x="2960" y="164"/>
                      <a:pt x="2942" y="163"/>
                      <a:pt x="2932" y="150"/>
                    </a:cubicBezTo>
                    <a:cubicBezTo>
                      <a:pt x="2931" y="149"/>
                      <a:pt x="2931" y="149"/>
                      <a:pt x="2931" y="149"/>
                    </a:cubicBezTo>
                    <a:cubicBezTo>
                      <a:pt x="2930" y="148"/>
                      <a:pt x="2930" y="148"/>
                      <a:pt x="2930" y="148"/>
                    </a:cubicBezTo>
                    <a:cubicBezTo>
                      <a:pt x="2929" y="147"/>
                      <a:pt x="2929" y="147"/>
                      <a:pt x="2929" y="147"/>
                    </a:cubicBezTo>
                    <a:cubicBezTo>
                      <a:pt x="2928" y="146"/>
                      <a:pt x="2928" y="146"/>
                      <a:pt x="2928" y="146"/>
                    </a:cubicBezTo>
                    <a:cubicBezTo>
                      <a:pt x="2927" y="144"/>
                      <a:pt x="2927" y="144"/>
                      <a:pt x="2927" y="144"/>
                    </a:cubicBezTo>
                    <a:cubicBezTo>
                      <a:pt x="2926" y="143"/>
                      <a:pt x="2926" y="143"/>
                      <a:pt x="2926" y="143"/>
                    </a:cubicBezTo>
                    <a:cubicBezTo>
                      <a:pt x="2926" y="142"/>
                      <a:pt x="2926" y="142"/>
                      <a:pt x="2926" y="142"/>
                    </a:cubicBezTo>
                    <a:cubicBezTo>
                      <a:pt x="2925" y="141"/>
                      <a:pt x="2925" y="141"/>
                      <a:pt x="2925" y="141"/>
                    </a:cubicBezTo>
                    <a:cubicBezTo>
                      <a:pt x="2923" y="140"/>
                      <a:pt x="2923" y="140"/>
                      <a:pt x="2923" y="140"/>
                    </a:cubicBezTo>
                    <a:cubicBezTo>
                      <a:pt x="2923" y="139"/>
                      <a:pt x="2923" y="139"/>
                      <a:pt x="2923" y="139"/>
                    </a:cubicBezTo>
                    <a:cubicBezTo>
                      <a:pt x="2922" y="138"/>
                      <a:pt x="2922" y="138"/>
                      <a:pt x="2922" y="138"/>
                    </a:cubicBezTo>
                    <a:cubicBezTo>
                      <a:pt x="2921" y="137"/>
                      <a:pt x="2921" y="137"/>
                      <a:pt x="2921" y="137"/>
                    </a:cubicBezTo>
                    <a:cubicBezTo>
                      <a:pt x="2920" y="136"/>
                      <a:pt x="2920" y="136"/>
                      <a:pt x="2920" y="136"/>
                    </a:cubicBezTo>
                    <a:cubicBezTo>
                      <a:pt x="2919" y="135"/>
                      <a:pt x="2919" y="135"/>
                      <a:pt x="2919" y="135"/>
                    </a:cubicBezTo>
                    <a:cubicBezTo>
                      <a:pt x="2918" y="134"/>
                      <a:pt x="2918" y="134"/>
                      <a:pt x="2918" y="134"/>
                    </a:cubicBezTo>
                    <a:cubicBezTo>
                      <a:pt x="2917" y="133"/>
                      <a:pt x="2917" y="133"/>
                      <a:pt x="2917" y="133"/>
                    </a:cubicBezTo>
                    <a:cubicBezTo>
                      <a:pt x="2916" y="132"/>
                      <a:pt x="2916" y="132"/>
                      <a:pt x="2916" y="132"/>
                    </a:cubicBezTo>
                    <a:cubicBezTo>
                      <a:pt x="2915" y="131"/>
                      <a:pt x="2915" y="131"/>
                      <a:pt x="2915" y="131"/>
                    </a:cubicBezTo>
                    <a:cubicBezTo>
                      <a:pt x="2914" y="130"/>
                      <a:pt x="2914" y="130"/>
                      <a:pt x="2914" y="130"/>
                    </a:cubicBezTo>
                    <a:cubicBezTo>
                      <a:pt x="2913" y="128"/>
                      <a:pt x="2913" y="128"/>
                      <a:pt x="2913" y="128"/>
                    </a:cubicBezTo>
                    <a:cubicBezTo>
                      <a:pt x="2911" y="127"/>
                      <a:pt x="2911" y="127"/>
                      <a:pt x="2911" y="127"/>
                    </a:cubicBezTo>
                    <a:cubicBezTo>
                      <a:pt x="2910" y="126"/>
                      <a:pt x="2910" y="126"/>
                      <a:pt x="2910" y="126"/>
                    </a:cubicBezTo>
                    <a:cubicBezTo>
                      <a:pt x="2909" y="125"/>
                      <a:pt x="2909" y="125"/>
                      <a:pt x="2909" y="125"/>
                    </a:cubicBezTo>
                    <a:cubicBezTo>
                      <a:pt x="2908" y="124"/>
                      <a:pt x="2908" y="124"/>
                      <a:pt x="2908" y="124"/>
                    </a:cubicBezTo>
                    <a:cubicBezTo>
                      <a:pt x="2907" y="123"/>
                      <a:pt x="2907" y="123"/>
                      <a:pt x="2907" y="123"/>
                    </a:cubicBezTo>
                    <a:cubicBezTo>
                      <a:pt x="2906" y="122"/>
                      <a:pt x="2906" y="122"/>
                      <a:pt x="2906" y="122"/>
                    </a:cubicBezTo>
                    <a:cubicBezTo>
                      <a:pt x="2905" y="122"/>
                      <a:pt x="2905" y="122"/>
                      <a:pt x="2905" y="122"/>
                    </a:cubicBezTo>
                    <a:cubicBezTo>
                      <a:pt x="2904" y="120"/>
                      <a:pt x="2904" y="120"/>
                      <a:pt x="2904" y="120"/>
                    </a:cubicBezTo>
                    <a:cubicBezTo>
                      <a:pt x="2903" y="119"/>
                      <a:pt x="2903" y="119"/>
                      <a:pt x="2903" y="119"/>
                    </a:cubicBezTo>
                    <a:cubicBezTo>
                      <a:pt x="2902" y="119"/>
                      <a:pt x="2902" y="119"/>
                      <a:pt x="2902" y="119"/>
                    </a:cubicBezTo>
                    <a:cubicBezTo>
                      <a:pt x="2901" y="118"/>
                      <a:pt x="2901" y="118"/>
                      <a:pt x="2901" y="118"/>
                    </a:cubicBezTo>
                    <a:cubicBezTo>
                      <a:pt x="2899" y="116"/>
                      <a:pt x="2899" y="116"/>
                      <a:pt x="2899" y="116"/>
                    </a:cubicBezTo>
                    <a:cubicBezTo>
                      <a:pt x="2898" y="116"/>
                      <a:pt x="2898" y="116"/>
                      <a:pt x="2898" y="116"/>
                    </a:cubicBezTo>
                    <a:cubicBezTo>
                      <a:pt x="2897" y="115"/>
                      <a:pt x="2897" y="115"/>
                      <a:pt x="2897" y="115"/>
                    </a:cubicBezTo>
                    <a:cubicBezTo>
                      <a:pt x="2896" y="114"/>
                      <a:pt x="2896" y="114"/>
                      <a:pt x="2896" y="114"/>
                    </a:cubicBezTo>
                    <a:lnTo>
                      <a:pt x="2895" y="113"/>
                    </a:lnTo>
                    <a:close/>
                    <a:moveTo>
                      <a:pt x="2985" y="294"/>
                    </a:moveTo>
                    <a:cubicBezTo>
                      <a:pt x="2985" y="278"/>
                      <a:pt x="2997" y="265"/>
                      <a:pt x="3013" y="264"/>
                    </a:cubicBezTo>
                    <a:cubicBezTo>
                      <a:pt x="3029" y="264"/>
                      <a:pt x="3043" y="276"/>
                      <a:pt x="3043" y="293"/>
                    </a:cubicBezTo>
                    <a:cubicBezTo>
                      <a:pt x="3043" y="293"/>
                      <a:pt x="3043" y="293"/>
                      <a:pt x="3043" y="293"/>
                    </a:cubicBezTo>
                    <a:cubicBezTo>
                      <a:pt x="3043" y="295"/>
                      <a:pt x="3043" y="295"/>
                      <a:pt x="3043" y="295"/>
                    </a:cubicBezTo>
                    <a:cubicBezTo>
                      <a:pt x="3043" y="297"/>
                      <a:pt x="3043" y="297"/>
                      <a:pt x="3043" y="297"/>
                    </a:cubicBezTo>
                    <a:cubicBezTo>
                      <a:pt x="3043" y="299"/>
                      <a:pt x="3043" y="299"/>
                      <a:pt x="3043" y="299"/>
                    </a:cubicBezTo>
                    <a:cubicBezTo>
                      <a:pt x="3043" y="301"/>
                      <a:pt x="3043" y="301"/>
                      <a:pt x="3043" y="301"/>
                    </a:cubicBezTo>
                    <a:cubicBezTo>
                      <a:pt x="3043" y="351"/>
                      <a:pt x="3043" y="351"/>
                      <a:pt x="3043" y="351"/>
                    </a:cubicBezTo>
                    <a:cubicBezTo>
                      <a:pt x="3043" y="368"/>
                      <a:pt x="3030" y="381"/>
                      <a:pt x="3014" y="381"/>
                    </a:cubicBezTo>
                    <a:cubicBezTo>
                      <a:pt x="2998" y="381"/>
                      <a:pt x="2985" y="368"/>
                      <a:pt x="2985" y="351"/>
                    </a:cubicBezTo>
                    <a:cubicBezTo>
                      <a:pt x="2985" y="301"/>
                      <a:pt x="2985" y="301"/>
                      <a:pt x="2985" y="301"/>
                    </a:cubicBezTo>
                    <a:cubicBezTo>
                      <a:pt x="2985" y="300"/>
                      <a:pt x="2985" y="300"/>
                      <a:pt x="2985" y="300"/>
                    </a:cubicBezTo>
                    <a:cubicBezTo>
                      <a:pt x="2985" y="298"/>
                      <a:pt x="2985" y="298"/>
                      <a:pt x="2985" y="298"/>
                    </a:cubicBezTo>
                    <a:cubicBezTo>
                      <a:pt x="2985" y="297"/>
                      <a:pt x="2985" y="297"/>
                      <a:pt x="2985" y="297"/>
                    </a:cubicBezTo>
                    <a:cubicBezTo>
                      <a:pt x="2985" y="295"/>
                      <a:pt x="2985" y="295"/>
                      <a:pt x="2985" y="295"/>
                    </a:cubicBezTo>
                    <a:lnTo>
                      <a:pt x="2985" y="294"/>
                    </a:lnTo>
                    <a:close/>
                    <a:moveTo>
                      <a:pt x="2985" y="527"/>
                    </a:moveTo>
                    <a:cubicBezTo>
                      <a:pt x="2985" y="510"/>
                      <a:pt x="2998" y="497"/>
                      <a:pt x="3014" y="497"/>
                    </a:cubicBezTo>
                    <a:cubicBezTo>
                      <a:pt x="3030" y="497"/>
                      <a:pt x="3043" y="510"/>
                      <a:pt x="3043" y="527"/>
                    </a:cubicBezTo>
                    <a:cubicBezTo>
                      <a:pt x="3043" y="585"/>
                      <a:pt x="3043" y="585"/>
                      <a:pt x="3043" y="585"/>
                    </a:cubicBezTo>
                    <a:cubicBezTo>
                      <a:pt x="3043" y="601"/>
                      <a:pt x="3030" y="614"/>
                      <a:pt x="3014" y="614"/>
                    </a:cubicBezTo>
                    <a:cubicBezTo>
                      <a:pt x="2998" y="614"/>
                      <a:pt x="2985" y="601"/>
                      <a:pt x="2985" y="585"/>
                    </a:cubicBezTo>
                    <a:lnTo>
                      <a:pt x="2985" y="527"/>
                    </a:lnTo>
                    <a:close/>
                    <a:moveTo>
                      <a:pt x="2985" y="760"/>
                    </a:moveTo>
                    <a:cubicBezTo>
                      <a:pt x="2985" y="744"/>
                      <a:pt x="2998" y="731"/>
                      <a:pt x="3014" y="731"/>
                    </a:cubicBezTo>
                    <a:cubicBezTo>
                      <a:pt x="3030" y="731"/>
                      <a:pt x="3043" y="744"/>
                      <a:pt x="3043" y="760"/>
                    </a:cubicBezTo>
                    <a:cubicBezTo>
                      <a:pt x="3043" y="819"/>
                      <a:pt x="3043" y="819"/>
                      <a:pt x="3043" y="819"/>
                    </a:cubicBezTo>
                    <a:cubicBezTo>
                      <a:pt x="3043" y="835"/>
                      <a:pt x="3030" y="848"/>
                      <a:pt x="3014" y="848"/>
                    </a:cubicBezTo>
                    <a:cubicBezTo>
                      <a:pt x="2998" y="848"/>
                      <a:pt x="2985" y="835"/>
                      <a:pt x="2985" y="819"/>
                    </a:cubicBezTo>
                    <a:lnTo>
                      <a:pt x="2985" y="760"/>
                    </a:lnTo>
                    <a:close/>
                    <a:moveTo>
                      <a:pt x="2985" y="994"/>
                    </a:moveTo>
                    <a:cubicBezTo>
                      <a:pt x="2985" y="978"/>
                      <a:pt x="2998" y="965"/>
                      <a:pt x="3014" y="965"/>
                    </a:cubicBezTo>
                    <a:cubicBezTo>
                      <a:pt x="3030" y="965"/>
                      <a:pt x="3043" y="978"/>
                      <a:pt x="3043" y="994"/>
                    </a:cubicBezTo>
                    <a:cubicBezTo>
                      <a:pt x="3043" y="1052"/>
                      <a:pt x="3043" y="1052"/>
                      <a:pt x="3043" y="1052"/>
                    </a:cubicBezTo>
                    <a:cubicBezTo>
                      <a:pt x="3043" y="1068"/>
                      <a:pt x="3030" y="1081"/>
                      <a:pt x="3014" y="1081"/>
                    </a:cubicBezTo>
                    <a:cubicBezTo>
                      <a:pt x="2998" y="1081"/>
                      <a:pt x="2985" y="1068"/>
                      <a:pt x="2985" y="1052"/>
                    </a:cubicBezTo>
                    <a:lnTo>
                      <a:pt x="2985" y="994"/>
                    </a:lnTo>
                    <a:close/>
                    <a:moveTo>
                      <a:pt x="2985" y="1227"/>
                    </a:moveTo>
                    <a:cubicBezTo>
                      <a:pt x="2985" y="1211"/>
                      <a:pt x="2998" y="1198"/>
                      <a:pt x="3014" y="1198"/>
                    </a:cubicBezTo>
                    <a:cubicBezTo>
                      <a:pt x="3030" y="1198"/>
                      <a:pt x="3043" y="1211"/>
                      <a:pt x="3043" y="1227"/>
                    </a:cubicBezTo>
                    <a:cubicBezTo>
                      <a:pt x="3043" y="1285"/>
                      <a:pt x="3043" y="1285"/>
                      <a:pt x="3043" y="1285"/>
                    </a:cubicBezTo>
                    <a:cubicBezTo>
                      <a:pt x="3043" y="1301"/>
                      <a:pt x="3030" y="1315"/>
                      <a:pt x="3014" y="1315"/>
                    </a:cubicBezTo>
                    <a:cubicBezTo>
                      <a:pt x="2998" y="1315"/>
                      <a:pt x="2985" y="1301"/>
                      <a:pt x="2985" y="1285"/>
                    </a:cubicBezTo>
                    <a:lnTo>
                      <a:pt x="2985" y="1227"/>
                    </a:lnTo>
                    <a:close/>
                    <a:moveTo>
                      <a:pt x="2985" y="1461"/>
                    </a:moveTo>
                    <a:cubicBezTo>
                      <a:pt x="2985" y="1444"/>
                      <a:pt x="2998" y="1431"/>
                      <a:pt x="3014" y="1431"/>
                    </a:cubicBezTo>
                    <a:cubicBezTo>
                      <a:pt x="3030" y="1431"/>
                      <a:pt x="3043" y="1444"/>
                      <a:pt x="3043" y="1461"/>
                    </a:cubicBezTo>
                    <a:cubicBezTo>
                      <a:pt x="3043" y="1519"/>
                      <a:pt x="3043" y="1519"/>
                      <a:pt x="3043" y="1519"/>
                    </a:cubicBezTo>
                    <a:cubicBezTo>
                      <a:pt x="3043" y="1535"/>
                      <a:pt x="3030" y="1548"/>
                      <a:pt x="3014" y="1548"/>
                    </a:cubicBezTo>
                    <a:cubicBezTo>
                      <a:pt x="2998" y="1548"/>
                      <a:pt x="2985" y="1535"/>
                      <a:pt x="2985" y="1519"/>
                    </a:cubicBezTo>
                    <a:lnTo>
                      <a:pt x="2985" y="1461"/>
                    </a:lnTo>
                    <a:close/>
                    <a:moveTo>
                      <a:pt x="2985" y="1693"/>
                    </a:moveTo>
                    <a:cubicBezTo>
                      <a:pt x="2985" y="1677"/>
                      <a:pt x="2999" y="1664"/>
                      <a:pt x="3015" y="1665"/>
                    </a:cubicBezTo>
                    <a:cubicBezTo>
                      <a:pt x="3031" y="1665"/>
                      <a:pt x="3044" y="1679"/>
                      <a:pt x="3043" y="1695"/>
                    </a:cubicBezTo>
                    <a:cubicBezTo>
                      <a:pt x="3043" y="1697"/>
                      <a:pt x="3043" y="1697"/>
                      <a:pt x="3043" y="1697"/>
                    </a:cubicBezTo>
                    <a:cubicBezTo>
                      <a:pt x="3043" y="1698"/>
                      <a:pt x="3043" y="1698"/>
                      <a:pt x="3043" y="1698"/>
                    </a:cubicBezTo>
                    <a:cubicBezTo>
                      <a:pt x="3043" y="1700"/>
                      <a:pt x="3043" y="1700"/>
                      <a:pt x="3043" y="1700"/>
                    </a:cubicBezTo>
                    <a:cubicBezTo>
                      <a:pt x="3043" y="1702"/>
                      <a:pt x="3043" y="1702"/>
                      <a:pt x="3043" y="1702"/>
                    </a:cubicBezTo>
                    <a:cubicBezTo>
                      <a:pt x="3043" y="1704"/>
                      <a:pt x="3043" y="1704"/>
                      <a:pt x="3043" y="1704"/>
                    </a:cubicBezTo>
                    <a:cubicBezTo>
                      <a:pt x="3043" y="1706"/>
                      <a:pt x="3043" y="1706"/>
                      <a:pt x="3043" y="1706"/>
                    </a:cubicBezTo>
                    <a:cubicBezTo>
                      <a:pt x="3043" y="1708"/>
                      <a:pt x="3043" y="1708"/>
                      <a:pt x="3043" y="1708"/>
                    </a:cubicBezTo>
                    <a:cubicBezTo>
                      <a:pt x="3042" y="1710"/>
                      <a:pt x="3042" y="1710"/>
                      <a:pt x="3042" y="1710"/>
                    </a:cubicBezTo>
                    <a:cubicBezTo>
                      <a:pt x="3042" y="1712"/>
                      <a:pt x="3042" y="1712"/>
                      <a:pt x="3042" y="1712"/>
                    </a:cubicBezTo>
                    <a:cubicBezTo>
                      <a:pt x="3042" y="1714"/>
                      <a:pt x="3042" y="1714"/>
                      <a:pt x="3042" y="1714"/>
                    </a:cubicBezTo>
                    <a:cubicBezTo>
                      <a:pt x="3042" y="1716"/>
                      <a:pt x="3042" y="1716"/>
                      <a:pt x="3042" y="1716"/>
                    </a:cubicBezTo>
                    <a:cubicBezTo>
                      <a:pt x="3042" y="1717"/>
                      <a:pt x="3042" y="1717"/>
                      <a:pt x="3042" y="1717"/>
                    </a:cubicBezTo>
                    <a:cubicBezTo>
                      <a:pt x="3042" y="1719"/>
                      <a:pt x="3042" y="1719"/>
                      <a:pt x="3042" y="1719"/>
                    </a:cubicBezTo>
                    <a:cubicBezTo>
                      <a:pt x="3041" y="1721"/>
                      <a:pt x="3041" y="1721"/>
                      <a:pt x="3041" y="1721"/>
                    </a:cubicBezTo>
                    <a:cubicBezTo>
                      <a:pt x="3041" y="1723"/>
                      <a:pt x="3041" y="1723"/>
                      <a:pt x="3041" y="1723"/>
                    </a:cubicBezTo>
                    <a:cubicBezTo>
                      <a:pt x="3041" y="1725"/>
                      <a:pt x="3041" y="1725"/>
                      <a:pt x="3041" y="1725"/>
                    </a:cubicBezTo>
                    <a:cubicBezTo>
                      <a:pt x="3041" y="1727"/>
                      <a:pt x="3041" y="1727"/>
                      <a:pt x="3041" y="1727"/>
                    </a:cubicBezTo>
                    <a:cubicBezTo>
                      <a:pt x="3040" y="1729"/>
                      <a:pt x="3040" y="1729"/>
                      <a:pt x="3040" y="1729"/>
                    </a:cubicBezTo>
                    <a:cubicBezTo>
                      <a:pt x="3040" y="1731"/>
                      <a:pt x="3040" y="1731"/>
                      <a:pt x="3040" y="1731"/>
                    </a:cubicBezTo>
                    <a:cubicBezTo>
                      <a:pt x="3040" y="1733"/>
                      <a:pt x="3040" y="1733"/>
                      <a:pt x="3040" y="1733"/>
                    </a:cubicBezTo>
                    <a:cubicBezTo>
                      <a:pt x="3040" y="1734"/>
                      <a:pt x="3040" y="1734"/>
                      <a:pt x="3040" y="1734"/>
                    </a:cubicBezTo>
                    <a:cubicBezTo>
                      <a:pt x="3039" y="1736"/>
                      <a:pt x="3039" y="1736"/>
                      <a:pt x="3039" y="1736"/>
                    </a:cubicBezTo>
                    <a:cubicBezTo>
                      <a:pt x="3039" y="1738"/>
                      <a:pt x="3039" y="1738"/>
                      <a:pt x="3039" y="1738"/>
                    </a:cubicBezTo>
                    <a:cubicBezTo>
                      <a:pt x="3039" y="1740"/>
                      <a:pt x="3039" y="1740"/>
                      <a:pt x="3039" y="1740"/>
                    </a:cubicBezTo>
                    <a:cubicBezTo>
                      <a:pt x="3038" y="1742"/>
                      <a:pt x="3038" y="1742"/>
                      <a:pt x="3038" y="1742"/>
                    </a:cubicBezTo>
                    <a:cubicBezTo>
                      <a:pt x="3038" y="1744"/>
                      <a:pt x="3038" y="1744"/>
                      <a:pt x="3038" y="1744"/>
                    </a:cubicBezTo>
                    <a:cubicBezTo>
                      <a:pt x="3038" y="1745"/>
                      <a:pt x="3038" y="1745"/>
                      <a:pt x="3038" y="1745"/>
                    </a:cubicBezTo>
                    <a:cubicBezTo>
                      <a:pt x="3037" y="1747"/>
                      <a:pt x="3037" y="1747"/>
                      <a:pt x="3037" y="1747"/>
                    </a:cubicBezTo>
                    <a:cubicBezTo>
                      <a:pt x="3037" y="1749"/>
                      <a:pt x="3037" y="1749"/>
                      <a:pt x="3037" y="1749"/>
                    </a:cubicBezTo>
                    <a:cubicBezTo>
                      <a:pt x="3036" y="1751"/>
                      <a:pt x="3036" y="1751"/>
                      <a:pt x="3036" y="1751"/>
                    </a:cubicBezTo>
                    <a:cubicBezTo>
                      <a:pt x="3036" y="1753"/>
                      <a:pt x="3036" y="1753"/>
                      <a:pt x="3036" y="1753"/>
                    </a:cubicBezTo>
                    <a:cubicBezTo>
                      <a:pt x="3036" y="1755"/>
                      <a:pt x="3036" y="1755"/>
                      <a:pt x="3036" y="1755"/>
                    </a:cubicBezTo>
                    <a:cubicBezTo>
                      <a:pt x="3035" y="1757"/>
                      <a:pt x="3035" y="1757"/>
                      <a:pt x="3035" y="1757"/>
                    </a:cubicBezTo>
                    <a:cubicBezTo>
                      <a:pt x="3035" y="1758"/>
                      <a:pt x="3035" y="1758"/>
                      <a:pt x="3035" y="1758"/>
                    </a:cubicBezTo>
                    <a:cubicBezTo>
                      <a:pt x="3035" y="1759"/>
                      <a:pt x="3035" y="1759"/>
                      <a:pt x="3035" y="1759"/>
                    </a:cubicBezTo>
                    <a:cubicBezTo>
                      <a:pt x="3031" y="1775"/>
                      <a:pt x="3015" y="1784"/>
                      <a:pt x="2999" y="1780"/>
                    </a:cubicBezTo>
                    <a:cubicBezTo>
                      <a:pt x="2983" y="1776"/>
                      <a:pt x="2974" y="1760"/>
                      <a:pt x="2978" y="1745"/>
                    </a:cubicBezTo>
                    <a:cubicBezTo>
                      <a:pt x="2978" y="1744"/>
                      <a:pt x="2978" y="1744"/>
                      <a:pt x="2978" y="1744"/>
                    </a:cubicBezTo>
                    <a:cubicBezTo>
                      <a:pt x="2978" y="1743"/>
                      <a:pt x="2978" y="1743"/>
                      <a:pt x="2978" y="1743"/>
                    </a:cubicBezTo>
                    <a:cubicBezTo>
                      <a:pt x="2979" y="1741"/>
                      <a:pt x="2979" y="1741"/>
                      <a:pt x="2979" y="1741"/>
                    </a:cubicBezTo>
                    <a:cubicBezTo>
                      <a:pt x="2979" y="1740"/>
                      <a:pt x="2979" y="1740"/>
                      <a:pt x="2979" y="1740"/>
                    </a:cubicBezTo>
                    <a:cubicBezTo>
                      <a:pt x="2979" y="1738"/>
                      <a:pt x="2979" y="1738"/>
                      <a:pt x="2979" y="1738"/>
                    </a:cubicBezTo>
                    <a:cubicBezTo>
                      <a:pt x="2980" y="1737"/>
                      <a:pt x="2980" y="1737"/>
                      <a:pt x="2980" y="1737"/>
                    </a:cubicBezTo>
                    <a:cubicBezTo>
                      <a:pt x="2980" y="1736"/>
                      <a:pt x="2980" y="1736"/>
                      <a:pt x="2980" y="1736"/>
                    </a:cubicBezTo>
                    <a:cubicBezTo>
                      <a:pt x="2980" y="1734"/>
                      <a:pt x="2980" y="1734"/>
                      <a:pt x="2980" y="1734"/>
                    </a:cubicBezTo>
                    <a:cubicBezTo>
                      <a:pt x="2981" y="1733"/>
                      <a:pt x="2981" y="1733"/>
                      <a:pt x="2981" y="1733"/>
                    </a:cubicBezTo>
                    <a:cubicBezTo>
                      <a:pt x="2981" y="1731"/>
                      <a:pt x="2981" y="1731"/>
                      <a:pt x="2981" y="1731"/>
                    </a:cubicBezTo>
                    <a:cubicBezTo>
                      <a:pt x="2981" y="1730"/>
                      <a:pt x="2981" y="1730"/>
                      <a:pt x="2981" y="1730"/>
                    </a:cubicBezTo>
                    <a:cubicBezTo>
                      <a:pt x="2981" y="1728"/>
                      <a:pt x="2981" y="1728"/>
                      <a:pt x="2981" y="1728"/>
                    </a:cubicBezTo>
                    <a:cubicBezTo>
                      <a:pt x="2982" y="1727"/>
                      <a:pt x="2982" y="1727"/>
                      <a:pt x="2982" y="1727"/>
                    </a:cubicBezTo>
                    <a:cubicBezTo>
                      <a:pt x="2982" y="1725"/>
                      <a:pt x="2982" y="1725"/>
                      <a:pt x="2982" y="1725"/>
                    </a:cubicBezTo>
                    <a:cubicBezTo>
                      <a:pt x="2982" y="1724"/>
                      <a:pt x="2982" y="1724"/>
                      <a:pt x="2982" y="1724"/>
                    </a:cubicBezTo>
                    <a:cubicBezTo>
                      <a:pt x="2982" y="1722"/>
                      <a:pt x="2982" y="1722"/>
                      <a:pt x="2982" y="1722"/>
                    </a:cubicBezTo>
                    <a:cubicBezTo>
                      <a:pt x="2983" y="1721"/>
                      <a:pt x="2983" y="1721"/>
                      <a:pt x="2983" y="1721"/>
                    </a:cubicBezTo>
                    <a:cubicBezTo>
                      <a:pt x="2983" y="1719"/>
                      <a:pt x="2983" y="1719"/>
                      <a:pt x="2983" y="1719"/>
                    </a:cubicBezTo>
                    <a:cubicBezTo>
                      <a:pt x="2983" y="1718"/>
                      <a:pt x="2983" y="1718"/>
                      <a:pt x="2983" y="1718"/>
                    </a:cubicBezTo>
                    <a:cubicBezTo>
                      <a:pt x="2983" y="1716"/>
                      <a:pt x="2983" y="1716"/>
                      <a:pt x="2983" y="1716"/>
                    </a:cubicBezTo>
                    <a:cubicBezTo>
                      <a:pt x="2983" y="1715"/>
                      <a:pt x="2983" y="1715"/>
                      <a:pt x="2983" y="1715"/>
                    </a:cubicBezTo>
                    <a:cubicBezTo>
                      <a:pt x="2983" y="1713"/>
                      <a:pt x="2983" y="1713"/>
                      <a:pt x="2983" y="1713"/>
                    </a:cubicBezTo>
                    <a:cubicBezTo>
                      <a:pt x="2984" y="1712"/>
                      <a:pt x="2984" y="1712"/>
                      <a:pt x="2984" y="1712"/>
                    </a:cubicBezTo>
                    <a:cubicBezTo>
                      <a:pt x="2984" y="1710"/>
                      <a:pt x="2984" y="1710"/>
                      <a:pt x="2984" y="1710"/>
                    </a:cubicBezTo>
                    <a:cubicBezTo>
                      <a:pt x="2984" y="1709"/>
                      <a:pt x="2984" y="1709"/>
                      <a:pt x="2984" y="1709"/>
                    </a:cubicBezTo>
                    <a:cubicBezTo>
                      <a:pt x="2984" y="1707"/>
                      <a:pt x="2984" y="1707"/>
                      <a:pt x="2984" y="1707"/>
                    </a:cubicBezTo>
                    <a:cubicBezTo>
                      <a:pt x="2984" y="1705"/>
                      <a:pt x="2984" y="1705"/>
                      <a:pt x="2984" y="1705"/>
                    </a:cubicBezTo>
                    <a:cubicBezTo>
                      <a:pt x="2984" y="1704"/>
                      <a:pt x="2984" y="1704"/>
                      <a:pt x="2984" y="1704"/>
                    </a:cubicBezTo>
                    <a:cubicBezTo>
                      <a:pt x="2985" y="1702"/>
                      <a:pt x="2985" y="1702"/>
                      <a:pt x="2985" y="1702"/>
                    </a:cubicBezTo>
                    <a:cubicBezTo>
                      <a:pt x="2985" y="1701"/>
                      <a:pt x="2985" y="1701"/>
                      <a:pt x="2985" y="1701"/>
                    </a:cubicBezTo>
                    <a:cubicBezTo>
                      <a:pt x="2985" y="1699"/>
                      <a:pt x="2985" y="1699"/>
                      <a:pt x="2985" y="1699"/>
                    </a:cubicBezTo>
                    <a:cubicBezTo>
                      <a:pt x="2985" y="1698"/>
                      <a:pt x="2985" y="1698"/>
                      <a:pt x="2985" y="1698"/>
                    </a:cubicBezTo>
                    <a:cubicBezTo>
                      <a:pt x="2985" y="1696"/>
                      <a:pt x="2985" y="1696"/>
                      <a:pt x="2985" y="1696"/>
                    </a:cubicBezTo>
                    <a:cubicBezTo>
                      <a:pt x="2985" y="1694"/>
                      <a:pt x="2985" y="1694"/>
                      <a:pt x="2985" y="1694"/>
                    </a:cubicBezTo>
                    <a:lnTo>
                      <a:pt x="2985" y="1693"/>
                    </a:lnTo>
                    <a:close/>
                    <a:moveTo>
                      <a:pt x="2896" y="1875"/>
                    </a:moveTo>
                    <a:cubicBezTo>
                      <a:pt x="2908" y="1864"/>
                      <a:pt x="2927" y="1866"/>
                      <a:pt x="2937" y="1879"/>
                    </a:cubicBezTo>
                    <a:cubicBezTo>
                      <a:pt x="2947" y="1891"/>
                      <a:pt x="2945" y="1910"/>
                      <a:pt x="2933" y="1920"/>
                    </a:cubicBezTo>
                    <a:cubicBezTo>
                      <a:pt x="2932" y="1920"/>
                      <a:pt x="2932" y="1920"/>
                      <a:pt x="2932" y="1920"/>
                    </a:cubicBezTo>
                    <a:cubicBezTo>
                      <a:pt x="2931" y="1922"/>
                      <a:pt x="2931" y="1922"/>
                      <a:pt x="2931" y="1922"/>
                    </a:cubicBezTo>
                    <a:cubicBezTo>
                      <a:pt x="2929" y="1923"/>
                      <a:pt x="2929" y="1923"/>
                      <a:pt x="2929" y="1923"/>
                    </a:cubicBezTo>
                    <a:cubicBezTo>
                      <a:pt x="2928" y="1924"/>
                      <a:pt x="2928" y="1924"/>
                      <a:pt x="2928" y="1924"/>
                    </a:cubicBezTo>
                    <a:cubicBezTo>
                      <a:pt x="2926" y="1925"/>
                      <a:pt x="2926" y="1925"/>
                      <a:pt x="2926" y="1925"/>
                    </a:cubicBezTo>
                    <a:cubicBezTo>
                      <a:pt x="2925" y="1926"/>
                      <a:pt x="2925" y="1926"/>
                      <a:pt x="2925" y="1926"/>
                    </a:cubicBezTo>
                    <a:cubicBezTo>
                      <a:pt x="2923" y="1927"/>
                      <a:pt x="2923" y="1927"/>
                      <a:pt x="2923" y="1927"/>
                    </a:cubicBezTo>
                    <a:cubicBezTo>
                      <a:pt x="2922" y="1928"/>
                      <a:pt x="2922" y="1928"/>
                      <a:pt x="2922" y="1928"/>
                    </a:cubicBezTo>
                    <a:cubicBezTo>
                      <a:pt x="2921" y="1929"/>
                      <a:pt x="2921" y="1929"/>
                      <a:pt x="2921" y="1929"/>
                    </a:cubicBezTo>
                    <a:cubicBezTo>
                      <a:pt x="2919" y="1930"/>
                      <a:pt x="2919" y="1930"/>
                      <a:pt x="2919" y="1930"/>
                    </a:cubicBezTo>
                    <a:cubicBezTo>
                      <a:pt x="2918" y="1931"/>
                      <a:pt x="2918" y="1931"/>
                      <a:pt x="2918" y="1931"/>
                    </a:cubicBezTo>
                    <a:cubicBezTo>
                      <a:pt x="2916" y="1932"/>
                      <a:pt x="2916" y="1932"/>
                      <a:pt x="2916" y="1932"/>
                    </a:cubicBezTo>
                    <a:cubicBezTo>
                      <a:pt x="2915" y="1934"/>
                      <a:pt x="2915" y="1934"/>
                      <a:pt x="2915" y="1934"/>
                    </a:cubicBezTo>
                    <a:cubicBezTo>
                      <a:pt x="2913" y="1935"/>
                      <a:pt x="2913" y="1935"/>
                      <a:pt x="2913" y="1935"/>
                    </a:cubicBezTo>
                    <a:cubicBezTo>
                      <a:pt x="2912" y="1936"/>
                      <a:pt x="2912" y="1936"/>
                      <a:pt x="2912" y="1936"/>
                    </a:cubicBezTo>
                    <a:cubicBezTo>
                      <a:pt x="2910" y="1937"/>
                      <a:pt x="2910" y="1937"/>
                      <a:pt x="2910" y="1937"/>
                    </a:cubicBezTo>
                    <a:cubicBezTo>
                      <a:pt x="2909" y="1938"/>
                      <a:pt x="2909" y="1938"/>
                      <a:pt x="2909" y="1938"/>
                    </a:cubicBezTo>
                    <a:cubicBezTo>
                      <a:pt x="2907" y="1939"/>
                      <a:pt x="2907" y="1939"/>
                      <a:pt x="2907" y="1939"/>
                    </a:cubicBezTo>
                    <a:cubicBezTo>
                      <a:pt x="2906" y="1940"/>
                      <a:pt x="2906" y="1940"/>
                      <a:pt x="2906" y="1940"/>
                    </a:cubicBezTo>
                    <a:cubicBezTo>
                      <a:pt x="2904" y="1941"/>
                      <a:pt x="2904" y="1941"/>
                      <a:pt x="2904" y="1941"/>
                    </a:cubicBezTo>
                    <a:cubicBezTo>
                      <a:pt x="2903" y="1942"/>
                      <a:pt x="2903" y="1942"/>
                      <a:pt x="2903" y="1942"/>
                    </a:cubicBezTo>
                    <a:cubicBezTo>
                      <a:pt x="2901" y="1943"/>
                      <a:pt x="2901" y="1943"/>
                      <a:pt x="2901" y="1943"/>
                    </a:cubicBezTo>
                    <a:cubicBezTo>
                      <a:pt x="2899" y="1944"/>
                      <a:pt x="2899" y="1944"/>
                      <a:pt x="2899" y="1944"/>
                    </a:cubicBezTo>
                    <a:cubicBezTo>
                      <a:pt x="2898" y="1944"/>
                      <a:pt x="2898" y="1944"/>
                      <a:pt x="2898" y="1944"/>
                    </a:cubicBezTo>
                    <a:cubicBezTo>
                      <a:pt x="2897" y="1946"/>
                      <a:pt x="2897" y="1946"/>
                      <a:pt x="2897" y="1946"/>
                    </a:cubicBezTo>
                    <a:cubicBezTo>
                      <a:pt x="2895" y="1946"/>
                      <a:pt x="2895" y="1946"/>
                      <a:pt x="2895" y="1946"/>
                    </a:cubicBezTo>
                    <a:cubicBezTo>
                      <a:pt x="2893" y="1947"/>
                      <a:pt x="2893" y="1947"/>
                      <a:pt x="2893" y="1947"/>
                    </a:cubicBezTo>
                    <a:cubicBezTo>
                      <a:pt x="2892" y="1948"/>
                      <a:pt x="2892" y="1948"/>
                      <a:pt x="2892" y="1948"/>
                    </a:cubicBezTo>
                    <a:cubicBezTo>
                      <a:pt x="2890" y="1949"/>
                      <a:pt x="2890" y="1949"/>
                      <a:pt x="2890" y="1949"/>
                    </a:cubicBezTo>
                    <a:cubicBezTo>
                      <a:pt x="2889" y="1950"/>
                      <a:pt x="2889" y="1950"/>
                      <a:pt x="2889" y="1950"/>
                    </a:cubicBezTo>
                    <a:cubicBezTo>
                      <a:pt x="2887" y="1951"/>
                      <a:pt x="2887" y="1951"/>
                      <a:pt x="2887" y="1951"/>
                    </a:cubicBezTo>
                    <a:cubicBezTo>
                      <a:pt x="2885" y="1952"/>
                      <a:pt x="2885" y="1952"/>
                      <a:pt x="2885" y="1952"/>
                    </a:cubicBezTo>
                    <a:cubicBezTo>
                      <a:pt x="2884" y="1953"/>
                      <a:pt x="2884" y="1953"/>
                      <a:pt x="2884" y="1953"/>
                    </a:cubicBezTo>
                    <a:cubicBezTo>
                      <a:pt x="2882" y="1954"/>
                      <a:pt x="2882" y="1954"/>
                      <a:pt x="2882" y="1954"/>
                    </a:cubicBezTo>
                    <a:cubicBezTo>
                      <a:pt x="2881" y="1954"/>
                      <a:pt x="2881" y="1954"/>
                      <a:pt x="2881" y="1954"/>
                    </a:cubicBezTo>
                    <a:cubicBezTo>
                      <a:pt x="2879" y="1955"/>
                      <a:pt x="2879" y="1955"/>
                      <a:pt x="2879" y="1955"/>
                    </a:cubicBezTo>
                    <a:cubicBezTo>
                      <a:pt x="2879" y="1955"/>
                      <a:pt x="2879" y="1955"/>
                      <a:pt x="2879" y="1955"/>
                    </a:cubicBezTo>
                    <a:cubicBezTo>
                      <a:pt x="2864" y="1963"/>
                      <a:pt x="2847" y="1957"/>
                      <a:pt x="2839" y="1943"/>
                    </a:cubicBezTo>
                    <a:cubicBezTo>
                      <a:pt x="2832" y="1928"/>
                      <a:pt x="2838" y="1911"/>
                      <a:pt x="2852" y="1903"/>
                    </a:cubicBezTo>
                    <a:cubicBezTo>
                      <a:pt x="2852" y="1903"/>
                      <a:pt x="2852" y="1903"/>
                      <a:pt x="2852" y="1903"/>
                    </a:cubicBezTo>
                    <a:cubicBezTo>
                      <a:pt x="2854" y="1903"/>
                      <a:pt x="2854" y="1903"/>
                      <a:pt x="2854" y="1903"/>
                    </a:cubicBezTo>
                    <a:cubicBezTo>
                      <a:pt x="2855" y="1902"/>
                      <a:pt x="2855" y="1902"/>
                      <a:pt x="2855" y="1902"/>
                    </a:cubicBezTo>
                    <a:cubicBezTo>
                      <a:pt x="2856" y="1901"/>
                      <a:pt x="2856" y="1901"/>
                      <a:pt x="2856" y="1901"/>
                    </a:cubicBezTo>
                    <a:cubicBezTo>
                      <a:pt x="2857" y="1901"/>
                      <a:pt x="2857" y="1901"/>
                      <a:pt x="2857" y="1901"/>
                    </a:cubicBezTo>
                    <a:cubicBezTo>
                      <a:pt x="2859" y="1900"/>
                      <a:pt x="2859" y="1900"/>
                      <a:pt x="2859" y="1900"/>
                    </a:cubicBezTo>
                    <a:cubicBezTo>
                      <a:pt x="2860" y="1899"/>
                      <a:pt x="2860" y="1899"/>
                      <a:pt x="2860" y="1899"/>
                    </a:cubicBezTo>
                    <a:cubicBezTo>
                      <a:pt x="2861" y="1898"/>
                      <a:pt x="2861" y="1898"/>
                      <a:pt x="2861" y="1898"/>
                    </a:cubicBezTo>
                    <a:cubicBezTo>
                      <a:pt x="2863" y="1898"/>
                      <a:pt x="2863" y="1898"/>
                      <a:pt x="2863" y="1898"/>
                    </a:cubicBezTo>
                    <a:cubicBezTo>
                      <a:pt x="2864" y="1897"/>
                      <a:pt x="2864" y="1897"/>
                      <a:pt x="2864" y="1897"/>
                    </a:cubicBezTo>
                    <a:cubicBezTo>
                      <a:pt x="2865" y="1896"/>
                      <a:pt x="2865" y="1896"/>
                      <a:pt x="2865" y="1896"/>
                    </a:cubicBezTo>
                    <a:cubicBezTo>
                      <a:pt x="2866" y="1895"/>
                      <a:pt x="2866" y="1895"/>
                      <a:pt x="2866" y="1895"/>
                    </a:cubicBezTo>
                    <a:cubicBezTo>
                      <a:pt x="2867" y="1895"/>
                      <a:pt x="2867" y="1895"/>
                      <a:pt x="2867" y="1895"/>
                    </a:cubicBezTo>
                    <a:cubicBezTo>
                      <a:pt x="2869" y="1894"/>
                      <a:pt x="2869" y="1894"/>
                      <a:pt x="2869" y="1894"/>
                    </a:cubicBezTo>
                    <a:cubicBezTo>
                      <a:pt x="2870" y="1893"/>
                      <a:pt x="2870" y="1893"/>
                      <a:pt x="2870" y="1893"/>
                    </a:cubicBezTo>
                    <a:cubicBezTo>
                      <a:pt x="2871" y="1892"/>
                      <a:pt x="2871" y="1892"/>
                      <a:pt x="2871" y="1892"/>
                    </a:cubicBezTo>
                    <a:cubicBezTo>
                      <a:pt x="2873" y="1892"/>
                      <a:pt x="2873" y="1892"/>
                      <a:pt x="2873" y="1892"/>
                    </a:cubicBezTo>
                    <a:cubicBezTo>
                      <a:pt x="2874" y="1891"/>
                      <a:pt x="2874" y="1891"/>
                      <a:pt x="2874" y="1891"/>
                    </a:cubicBezTo>
                    <a:cubicBezTo>
                      <a:pt x="2875" y="1890"/>
                      <a:pt x="2875" y="1890"/>
                      <a:pt x="2875" y="1890"/>
                    </a:cubicBezTo>
                    <a:cubicBezTo>
                      <a:pt x="2876" y="1889"/>
                      <a:pt x="2876" y="1889"/>
                      <a:pt x="2876" y="1889"/>
                    </a:cubicBezTo>
                    <a:cubicBezTo>
                      <a:pt x="2878" y="1888"/>
                      <a:pt x="2878" y="1888"/>
                      <a:pt x="2878" y="1888"/>
                    </a:cubicBezTo>
                    <a:cubicBezTo>
                      <a:pt x="2879" y="1888"/>
                      <a:pt x="2879" y="1888"/>
                      <a:pt x="2879" y="1888"/>
                    </a:cubicBezTo>
                    <a:cubicBezTo>
                      <a:pt x="2880" y="1887"/>
                      <a:pt x="2880" y="1887"/>
                      <a:pt x="2880" y="1887"/>
                    </a:cubicBezTo>
                    <a:cubicBezTo>
                      <a:pt x="2881" y="1886"/>
                      <a:pt x="2881" y="1886"/>
                      <a:pt x="2881" y="1886"/>
                    </a:cubicBezTo>
                    <a:cubicBezTo>
                      <a:pt x="2882" y="1885"/>
                      <a:pt x="2882" y="1885"/>
                      <a:pt x="2882" y="1885"/>
                    </a:cubicBezTo>
                    <a:cubicBezTo>
                      <a:pt x="2883" y="1884"/>
                      <a:pt x="2883" y="1884"/>
                      <a:pt x="2883" y="1884"/>
                    </a:cubicBezTo>
                    <a:cubicBezTo>
                      <a:pt x="2885" y="1883"/>
                      <a:pt x="2885" y="1883"/>
                      <a:pt x="2885" y="1883"/>
                    </a:cubicBezTo>
                    <a:cubicBezTo>
                      <a:pt x="2886" y="1882"/>
                      <a:pt x="2886" y="1882"/>
                      <a:pt x="2886" y="1882"/>
                    </a:cubicBezTo>
                    <a:cubicBezTo>
                      <a:pt x="2887" y="1881"/>
                      <a:pt x="2887" y="1881"/>
                      <a:pt x="2887" y="1881"/>
                    </a:cubicBezTo>
                    <a:cubicBezTo>
                      <a:pt x="2888" y="1881"/>
                      <a:pt x="2888" y="1881"/>
                      <a:pt x="2888" y="1881"/>
                    </a:cubicBezTo>
                    <a:cubicBezTo>
                      <a:pt x="2889" y="1880"/>
                      <a:pt x="2889" y="1880"/>
                      <a:pt x="2889" y="1880"/>
                    </a:cubicBezTo>
                    <a:cubicBezTo>
                      <a:pt x="2890" y="1879"/>
                      <a:pt x="2890" y="1879"/>
                      <a:pt x="2890" y="1879"/>
                    </a:cubicBezTo>
                    <a:cubicBezTo>
                      <a:pt x="2892" y="1878"/>
                      <a:pt x="2892" y="1878"/>
                      <a:pt x="2892" y="1878"/>
                    </a:cubicBezTo>
                    <a:cubicBezTo>
                      <a:pt x="2893" y="1877"/>
                      <a:pt x="2893" y="1877"/>
                      <a:pt x="2893" y="1877"/>
                    </a:cubicBezTo>
                    <a:cubicBezTo>
                      <a:pt x="2894" y="1876"/>
                      <a:pt x="2894" y="1876"/>
                      <a:pt x="2894" y="1876"/>
                    </a:cubicBezTo>
                    <a:cubicBezTo>
                      <a:pt x="2895" y="1875"/>
                      <a:pt x="2895" y="1875"/>
                      <a:pt x="2895" y="1875"/>
                    </a:cubicBezTo>
                    <a:lnTo>
                      <a:pt x="2896" y="1875"/>
                    </a:lnTo>
                    <a:close/>
                    <a:moveTo>
                      <a:pt x="2695" y="1930"/>
                    </a:moveTo>
                    <a:cubicBezTo>
                      <a:pt x="2711" y="1930"/>
                      <a:pt x="2724" y="1943"/>
                      <a:pt x="2724" y="1959"/>
                    </a:cubicBezTo>
                    <a:cubicBezTo>
                      <a:pt x="2724" y="1975"/>
                      <a:pt x="2711" y="1988"/>
                      <a:pt x="2695" y="1988"/>
                    </a:cubicBezTo>
                    <a:cubicBezTo>
                      <a:pt x="2637" y="1988"/>
                      <a:pt x="2637" y="1988"/>
                      <a:pt x="2637" y="1988"/>
                    </a:cubicBezTo>
                    <a:cubicBezTo>
                      <a:pt x="2621" y="1988"/>
                      <a:pt x="2608" y="1975"/>
                      <a:pt x="2608" y="1959"/>
                    </a:cubicBezTo>
                    <a:cubicBezTo>
                      <a:pt x="2608" y="1943"/>
                      <a:pt x="2621" y="1930"/>
                      <a:pt x="2637" y="1930"/>
                    </a:cubicBezTo>
                    <a:lnTo>
                      <a:pt x="2695" y="1930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200">
                  <a:latin typeface="+mj-lt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A99118-CEF4-8862-656A-5EBFE5CB1498}"/>
              </a:ext>
            </a:extLst>
          </p:cNvPr>
          <p:cNvSpPr txBox="1"/>
          <p:nvPr/>
        </p:nvSpPr>
        <p:spPr>
          <a:xfrm>
            <a:off x="0" y="-1"/>
            <a:ext cx="12192000" cy="424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Executive Summary – Systems DV Team</a:t>
            </a:r>
          </a:p>
        </p:txBody>
      </p:sp>
    </p:spTree>
    <p:extLst>
      <p:ext uri="{BB962C8B-B14F-4D97-AF65-F5344CB8AC3E}">
        <p14:creationId xmlns:p14="http://schemas.microsoft.com/office/powerpoint/2010/main" val="337061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5A09B171-B7CE-7AAC-066B-8B1A527FAEE3}"/>
              </a:ext>
            </a:extLst>
          </p:cNvPr>
          <p:cNvSpPr txBox="1">
            <a:spLocks/>
          </p:cNvSpPr>
          <p:nvPr/>
        </p:nvSpPr>
        <p:spPr>
          <a:xfrm>
            <a:off x="284425" y="257779"/>
            <a:ext cx="11268075" cy="79057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b="1">
              <a:solidFill>
                <a:schemeClr val="bg1"/>
              </a:solidFill>
              <a:latin typeface="Anek Devanagari" pitchFamily="2" charset="0"/>
              <a:cs typeface="Anek Devanagari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FB0B69-667F-1457-4DEE-218698E066A5}"/>
              </a:ext>
            </a:extLst>
          </p:cNvPr>
          <p:cNvSpPr/>
          <p:nvPr/>
        </p:nvSpPr>
        <p:spPr>
          <a:xfrm>
            <a:off x="0" y="657308"/>
            <a:ext cx="12166350" cy="5710814"/>
          </a:xfrm>
          <a:prstGeom prst="rect">
            <a:avLst/>
          </a:prstGeom>
          <a:noFill/>
          <a:ln w="55000" cap="flat" cmpd="thickThin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4CB5BC-26F9-22C7-D581-61DCD30797E7}"/>
              </a:ext>
            </a:extLst>
          </p:cNvPr>
          <p:cNvSpPr txBox="1">
            <a:spLocks/>
          </p:cNvSpPr>
          <p:nvPr/>
        </p:nvSpPr>
        <p:spPr>
          <a:xfrm>
            <a:off x="-11500" y="-69749"/>
            <a:ext cx="12057246" cy="5197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Value Delivered Through Partnership</a:t>
            </a:r>
            <a:r>
              <a:rPr lang="en-US" sz="3200" b="1" dirty="0">
                <a:solidFill>
                  <a:schemeClr val="bg1"/>
                </a:solidFill>
                <a:latin typeface="+mj-lt"/>
                <a:ea typeface="Segoe UI Black"/>
                <a:cs typeface="Calibri"/>
              </a:rPr>
              <a:t>	</a:t>
            </a:r>
            <a:r>
              <a:rPr lang="en-US" sz="3200" b="1" kern="0" dirty="0">
                <a:solidFill>
                  <a:schemeClr val="bg1"/>
                </a:solidFill>
                <a:latin typeface="+mj-lt"/>
                <a:ea typeface="Segoe UI Black"/>
                <a:cs typeface="Calibri"/>
              </a:rPr>
              <a:t>			</a:t>
            </a:r>
            <a:endParaRPr lang="en-US" dirty="0">
              <a:solidFill>
                <a:schemeClr val="bg1"/>
              </a:solidFill>
              <a:latin typeface="+mj-lt"/>
              <a:ea typeface="Segoe UI Black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6F80E-399D-8B71-4C57-80D10FE1E47C}"/>
              </a:ext>
            </a:extLst>
          </p:cNvPr>
          <p:cNvSpPr/>
          <p:nvPr/>
        </p:nvSpPr>
        <p:spPr>
          <a:xfrm>
            <a:off x="-12194" y="665324"/>
            <a:ext cx="12204194" cy="1608838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noFill/>
              <a:latin typeface="+mj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E9E419-E517-F148-07B4-3F740F6C2B9D}"/>
              </a:ext>
            </a:extLst>
          </p:cNvPr>
          <p:cNvGrpSpPr/>
          <p:nvPr/>
        </p:nvGrpSpPr>
        <p:grpSpPr>
          <a:xfrm>
            <a:off x="306814" y="889739"/>
            <a:ext cx="1090229" cy="1051867"/>
            <a:chOff x="4131417" y="980778"/>
            <a:chExt cx="1722107" cy="166151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625E429-79A8-9F29-F767-4DACC13CED3B}"/>
                </a:ext>
              </a:extLst>
            </p:cNvPr>
            <p:cNvGrpSpPr/>
            <p:nvPr/>
          </p:nvGrpSpPr>
          <p:grpSpPr>
            <a:xfrm rot="10800000">
              <a:off x="4131417" y="980778"/>
              <a:ext cx="1722107" cy="1661511"/>
              <a:chOff x="3237791" y="2527746"/>
              <a:chExt cx="1942471" cy="1802901"/>
            </a:xfrm>
            <a:effectLst/>
          </p:grpSpPr>
          <p:sp>
            <p:nvSpPr>
              <p:cNvPr id="9" name="Freeform: Shape 107">
                <a:extLst>
                  <a:ext uri="{FF2B5EF4-FFF2-40B4-BE49-F238E27FC236}">
                    <a16:creationId xmlns:a16="http://schemas.microsoft.com/office/drawing/2014/main" id="{198E077D-FE9E-EE1F-65F1-56786686186D}"/>
                  </a:ext>
                </a:extLst>
              </p:cNvPr>
              <p:cNvSpPr/>
              <p:nvPr/>
            </p:nvSpPr>
            <p:spPr>
              <a:xfrm>
                <a:off x="3400976" y="2614258"/>
                <a:ext cx="1629484" cy="1574380"/>
              </a:xfrm>
              <a:custGeom>
                <a:avLst/>
                <a:gdLst>
                  <a:gd name="connsiteX0" fmla="*/ 1471967 w 1629483"/>
                  <a:gd name="connsiteY0" fmla="*/ 1576269 h 1574380"/>
                  <a:gd name="connsiteX1" fmla="*/ 162240 w 1629483"/>
                  <a:gd name="connsiteY1" fmla="*/ 1576269 h 1574380"/>
                  <a:gd name="connsiteX2" fmla="*/ 0 w 1629483"/>
                  <a:gd name="connsiteY2" fmla="*/ 1414030 h 1574380"/>
                  <a:gd name="connsiteX3" fmla="*/ 0 w 1629483"/>
                  <a:gd name="connsiteY3" fmla="*/ 162240 h 1574380"/>
                  <a:gd name="connsiteX4" fmla="*/ 162240 w 1629483"/>
                  <a:gd name="connsiteY4" fmla="*/ 0 h 1574380"/>
                  <a:gd name="connsiteX5" fmla="*/ 1471888 w 1629483"/>
                  <a:gd name="connsiteY5" fmla="*/ 0 h 1574380"/>
                  <a:gd name="connsiteX6" fmla="*/ 1634128 w 1629483"/>
                  <a:gd name="connsiteY6" fmla="*/ 162240 h 1574380"/>
                  <a:gd name="connsiteX7" fmla="*/ 1634128 w 1629483"/>
                  <a:gd name="connsiteY7" fmla="*/ 1413951 h 1574380"/>
                  <a:gd name="connsiteX8" fmla="*/ 1471967 w 1629483"/>
                  <a:gd name="connsiteY8" fmla="*/ 1576269 h 157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483" h="1574380">
                    <a:moveTo>
                      <a:pt x="1471967" y="1576269"/>
                    </a:moveTo>
                    <a:lnTo>
                      <a:pt x="162240" y="1576269"/>
                    </a:lnTo>
                    <a:cubicBezTo>
                      <a:pt x="72658" y="1576269"/>
                      <a:pt x="0" y="1503612"/>
                      <a:pt x="0" y="1414030"/>
                    </a:cubicBezTo>
                    <a:lnTo>
                      <a:pt x="0" y="162240"/>
                    </a:lnTo>
                    <a:cubicBezTo>
                      <a:pt x="0" y="72658"/>
                      <a:pt x="72658" y="0"/>
                      <a:pt x="162240" y="0"/>
                    </a:cubicBezTo>
                    <a:lnTo>
                      <a:pt x="1471888" y="0"/>
                    </a:lnTo>
                    <a:cubicBezTo>
                      <a:pt x="1561470" y="0"/>
                      <a:pt x="1634128" y="72658"/>
                      <a:pt x="1634128" y="162240"/>
                    </a:cubicBezTo>
                    <a:lnTo>
                      <a:pt x="1634128" y="1413951"/>
                    </a:lnTo>
                    <a:cubicBezTo>
                      <a:pt x="1634207" y="1503612"/>
                      <a:pt x="1561549" y="1576269"/>
                      <a:pt x="1471967" y="1576269"/>
                    </a:cubicBezTo>
                    <a:close/>
                  </a:path>
                </a:pathLst>
              </a:custGeom>
              <a:solidFill>
                <a:srgbClr val="E368A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109">
                <a:extLst>
                  <a:ext uri="{FF2B5EF4-FFF2-40B4-BE49-F238E27FC236}">
                    <a16:creationId xmlns:a16="http://schemas.microsoft.com/office/drawing/2014/main" id="{C8935D8C-9A63-2CCC-25E7-0E0F67406570}"/>
                  </a:ext>
                </a:extLst>
              </p:cNvPr>
              <p:cNvSpPr/>
              <p:nvPr/>
            </p:nvSpPr>
            <p:spPr>
              <a:xfrm>
                <a:off x="4109683" y="2715333"/>
                <a:ext cx="1070579" cy="377851"/>
              </a:xfrm>
              <a:custGeom>
                <a:avLst/>
                <a:gdLst>
                  <a:gd name="connsiteX0" fmla="*/ 923767 w 1070578"/>
                  <a:gd name="connsiteY0" fmla="*/ 378875 h 377851"/>
                  <a:gd name="connsiteX1" fmla="*/ 0 w 1070578"/>
                  <a:gd name="connsiteY1" fmla="*/ 378875 h 377851"/>
                  <a:gd name="connsiteX2" fmla="*/ 150275 w 1070578"/>
                  <a:gd name="connsiteY2" fmla="*/ 0 h 377851"/>
                  <a:gd name="connsiteX3" fmla="*/ 1074121 w 1070578"/>
                  <a:gd name="connsiteY3" fmla="*/ 0 h 37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0578" h="377851">
                    <a:moveTo>
                      <a:pt x="923767" y="378875"/>
                    </a:moveTo>
                    <a:lnTo>
                      <a:pt x="0" y="378875"/>
                    </a:lnTo>
                    <a:lnTo>
                      <a:pt x="150275" y="0"/>
                    </a:lnTo>
                    <a:lnTo>
                      <a:pt x="1074121" y="0"/>
                    </a:lnTo>
                    <a:close/>
                  </a:path>
                </a:pathLst>
              </a:custGeom>
              <a:solidFill>
                <a:srgbClr val="E884B1"/>
              </a:solidFill>
              <a:ln w="786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10">
                <a:extLst>
                  <a:ext uri="{FF2B5EF4-FFF2-40B4-BE49-F238E27FC236}">
                    <a16:creationId xmlns:a16="http://schemas.microsoft.com/office/drawing/2014/main" id="{26EEC2C4-24CC-DD8D-9810-BA2F677966BD}"/>
                  </a:ext>
                </a:extLst>
              </p:cNvPr>
              <p:cNvSpPr/>
              <p:nvPr/>
            </p:nvSpPr>
            <p:spPr>
              <a:xfrm>
                <a:off x="3788037" y="4165337"/>
                <a:ext cx="141694" cy="165310"/>
              </a:xfrm>
              <a:custGeom>
                <a:avLst/>
                <a:gdLst>
                  <a:gd name="connsiteX0" fmla="*/ 146575 w 141694"/>
                  <a:gd name="connsiteY0" fmla="*/ 84623 h 165309"/>
                  <a:gd name="connsiteX1" fmla="*/ 0 w 141694"/>
                  <a:gd name="connsiteY1" fmla="*/ 0 h 165309"/>
                  <a:gd name="connsiteX2" fmla="*/ 0 w 141694"/>
                  <a:gd name="connsiteY2" fmla="*/ 169246 h 165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1694" h="165309">
                    <a:moveTo>
                      <a:pt x="146575" y="84623"/>
                    </a:moveTo>
                    <a:lnTo>
                      <a:pt x="0" y="0"/>
                    </a:lnTo>
                    <a:lnTo>
                      <a:pt x="0" y="169246"/>
                    </a:lnTo>
                    <a:close/>
                  </a:path>
                </a:pathLst>
              </a:custGeom>
              <a:solidFill>
                <a:schemeClr val="bg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9">
                <a:extLst>
                  <a:ext uri="{FF2B5EF4-FFF2-40B4-BE49-F238E27FC236}">
                    <a16:creationId xmlns:a16="http://schemas.microsoft.com/office/drawing/2014/main" id="{685C75B0-9DED-8F59-2CB1-B92B7B4F41F9}"/>
                  </a:ext>
                </a:extLst>
              </p:cNvPr>
              <p:cNvSpPr/>
              <p:nvPr/>
            </p:nvSpPr>
            <p:spPr>
              <a:xfrm>
                <a:off x="3237791" y="2527746"/>
                <a:ext cx="1621612" cy="1716074"/>
              </a:xfrm>
              <a:custGeom>
                <a:avLst/>
                <a:gdLst>
                  <a:gd name="connsiteX0" fmla="*/ 580710 w 1621611"/>
                  <a:gd name="connsiteY0" fmla="*/ 1722214 h 1716074"/>
                  <a:gd name="connsiteX1" fmla="*/ 190815 w 1621611"/>
                  <a:gd name="connsiteY1" fmla="*/ 1722214 h 1716074"/>
                  <a:gd name="connsiteX2" fmla="*/ 0 w 1621611"/>
                  <a:gd name="connsiteY2" fmla="*/ 1531400 h 1716074"/>
                  <a:gd name="connsiteX3" fmla="*/ 0 w 1621611"/>
                  <a:gd name="connsiteY3" fmla="*/ 190815 h 1716074"/>
                  <a:gd name="connsiteX4" fmla="*/ 190815 w 1621611"/>
                  <a:gd name="connsiteY4" fmla="*/ 0 h 1716074"/>
                  <a:gd name="connsiteX5" fmla="*/ 1438354 w 1621611"/>
                  <a:gd name="connsiteY5" fmla="*/ 0 h 1716074"/>
                  <a:gd name="connsiteX6" fmla="*/ 1629169 w 1621611"/>
                  <a:gd name="connsiteY6" fmla="*/ 190815 h 1716074"/>
                  <a:gd name="connsiteX7" fmla="*/ 1629169 w 1621611"/>
                  <a:gd name="connsiteY7" fmla="*/ 1365302 h 1716074"/>
                  <a:gd name="connsiteX8" fmla="*/ 1529353 w 1621611"/>
                  <a:gd name="connsiteY8" fmla="*/ 1465118 h 1716074"/>
                  <a:gd name="connsiteX9" fmla="*/ 1323109 w 1621611"/>
                  <a:gd name="connsiteY9" fmla="*/ 1465118 h 17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611" h="1716074">
                    <a:moveTo>
                      <a:pt x="580710" y="1722214"/>
                    </a:moveTo>
                    <a:lnTo>
                      <a:pt x="190815" y="1722214"/>
                    </a:lnTo>
                    <a:cubicBezTo>
                      <a:pt x="85410" y="1722214"/>
                      <a:pt x="0" y="1636804"/>
                      <a:pt x="0" y="1531400"/>
                    </a:cubicBezTo>
                    <a:lnTo>
                      <a:pt x="0" y="190815"/>
                    </a:lnTo>
                    <a:cubicBezTo>
                      <a:pt x="0" y="85410"/>
                      <a:pt x="85410" y="0"/>
                      <a:pt x="190815" y="0"/>
                    </a:cubicBezTo>
                    <a:lnTo>
                      <a:pt x="1438354" y="0"/>
                    </a:lnTo>
                    <a:cubicBezTo>
                      <a:pt x="1543759" y="0"/>
                      <a:pt x="1629169" y="85410"/>
                      <a:pt x="1629169" y="190815"/>
                    </a:cubicBezTo>
                    <a:lnTo>
                      <a:pt x="1629169" y="1365302"/>
                    </a:lnTo>
                    <a:cubicBezTo>
                      <a:pt x="1629169" y="1420406"/>
                      <a:pt x="1584535" y="1465118"/>
                      <a:pt x="1529353" y="1465118"/>
                    </a:cubicBezTo>
                    <a:lnTo>
                      <a:pt x="1323109" y="1465118"/>
                    </a:lnTo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0">
                <a:extLst>
                  <a:ext uri="{FF2B5EF4-FFF2-40B4-BE49-F238E27FC236}">
                    <a16:creationId xmlns:a16="http://schemas.microsoft.com/office/drawing/2014/main" id="{362882AE-219A-9D26-F0A6-00BB4BC83AB5}"/>
                  </a:ext>
                </a:extLst>
              </p:cNvPr>
              <p:cNvSpPr/>
              <p:nvPr/>
            </p:nvSpPr>
            <p:spPr>
              <a:xfrm>
                <a:off x="4462816" y="3943035"/>
                <a:ext cx="86591" cy="86591"/>
              </a:xfrm>
              <a:custGeom>
                <a:avLst/>
                <a:gdLst>
                  <a:gd name="connsiteX0" fmla="*/ 93990 w 86590"/>
                  <a:gd name="connsiteY0" fmla="*/ 46995 h 86590"/>
                  <a:gd name="connsiteX1" fmla="*/ 46995 w 86590"/>
                  <a:gd name="connsiteY1" fmla="*/ 93991 h 86590"/>
                  <a:gd name="connsiteX2" fmla="*/ 0 w 86590"/>
                  <a:gd name="connsiteY2" fmla="*/ 46995 h 86590"/>
                  <a:gd name="connsiteX3" fmla="*/ 46995 w 86590"/>
                  <a:gd name="connsiteY3" fmla="*/ 0 h 86590"/>
                  <a:gd name="connsiteX4" fmla="*/ 93990 w 86590"/>
                  <a:gd name="connsiteY4" fmla="*/ 46995 h 86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90" h="86590">
                    <a:moveTo>
                      <a:pt x="93990" y="46995"/>
                    </a:moveTo>
                    <a:cubicBezTo>
                      <a:pt x="93990" y="72950"/>
                      <a:pt x="72950" y="93991"/>
                      <a:pt x="46995" y="93991"/>
                    </a:cubicBezTo>
                    <a:cubicBezTo>
                      <a:pt x="21040" y="93991"/>
                      <a:pt x="0" y="72950"/>
                      <a:pt x="0" y="46995"/>
                    </a:cubicBezTo>
                    <a:cubicBezTo>
                      <a:pt x="0" y="21041"/>
                      <a:pt x="21040" y="0"/>
                      <a:pt x="46995" y="0"/>
                    </a:cubicBezTo>
                    <a:cubicBezTo>
                      <a:pt x="72950" y="0"/>
                      <a:pt x="93990" y="21041"/>
                      <a:pt x="93990" y="46995"/>
                    </a:cubicBezTo>
                    <a:close/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pic>
          <p:nvPicPr>
            <p:cNvPr id="6" name="Picture 2" descr="Engineering Construction Field Svg Png Icon Free Download (#364590) -  OnlineWebFonts.COM">
              <a:extLst>
                <a:ext uri="{FF2B5EF4-FFF2-40B4-BE49-F238E27FC236}">
                  <a16:creationId xmlns:a16="http://schemas.microsoft.com/office/drawing/2014/main" id="{FC469BC4-D384-B833-307B-47D0A48080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348" y="1603981"/>
              <a:ext cx="615616" cy="6237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CDC99C-8A15-73B2-04D2-04B8E61B1361}"/>
              </a:ext>
            </a:extLst>
          </p:cNvPr>
          <p:cNvGrpSpPr/>
          <p:nvPr/>
        </p:nvGrpSpPr>
        <p:grpSpPr>
          <a:xfrm>
            <a:off x="4377350" y="951524"/>
            <a:ext cx="1089402" cy="1052936"/>
            <a:chOff x="6891604" y="727721"/>
            <a:chExt cx="1460544" cy="141165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5070A56-6FA8-CE26-C29D-1F79D98C760D}"/>
                </a:ext>
              </a:extLst>
            </p:cNvPr>
            <p:cNvGrpSpPr/>
            <p:nvPr/>
          </p:nvGrpSpPr>
          <p:grpSpPr>
            <a:xfrm>
              <a:off x="6891604" y="727721"/>
              <a:ext cx="1460544" cy="1411655"/>
              <a:chOff x="5124765" y="2527746"/>
              <a:chExt cx="1942470" cy="1802901"/>
            </a:xfrm>
            <a:effectLst/>
          </p:grpSpPr>
          <p:sp>
            <p:nvSpPr>
              <p:cNvPr id="17" name="Freeform: Shape 122">
                <a:extLst>
                  <a:ext uri="{FF2B5EF4-FFF2-40B4-BE49-F238E27FC236}">
                    <a16:creationId xmlns:a16="http://schemas.microsoft.com/office/drawing/2014/main" id="{698858A1-954B-338D-D20F-DD286AE5FA6A}"/>
                  </a:ext>
                </a:extLst>
              </p:cNvPr>
              <p:cNvSpPr/>
              <p:nvPr/>
            </p:nvSpPr>
            <p:spPr>
              <a:xfrm>
                <a:off x="5287949" y="2614258"/>
                <a:ext cx="1629484" cy="1574380"/>
              </a:xfrm>
              <a:custGeom>
                <a:avLst/>
                <a:gdLst>
                  <a:gd name="connsiteX0" fmla="*/ 1471967 w 1629483"/>
                  <a:gd name="connsiteY0" fmla="*/ 1576269 h 1574380"/>
                  <a:gd name="connsiteX1" fmla="*/ 162240 w 1629483"/>
                  <a:gd name="connsiteY1" fmla="*/ 1576269 h 1574380"/>
                  <a:gd name="connsiteX2" fmla="*/ 0 w 1629483"/>
                  <a:gd name="connsiteY2" fmla="*/ 1414030 h 1574380"/>
                  <a:gd name="connsiteX3" fmla="*/ 0 w 1629483"/>
                  <a:gd name="connsiteY3" fmla="*/ 162240 h 1574380"/>
                  <a:gd name="connsiteX4" fmla="*/ 162240 w 1629483"/>
                  <a:gd name="connsiteY4" fmla="*/ 0 h 1574380"/>
                  <a:gd name="connsiteX5" fmla="*/ 1471888 w 1629483"/>
                  <a:gd name="connsiteY5" fmla="*/ 0 h 1574380"/>
                  <a:gd name="connsiteX6" fmla="*/ 1634128 w 1629483"/>
                  <a:gd name="connsiteY6" fmla="*/ 162240 h 1574380"/>
                  <a:gd name="connsiteX7" fmla="*/ 1634128 w 1629483"/>
                  <a:gd name="connsiteY7" fmla="*/ 1413951 h 1574380"/>
                  <a:gd name="connsiteX8" fmla="*/ 1471967 w 1629483"/>
                  <a:gd name="connsiteY8" fmla="*/ 1576269 h 157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483" h="1574380">
                    <a:moveTo>
                      <a:pt x="1471967" y="1576269"/>
                    </a:moveTo>
                    <a:lnTo>
                      <a:pt x="162240" y="1576269"/>
                    </a:lnTo>
                    <a:cubicBezTo>
                      <a:pt x="72658" y="1576269"/>
                      <a:pt x="0" y="1503612"/>
                      <a:pt x="0" y="1414030"/>
                    </a:cubicBezTo>
                    <a:lnTo>
                      <a:pt x="0" y="162240"/>
                    </a:lnTo>
                    <a:cubicBezTo>
                      <a:pt x="0" y="72658"/>
                      <a:pt x="72658" y="0"/>
                      <a:pt x="162240" y="0"/>
                    </a:cubicBezTo>
                    <a:lnTo>
                      <a:pt x="1471888" y="0"/>
                    </a:lnTo>
                    <a:cubicBezTo>
                      <a:pt x="1561471" y="0"/>
                      <a:pt x="1634128" y="72658"/>
                      <a:pt x="1634128" y="162240"/>
                    </a:cubicBezTo>
                    <a:lnTo>
                      <a:pt x="1634128" y="1413951"/>
                    </a:lnTo>
                    <a:cubicBezTo>
                      <a:pt x="1634207" y="1503612"/>
                      <a:pt x="1561549" y="1576269"/>
                      <a:pt x="1471967" y="1576269"/>
                    </a:cubicBezTo>
                    <a:close/>
                  </a:path>
                </a:pathLst>
              </a:custGeom>
              <a:solidFill>
                <a:srgbClr val="FFAA0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23">
                <a:extLst>
                  <a:ext uri="{FF2B5EF4-FFF2-40B4-BE49-F238E27FC236}">
                    <a16:creationId xmlns:a16="http://schemas.microsoft.com/office/drawing/2014/main" id="{FE5E2164-43FC-D9C2-D1B7-7EA06EBF2131}"/>
                  </a:ext>
                </a:extLst>
              </p:cNvPr>
              <p:cNvSpPr/>
              <p:nvPr/>
            </p:nvSpPr>
            <p:spPr>
              <a:xfrm>
                <a:off x="5996656" y="2715332"/>
                <a:ext cx="1070579" cy="377851"/>
              </a:xfrm>
              <a:custGeom>
                <a:avLst/>
                <a:gdLst>
                  <a:gd name="connsiteX0" fmla="*/ 923767 w 1070578"/>
                  <a:gd name="connsiteY0" fmla="*/ 378875 h 377851"/>
                  <a:gd name="connsiteX1" fmla="*/ 0 w 1070578"/>
                  <a:gd name="connsiteY1" fmla="*/ 378875 h 377851"/>
                  <a:gd name="connsiteX2" fmla="*/ 150275 w 1070578"/>
                  <a:gd name="connsiteY2" fmla="*/ 0 h 377851"/>
                  <a:gd name="connsiteX3" fmla="*/ 1074121 w 1070578"/>
                  <a:gd name="connsiteY3" fmla="*/ 0 h 377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0578" h="377851">
                    <a:moveTo>
                      <a:pt x="923767" y="378875"/>
                    </a:moveTo>
                    <a:lnTo>
                      <a:pt x="0" y="378875"/>
                    </a:lnTo>
                    <a:lnTo>
                      <a:pt x="150275" y="0"/>
                    </a:lnTo>
                    <a:lnTo>
                      <a:pt x="1074121" y="0"/>
                    </a:lnTo>
                    <a:close/>
                  </a:path>
                </a:pathLst>
              </a:custGeom>
              <a:solidFill>
                <a:srgbClr val="FFB829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24">
                <a:extLst>
                  <a:ext uri="{FF2B5EF4-FFF2-40B4-BE49-F238E27FC236}">
                    <a16:creationId xmlns:a16="http://schemas.microsoft.com/office/drawing/2014/main" id="{FD934DF2-00D5-EA11-4229-E3CD53860B7B}"/>
                  </a:ext>
                </a:extLst>
              </p:cNvPr>
              <p:cNvSpPr/>
              <p:nvPr/>
            </p:nvSpPr>
            <p:spPr>
              <a:xfrm>
                <a:off x="5675011" y="4165337"/>
                <a:ext cx="141694" cy="165310"/>
              </a:xfrm>
              <a:custGeom>
                <a:avLst/>
                <a:gdLst>
                  <a:gd name="connsiteX0" fmla="*/ 146575 w 141694"/>
                  <a:gd name="connsiteY0" fmla="*/ 84623 h 165309"/>
                  <a:gd name="connsiteX1" fmla="*/ 0 w 141694"/>
                  <a:gd name="connsiteY1" fmla="*/ 0 h 165309"/>
                  <a:gd name="connsiteX2" fmla="*/ 0 w 141694"/>
                  <a:gd name="connsiteY2" fmla="*/ 169246 h 165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1694" h="165309">
                    <a:moveTo>
                      <a:pt x="146575" y="84623"/>
                    </a:moveTo>
                    <a:lnTo>
                      <a:pt x="0" y="0"/>
                    </a:lnTo>
                    <a:lnTo>
                      <a:pt x="0" y="169246"/>
                    </a:lnTo>
                    <a:close/>
                  </a:path>
                </a:pathLst>
              </a:custGeom>
              <a:solidFill>
                <a:schemeClr val="bg1"/>
              </a:solidFill>
              <a:ln w="786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25">
                <a:extLst>
                  <a:ext uri="{FF2B5EF4-FFF2-40B4-BE49-F238E27FC236}">
                    <a16:creationId xmlns:a16="http://schemas.microsoft.com/office/drawing/2014/main" id="{F56C876D-6C77-9DCD-DE83-A0373F47B97A}"/>
                  </a:ext>
                </a:extLst>
              </p:cNvPr>
              <p:cNvSpPr/>
              <p:nvPr/>
            </p:nvSpPr>
            <p:spPr>
              <a:xfrm>
                <a:off x="5124765" y="2527746"/>
                <a:ext cx="1621612" cy="1716074"/>
              </a:xfrm>
              <a:custGeom>
                <a:avLst/>
                <a:gdLst>
                  <a:gd name="connsiteX0" fmla="*/ 580710 w 1621611"/>
                  <a:gd name="connsiteY0" fmla="*/ 1722214 h 1716074"/>
                  <a:gd name="connsiteX1" fmla="*/ 190815 w 1621611"/>
                  <a:gd name="connsiteY1" fmla="*/ 1722214 h 1716074"/>
                  <a:gd name="connsiteX2" fmla="*/ 0 w 1621611"/>
                  <a:gd name="connsiteY2" fmla="*/ 1531400 h 1716074"/>
                  <a:gd name="connsiteX3" fmla="*/ 0 w 1621611"/>
                  <a:gd name="connsiteY3" fmla="*/ 190815 h 1716074"/>
                  <a:gd name="connsiteX4" fmla="*/ 190815 w 1621611"/>
                  <a:gd name="connsiteY4" fmla="*/ 0 h 1716074"/>
                  <a:gd name="connsiteX5" fmla="*/ 1438354 w 1621611"/>
                  <a:gd name="connsiteY5" fmla="*/ 0 h 1716074"/>
                  <a:gd name="connsiteX6" fmla="*/ 1629169 w 1621611"/>
                  <a:gd name="connsiteY6" fmla="*/ 190815 h 1716074"/>
                  <a:gd name="connsiteX7" fmla="*/ 1629169 w 1621611"/>
                  <a:gd name="connsiteY7" fmla="*/ 1365302 h 1716074"/>
                  <a:gd name="connsiteX8" fmla="*/ 1529353 w 1621611"/>
                  <a:gd name="connsiteY8" fmla="*/ 1465118 h 1716074"/>
                  <a:gd name="connsiteX9" fmla="*/ 1323109 w 1621611"/>
                  <a:gd name="connsiteY9" fmla="*/ 1465118 h 17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21611" h="1716074">
                    <a:moveTo>
                      <a:pt x="580710" y="1722214"/>
                    </a:moveTo>
                    <a:lnTo>
                      <a:pt x="190815" y="1722214"/>
                    </a:lnTo>
                    <a:cubicBezTo>
                      <a:pt x="85410" y="1722214"/>
                      <a:pt x="0" y="1636804"/>
                      <a:pt x="0" y="1531400"/>
                    </a:cubicBezTo>
                    <a:lnTo>
                      <a:pt x="0" y="190815"/>
                    </a:lnTo>
                    <a:cubicBezTo>
                      <a:pt x="0" y="85410"/>
                      <a:pt x="85410" y="0"/>
                      <a:pt x="190815" y="0"/>
                    </a:cubicBezTo>
                    <a:lnTo>
                      <a:pt x="1438354" y="0"/>
                    </a:lnTo>
                    <a:cubicBezTo>
                      <a:pt x="1543759" y="0"/>
                      <a:pt x="1629169" y="85410"/>
                      <a:pt x="1629169" y="190815"/>
                    </a:cubicBezTo>
                    <a:lnTo>
                      <a:pt x="1629169" y="1365302"/>
                    </a:lnTo>
                    <a:cubicBezTo>
                      <a:pt x="1629169" y="1420406"/>
                      <a:pt x="1584535" y="1465118"/>
                      <a:pt x="1529353" y="1465118"/>
                    </a:cubicBezTo>
                    <a:lnTo>
                      <a:pt x="1323109" y="1465118"/>
                    </a:lnTo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126">
                <a:extLst>
                  <a:ext uri="{FF2B5EF4-FFF2-40B4-BE49-F238E27FC236}">
                    <a16:creationId xmlns:a16="http://schemas.microsoft.com/office/drawing/2014/main" id="{5B570964-3EA9-9EB3-AE20-599461107896}"/>
                  </a:ext>
                </a:extLst>
              </p:cNvPr>
              <p:cNvSpPr/>
              <p:nvPr/>
            </p:nvSpPr>
            <p:spPr>
              <a:xfrm>
                <a:off x="6349790" y="3943035"/>
                <a:ext cx="86591" cy="86591"/>
              </a:xfrm>
              <a:custGeom>
                <a:avLst/>
                <a:gdLst>
                  <a:gd name="connsiteX0" fmla="*/ 93990 w 86590"/>
                  <a:gd name="connsiteY0" fmla="*/ 46995 h 86590"/>
                  <a:gd name="connsiteX1" fmla="*/ 46995 w 86590"/>
                  <a:gd name="connsiteY1" fmla="*/ 93991 h 86590"/>
                  <a:gd name="connsiteX2" fmla="*/ 0 w 86590"/>
                  <a:gd name="connsiteY2" fmla="*/ 46995 h 86590"/>
                  <a:gd name="connsiteX3" fmla="*/ 46995 w 86590"/>
                  <a:gd name="connsiteY3" fmla="*/ 0 h 86590"/>
                  <a:gd name="connsiteX4" fmla="*/ 93990 w 86590"/>
                  <a:gd name="connsiteY4" fmla="*/ 46995 h 86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590" h="86590">
                    <a:moveTo>
                      <a:pt x="93990" y="46995"/>
                    </a:moveTo>
                    <a:cubicBezTo>
                      <a:pt x="93990" y="72950"/>
                      <a:pt x="72950" y="93991"/>
                      <a:pt x="46995" y="93991"/>
                    </a:cubicBezTo>
                    <a:cubicBezTo>
                      <a:pt x="21041" y="93991"/>
                      <a:pt x="0" y="72950"/>
                      <a:pt x="0" y="46995"/>
                    </a:cubicBezTo>
                    <a:cubicBezTo>
                      <a:pt x="0" y="21041"/>
                      <a:pt x="21041" y="0"/>
                      <a:pt x="46995" y="0"/>
                    </a:cubicBezTo>
                    <a:cubicBezTo>
                      <a:pt x="72950" y="0"/>
                      <a:pt x="93990" y="21041"/>
                      <a:pt x="93990" y="46995"/>
                    </a:cubicBezTo>
                    <a:close/>
                  </a:path>
                </a:pathLst>
              </a:custGeom>
              <a:noFill/>
              <a:ln w="15891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pic>
          <p:nvPicPr>
            <p:cNvPr id="16" name="Picture 6" descr="Business Owner Icons - Download Free Vector Icons | Noun Project">
              <a:extLst>
                <a:ext uri="{FF2B5EF4-FFF2-40B4-BE49-F238E27FC236}">
                  <a16:creationId xmlns:a16="http://schemas.microsoft.com/office/drawing/2014/main" id="{82E9E361-4F28-276F-F4B8-699080FCFC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7067" y="1164208"/>
              <a:ext cx="568807" cy="568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CuadroTexto 395">
            <a:extLst>
              <a:ext uri="{FF2B5EF4-FFF2-40B4-BE49-F238E27FC236}">
                <a16:creationId xmlns:a16="http://schemas.microsoft.com/office/drawing/2014/main" id="{408D3940-2583-27AF-6E76-549CF40C69C1}"/>
              </a:ext>
            </a:extLst>
          </p:cNvPr>
          <p:cNvSpPr txBox="1"/>
          <p:nvPr/>
        </p:nvSpPr>
        <p:spPr>
          <a:xfrm flipH="1">
            <a:off x="-16692" y="2497684"/>
            <a:ext cx="4045953" cy="39121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1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Supported 15+ Multiple &amp; Parallel DV executions</a:t>
            </a:r>
          </a:p>
          <a:p>
            <a:pPr marL="285750" lvl="1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Enabled</a:t>
            </a:r>
            <a:r>
              <a:rPr lang="en-US" sz="1200" b="1" kern="0" dirty="0">
                <a:solidFill>
                  <a:schemeClr val="bg1"/>
                </a:solidFill>
                <a:latin typeface="+mj-lt"/>
              </a:rPr>
              <a:t> 24/7</a:t>
            </a:r>
            <a:r>
              <a:rPr lang="en-US" sz="1200" kern="0" dirty="0">
                <a:solidFill>
                  <a:schemeClr val="bg1"/>
                </a:solidFill>
                <a:latin typeface="+mj-lt"/>
              </a:rPr>
              <a:t> Pod Automation Lab</a:t>
            </a:r>
          </a:p>
          <a:p>
            <a:pPr marL="285750" lvl="1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Initiated Adhoc/Exploratory testing strategy – </a:t>
            </a:r>
            <a:r>
              <a:rPr lang="en-US" sz="1200" b="1" kern="0" dirty="0">
                <a:solidFill>
                  <a:schemeClr val="bg1"/>
                </a:solidFill>
                <a:latin typeface="+mj-lt"/>
              </a:rPr>
              <a:t>150</a:t>
            </a:r>
            <a:r>
              <a:rPr lang="en-US" sz="1200" kern="0" dirty="0">
                <a:solidFill>
                  <a:schemeClr val="bg1"/>
                </a:solidFill>
                <a:latin typeface="+mj-lt"/>
              </a:rPr>
              <a:t> Defects identified across POD Functional &amp; Automation and Systems DV teams</a:t>
            </a:r>
          </a:p>
          <a:p>
            <a:pPr marL="285750" lvl="1" indent="-285750" algn="just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New Test Strategy applied for FSL3 - Exploratory Spike testing before feature design to optimize test assessments</a:t>
            </a:r>
          </a:p>
          <a:p>
            <a:pPr marL="285750" lvl="1" indent="-285750" algn="just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Enhanced Test Coverage - </a:t>
            </a:r>
            <a:r>
              <a:rPr lang="en-US" sz="1200" kern="0" dirty="0" err="1">
                <a:solidFill>
                  <a:schemeClr val="bg1"/>
                </a:solidFill>
                <a:latin typeface="+mj-lt"/>
              </a:rPr>
              <a:t>Usecase</a:t>
            </a:r>
            <a:r>
              <a:rPr lang="en-US" sz="1200" kern="0" dirty="0">
                <a:solidFill>
                  <a:schemeClr val="bg1"/>
                </a:solidFill>
                <a:latin typeface="+mj-lt"/>
              </a:rPr>
              <a:t> to SRS mapping, PRS to Test coverage </a:t>
            </a:r>
          </a:p>
          <a:p>
            <a:pPr marL="285750" lvl="1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Effective participation in all SME activities which includes Initial Reviews, Test Case authoring, Updates, Test Reports and Documents</a:t>
            </a:r>
          </a:p>
        </p:txBody>
      </p:sp>
      <p:sp>
        <p:nvSpPr>
          <p:cNvPr id="23" name="CuadroTexto 395">
            <a:extLst>
              <a:ext uri="{FF2B5EF4-FFF2-40B4-BE49-F238E27FC236}">
                <a16:creationId xmlns:a16="http://schemas.microsoft.com/office/drawing/2014/main" id="{75465EF2-B608-0D7A-05BE-B478FB3B980A}"/>
              </a:ext>
            </a:extLst>
          </p:cNvPr>
          <p:cNvSpPr txBox="1"/>
          <p:nvPr/>
        </p:nvSpPr>
        <p:spPr>
          <a:xfrm flipH="1">
            <a:off x="4035358" y="2486617"/>
            <a:ext cx="3650633" cy="28992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1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Improved Release velocity through leveraging dual shore model</a:t>
            </a:r>
            <a:endParaRPr lang="en-US" sz="1200" kern="0" dirty="0">
              <a:solidFill>
                <a:schemeClr val="bg1"/>
              </a:solidFill>
              <a:latin typeface="+mj-lt"/>
              <a:ea typeface="Tahoma"/>
              <a:cs typeface="Tahoma"/>
            </a:endParaRPr>
          </a:p>
          <a:p>
            <a:pPr marL="285750" lvl="1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Reduction of risks with mitigation plan and contingency plans</a:t>
            </a:r>
            <a:endParaRPr lang="en-US" sz="1200" dirty="0">
              <a:solidFill>
                <a:schemeClr val="bg1"/>
              </a:solidFill>
              <a:latin typeface="+mj-lt"/>
              <a:ea typeface="Tahoma"/>
              <a:cs typeface="Tahoma"/>
            </a:endParaRPr>
          </a:p>
          <a:p>
            <a:pPr marL="742950" lvl="2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DV Readiness checks, Backups for long runs</a:t>
            </a:r>
            <a:endParaRPr lang="en-US" sz="1200" kern="0" dirty="0">
              <a:solidFill>
                <a:schemeClr val="bg1"/>
              </a:solidFill>
              <a:latin typeface="+mj-lt"/>
              <a:ea typeface="Tahoma"/>
              <a:cs typeface="Tahoma"/>
            </a:endParaRPr>
          </a:p>
          <a:p>
            <a:pPr marL="742950" lvl="2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Equipment down time challenges</a:t>
            </a:r>
            <a:endParaRPr lang="en-US" sz="1200" kern="0" dirty="0">
              <a:solidFill>
                <a:schemeClr val="bg1"/>
              </a:solidFill>
              <a:latin typeface="+mj-lt"/>
              <a:ea typeface="Tahoma"/>
              <a:cs typeface="Tahoma"/>
            </a:endParaRPr>
          </a:p>
          <a:p>
            <a:pPr marL="742950" lvl="2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Initial setup for oscilloscopes</a:t>
            </a:r>
            <a:endParaRPr lang="en-US" sz="1200" kern="0" dirty="0">
              <a:solidFill>
                <a:schemeClr val="bg1"/>
              </a:solidFill>
              <a:latin typeface="+mj-lt"/>
              <a:ea typeface="Tahoma"/>
              <a:cs typeface="Tahoma"/>
            </a:endParaRPr>
          </a:p>
          <a:p>
            <a:pPr marL="285750" lvl="1" indent="-28575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Weekends and extended support</a:t>
            </a:r>
          </a:p>
        </p:txBody>
      </p:sp>
      <p:sp>
        <p:nvSpPr>
          <p:cNvPr id="168" name="CuadroTexto 395">
            <a:extLst>
              <a:ext uri="{FF2B5EF4-FFF2-40B4-BE49-F238E27FC236}">
                <a16:creationId xmlns:a16="http://schemas.microsoft.com/office/drawing/2014/main" id="{4ECB54D2-FED6-89A8-F8A0-DE7488F984C8}"/>
              </a:ext>
            </a:extLst>
          </p:cNvPr>
          <p:cNvSpPr txBox="1"/>
          <p:nvPr/>
        </p:nvSpPr>
        <p:spPr>
          <a:xfrm flipH="1">
            <a:off x="7742940" y="2457944"/>
            <a:ext cx="4144259" cy="22501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82880" lvl="1" indent="-18288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Maintaining private pool for </a:t>
            </a:r>
            <a:r>
              <a:rPr lang="en-US" sz="1200" kern="0" dirty="0" err="1">
                <a:solidFill>
                  <a:schemeClr val="bg1"/>
                </a:solidFill>
                <a:latin typeface="+mj-lt"/>
              </a:rPr>
              <a:t>Insulet</a:t>
            </a:r>
            <a:endParaRPr lang="en-US" sz="1200" kern="0" dirty="0">
              <a:solidFill>
                <a:schemeClr val="bg1"/>
              </a:solidFill>
              <a:latin typeface="+mj-lt"/>
              <a:ea typeface="Tahoma"/>
              <a:cs typeface="Tahoma"/>
            </a:endParaRPr>
          </a:p>
          <a:p>
            <a:pPr marL="182880" lvl="1" indent="-18288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Continuous resourcing support based on demand</a:t>
            </a:r>
            <a:endParaRPr lang="en-US" sz="1200" kern="0" dirty="0">
              <a:solidFill>
                <a:schemeClr val="bg1"/>
              </a:solidFill>
              <a:latin typeface="+mj-lt"/>
              <a:ea typeface="Tahoma"/>
              <a:cs typeface="Tahoma"/>
            </a:endParaRPr>
          </a:p>
          <a:p>
            <a:pPr marL="182880" lvl="1" indent="-18288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80% of equipment set up done at Offshore</a:t>
            </a:r>
          </a:p>
          <a:p>
            <a:pPr marL="182880" lvl="1" indent="-18288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  <a:ea typeface="Tahoma"/>
                <a:cs typeface="Tahoma"/>
              </a:rPr>
              <a:t>Device calibration capability at offshore</a:t>
            </a:r>
          </a:p>
          <a:p>
            <a:pPr marL="182880" lvl="1" indent="-18288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Shipments based on the requirement and local procurements</a:t>
            </a:r>
            <a:endParaRPr lang="en-US" sz="1200" kern="0" dirty="0">
              <a:solidFill>
                <a:schemeClr val="bg1"/>
              </a:solidFill>
              <a:latin typeface="+mj-lt"/>
              <a:ea typeface="Tahoma"/>
              <a:cs typeface="Tahoma"/>
            </a:endParaRPr>
          </a:p>
          <a:p>
            <a:pPr marL="182880" lvl="1" indent="-182880" defTabSz="121887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chemeClr val="bg1"/>
                </a:solidFill>
                <a:latin typeface="+mj-lt"/>
              </a:rPr>
              <a:t>Enhanced dedicated lab setup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9699F26-15B3-A567-1CCA-CA7331CA296E}"/>
              </a:ext>
            </a:extLst>
          </p:cNvPr>
          <p:cNvSpPr txBox="1"/>
          <p:nvPr/>
        </p:nvSpPr>
        <p:spPr>
          <a:xfrm>
            <a:off x="1571030" y="1254927"/>
            <a:ext cx="2026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>
                <a:solidFill>
                  <a:schemeClr val="bg1"/>
                </a:solidFill>
                <a:latin typeface="+mj-lt"/>
              </a:rPr>
              <a:t>Engineering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F14A165-DD26-F76D-5B43-1E851BF1E389}"/>
              </a:ext>
            </a:extLst>
          </p:cNvPr>
          <p:cNvSpPr txBox="1"/>
          <p:nvPr/>
        </p:nvSpPr>
        <p:spPr>
          <a:xfrm>
            <a:off x="5489901" y="1254927"/>
            <a:ext cx="174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>
                <a:solidFill>
                  <a:schemeClr val="bg1"/>
                </a:solidFill>
                <a:latin typeface="+mj-lt"/>
              </a:rPr>
              <a:t>Business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8DAB231-61E8-C4B0-088F-F230CEA24C21}"/>
              </a:ext>
            </a:extLst>
          </p:cNvPr>
          <p:cNvSpPr txBox="1"/>
          <p:nvPr/>
        </p:nvSpPr>
        <p:spPr>
          <a:xfrm>
            <a:off x="9229661" y="1254927"/>
            <a:ext cx="174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>
                <a:solidFill>
                  <a:schemeClr val="bg1"/>
                </a:solidFill>
                <a:latin typeface="+mj-lt"/>
              </a:rPr>
              <a:t>Partnership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9D5EF7F-88E9-E606-CCE7-A6A68201F631}"/>
              </a:ext>
            </a:extLst>
          </p:cNvPr>
          <p:cNvGrpSpPr/>
          <p:nvPr/>
        </p:nvGrpSpPr>
        <p:grpSpPr>
          <a:xfrm rot="10800000">
            <a:off x="7967384" y="889739"/>
            <a:ext cx="1090229" cy="1051867"/>
            <a:chOff x="3237791" y="2527746"/>
            <a:chExt cx="1942471" cy="1802901"/>
          </a:xfrm>
          <a:effectLst/>
        </p:grpSpPr>
        <p:sp>
          <p:nvSpPr>
            <p:cNvPr id="173" name="Freeform: Shape 107">
              <a:extLst>
                <a:ext uri="{FF2B5EF4-FFF2-40B4-BE49-F238E27FC236}">
                  <a16:creationId xmlns:a16="http://schemas.microsoft.com/office/drawing/2014/main" id="{83FC317E-AB71-DD7A-0E8A-C7C1343374CC}"/>
                </a:ext>
              </a:extLst>
            </p:cNvPr>
            <p:cNvSpPr/>
            <p:nvPr/>
          </p:nvSpPr>
          <p:spPr>
            <a:xfrm>
              <a:off x="3400976" y="2614258"/>
              <a:ext cx="1629484" cy="1574380"/>
            </a:xfrm>
            <a:custGeom>
              <a:avLst/>
              <a:gdLst>
                <a:gd name="connsiteX0" fmla="*/ 1471967 w 1629483"/>
                <a:gd name="connsiteY0" fmla="*/ 1576269 h 1574380"/>
                <a:gd name="connsiteX1" fmla="*/ 162240 w 1629483"/>
                <a:gd name="connsiteY1" fmla="*/ 1576269 h 1574380"/>
                <a:gd name="connsiteX2" fmla="*/ 0 w 1629483"/>
                <a:gd name="connsiteY2" fmla="*/ 1414030 h 1574380"/>
                <a:gd name="connsiteX3" fmla="*/ 0 w 1629483"/>
                <a:gd name="connsiteY3" fmla="*/ 162240 h 1574380"/>
                <a:gd name="connsiteX4" fmla="*/ 162240 w 1629483"/>
                <a:gd name="connsiteY4" fmla="*/ 0 h 1574380"/>
                <a:gd name="connsiteX5" fmla="*/ 1471888 w 1629483"/>
                <a:gd name="connsiteY5" fmla="*/ 0 h 1574380"/>
                <a:gd name="connsiteX6" fmla="*/ 1634128 w 1629483"/>
                <a:gd name="connsiteY6" fmla="*/ 162240 h 1574380"/>
                <a:gd name="connsiteX7" fmla="*/ 1634128 w 1629483"/>
                <a:gd name="connsiteY7" fmla="*/ 1413951 h 1574380"/>
                <a:gd name="connsiteX8" fmla="*/ 1471967 w 1629483"/>
                <a:gd name="connsiteY8" fmla="*/ 1576269 h 157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9483" h="1574380">
                  <a:moveTo>
                    <a:pt x="1471967" y="1576269"/>
                  </a:moveTo>
                  <a:lnTo>
                    <a:pt x="162240" y="1576269"/>
                  </a:lnTo>
                  <a:cubicBezTo>
                    <a:pt x="72658" y="1576269"/>
                    <a:pt x="0" y="1503612"/>
                    <a:pt x="0" y="1414030"/>
                  </a:cubicBezTo>
                  <a:lnTo>
                    <a:pt x="0" y="162240"/>
                  </a:lnTo>
                  <a:cubicBezTo>
                    <a:pt x="0" y="72658"/>
                    <a:pt x="72658" y="0"/>
                    <a:pt x="162240" y="0"/>
                  </a:cubicBezTo>
                  <a:lnTo>
                    <a:pt x="1471888" y="0"/>
                  </a:lnTo>
                  <a:cubicBezTo>
                    <a:pt x="1561470" y="0"/>
                    <a:pt x="1634128" y="72658"/>
                    <a:pt x="1634128" y="162240"/>
                  </a:cubicBezTo>
                  <a:lnTo>
                    <a:pt x="1634128" y="1413951"/>
                  </a:lnTo>
                  <a:cubicBezTo>
                    <a:pt x="1634207" y="1503612"/>
                    <a:pt x="1561549" y="1576269"/>
                    <a:pt x="1471967" y="1576269"/>
                  </a:cubicBezTo>
                  <a:close/>
                </a:path>
              </a:pathLst>
            </a:custGeom>
            <a:solidFill>
              <a:srgbClr val="85D3F2"/>
            </a:solidFill>
            <a:ln w="786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4" name="Freeform: Shape 110">
              <a:extLst>
                <a:ext uri="{FF2B5EF4-FFF2-40B4-BE49-F238E27FC236}">
                  <a16:creationId xmlns:a16="http://schemas.microsoft.com/office/drawing/2014/main" id="{96925563-766E-9650-1868-8269B1EAA8EC}"/>
                </a:ext>
              </a:extLst>
            </p:cNvPr>
            <p:cNvSpPr/>
            <p:nvPr/>
          </p:nvSpPr>
          <p:spPr>
            <a:xfrm>
              <a:off x="3788037" y="4165337"/>
              <a:ext cx="141694" cy="165310"/>
            </a:xfrm>
            <a:custGeom>
              <a:avLst/>
              <a:gdLst>
                <a:gd name="connsiteX0" fmla="*/ 146575 w 141694"/>
                <a:gd name="connsiteY0" fmla="*/ 84623 h 165309"/>
                <a:gd name="connsiteX1" fmla="*/ 0 w 141694"/>
                <a:gd name="connsiteY1" fmla="*/ 0 h 165309"/>
                <a:gd name="connsiteX2" fmla="*/ 0 w 141694"/>
                <a:gd name="connsiteY2" fmla="*/ 169246 h 165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694" h="165309">
                  <a:moveTo>
                    <a:pt x="146575" y="84623"/>
                  </a:moveTo>
                  <a:lnTo>
                    <a:pt x="0" y="0"/>
                  </a:lnTo>
                  <a:lnTo>
                    <a:pt x="0" y="169246"/>
                  </a:lnTo>
                  <a:close/>
                </a:path>
              </a:pathLst>
            </a:custGeom>
            <a:solidFill>
              <a:schemeClr val="bg1"/>
            </a:solidFill>
            <a:ln w="786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5" name="Freeform: Shape 119">
              <a:extLst>
                <a:ext uri="{FF2B5EF4-FFF2-40B4-BE49-F238E27FC236}">
                  <a16:creationId xmlns:a16="http://schemas.microsoft.com/office/drawing/2014/main" id="{7FA1223F-36C4-C1B3-FC73-27DAAD96B27B}"/>
                </a:ext>
              </a:extLst>
            </p:cNvPr>
            <p:cNvSpPr/>
            <p:nvPr/>
          </p:nvSpPr>
          <p:spPr>
            <a:xfrm>
              <a:off x="3237791" y="2527746"/>
              <a:ext cx="1621612" cy="1716074"/>
            </a:xfrm>
            <a:custGeom>
              <a:avLst/>
              <a:gdLst>
                <a:gd name="connsiteX0" fmla="*/ 580710 w 1621611"/>
                <a:gd name="connsiteY0" fmla="*/ 1722214 h 1716074"/>
                <a:gd name="connsiteX1" fmla="*/ 190815 w 1621611"/>
                <a:gd name="connsiteY1" fmla="*/ 1722214 h 1716074"/>
                <a:gd name="connsiteX2" fmla="*/ 0 w 1621611"/>
                <a:gd name="connsiteY2" fmla="*/ 1531400 h 1716074"/>
                <a:gd name="connsiteX3" fmla="*/ 0 w 1621611"/>
                <a:gd name="connsiteY3" fmla="*/ 190815 h 1716074"/>
                <a:gd name="connsiteX4" fmla="*/ 190815 w 1621611"/>
                <a:gd name="connsiteY4" fmla="*/ 0 h 1716074"/>
                <a:gd name="connsiteX5" fmla="*/ 1438354 w 1621611"/>
                <a:gd name="connsiteY5" fmla="*/ 0 h 1716074"/>
                <a:gd name="connsiteX6" fmla="*/ 1629169 w 1621611"/>
                <a:gd name="connsiteY6" fmla="*/ 190815 h 1716074"/>
                <a:gd name="connsiteX7" fmla="*/ 1629169 w 1621611"/>
                <a:gd name="connsiteY7" fmla="*/ 1365302 h 1716074"/>
                <a:gd name="connsiteX8" fmla="*/ 1529353 w 1621611"/>
                <a:gd name="connsiteY8" fmla="*/ 1465118 h 1716074"/>
                <a:gd name="connsiteX9" fmla="*/ 1323109 w 1621611"/>
                <a:gd name="connsiteY9" fmla="*/ 1465118 h 171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1611" h="1716074">
                  <a:moveTo>
                    <a:pt x="580710" y="1722214"/>
                  </a:moveTo>
                  <a:lnTo>
                    <a:pt x="190815" y="1722214"/>
                  </a:lnTo>
                  <a:cubicBezTo>
                    <a:pt x="85410" y="1722214"/>
                    <a:pt x="0" y="1636804"/>
                    <a:pt x="0" y="1531400"/>
                  </a:cubicBezTo>
                  <a:lnTo>
                    <a:pt x="0" y="190815"/>
                  </a:lnTo>
                  <a:cubicBezTo>
                    <a:pt x="0" y="85410"/>
                    <a:pt x="85410" y="0"/>
                    <a:pt x="190815" y="0"/>
                  </a:cubicBezTo>
                  <a:lnTo>
                    <a:pt x="1438354" y="0"/>
                  </a:lnTo>
                  <a:cubicBezTo>
                    <a:pt x="1543759" y="0"/>
                    <a:pt x="1629169" y="85410"/>
                    <a:pt x="1629169" y="190815"/>
                  </a:cubicBezTo>
                  <a:lnTo>
                    <a:pt x="1629169" y="1365302"/>
                  </a:lnTo>
                  <a:cubicBezTo>
                    <a:pt x="1629169" y="1420406"/>
                    <a:pt x="1584535" y="1465118"/>
                    <a:pt x="1529353" y="1465118"/>
                  </a:cubicBezTo>
                  <a:lnTo>
                    <a:pt x="1323109" y="1465118"/>
                  </a:lnTo>
                </a:path>
              </a:pathLst>
            </a:custGeom>
            <a:noFill/>
            <a:ln w="15891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6" name="Freeform: Shape 120">
              <a:extLst>
                <a:ext uri="{FF2B5EF4-FFF2-40B4-BE49-F238E27FC236}">
                  <a16:creationId xmlns:a16="http://schemas.microsoft.com/office/drawing/2014/main" id="{8F4136B2-19D5-F312-6C91-5858186BE744}"/>
                </a:ext>
              </a:extLst>
            </p:cNvPr>
            <p:cNvSpPr/>
            <p:nvPr/>
          </p:nvSpPr>
          <p:spPr>
            <a:xfrm>
              <a:off x="4462816" y="3943035"/>
              <a:ext cx="86591" cy="86591"/>
            </a:xfrm>
            <a:custGeom>
              <a:avLst/>
              <a:gdLst>
                <a:gd name="connsiteX0" fmla="*/ 93990 w 86590"/>
                <a:gd name="connsiteY0" fmla="*/ 46995 h 86590"/>
                <a:gd name="connsiteX1" fmla="*/ 46995 w 86590"/>
                <a:gd name="connsiteY1" fmla="*/ 93991 h 86590"/>
                <a:gd name="connsiteX2" fmla="*/ 0 w 86590"/>
                <a:gd name="connsiteY2" fmla="*/ 46995 h 86590"/>
                <a:gd name="connsiteX3" fmla="*/ 46995 w 86590"/>
                <a:gd name="connsiteY3" fmla="*/ 0 h 86590"/>
                <a:gd name="connsiteX4" fmla="*/ 93990 w 86590"/>
                <a:gd name="connsiteY4" fmla="*/ 46995 h 86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590" h="86590">
                  <a:moveTo>
                    <a:pt x="93990" y="46995"/>
                  </a:moveTo>
                  <a:cubicBezTo>
                    <a:pt x="93990" y="72950"/>
                    <a:pt x="72950" y="93991"/>
                    <a:pt x="46995" y="93991"/>
                  </a:cubicBezTo>
                  <a:cubicBezTo>
                    <a:pt x="21040" y="93991"/>
                    <a:pt x="0" y="72950"/>
                    <a:pt x="0" y="46995"/>
                  </a:cubicBezTo>
                  <a:cubicBezTo>
                    <a:pt x="0" y="21041"/>
                    <a:pt x="21040" y="0"/>
                    <a:pt x="46995" y="0"/>
                  </a:cubicBezTo>
                  <a:cubicBezTo>
                    <a:pt x="72950" y="0"/>
                    <a:pt x="93990" y="21041"/>
                    <a:pt x="93990" y="46995"/>
                  </a:cubicBezTo>
                  <a:close/>
                </a:path>
              </a:pathLst>
            </a:custGeom>
            <a:noFill/>
            <a:ln w="15891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77" name="Freeform: Shape 109">
              <a:extLst>
                <a:ext uri="{FF2B5EF4-FFF2-40B4-BE49-F238E27FC236}">
                  <a16:creationId xmlns:a16="http://schemas.microsoft.com/office/drawing/2014/main" id="{F1B9AFC0-A29A-979C-D85D-5301382AD2A5}"/>
                </a:ext>
              </a:extLst>
            </p:cNvPr>
            <p:cNvSpPr/>
            <p:nvPr/>
          </p:nvSpPr>
          <p:spPr>
            <a:xfrm>
              <a:off x="4109683" y="2715333"/>
              <a:ext cx="1070579" cy="377851"/>
            </a:xfrm>
            <a:custGeom>
              <a:avLst/>
              <a:gdLst>
                <a:gd name="connsiteX0" fmla="*/ 923767 w 1070578"/>
                <a:gd name="connsiteY0" fmla="*/ 378875 h 377851"/>
                <a:gd name="connsiteX1" fmla="*/ 0 w 1070578"/>
                <a:gd name="connsiteY1" fmla="*/ 378875 h 377851"/>
                <a:gd name="connsiteX2" fmla="*/ 150275 w 1070578"/>
                <a:gd name="connsiteY2" fmla="*/ 0 h 377851"/>
                <a:gd name="connsiteX3" fmla="*/ 1074121 w 1070578"/>
                <a:gd name="connsiteY3" fmla="*/ 0 h 37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0578" h="377851">
                  <a:moveTo>
                    <a:pt x="923767" y="378875"/>
                  </a:moveTo>
                  <a:lnTo>
                    <a:pt x="0" y="378875"/>
                  </a:lnTo>
                  <a:lnTo>
                    <a:pt x="150275" y="0"/>
                  </a:lnTo>
                  <a:lnTo>
                    <a:pt x="1074121" y="0"/>
                  </a:lnTo>
                  <a:close/>
                </a:path>
              </a:pathLst>
            </a:custGeom>
            <a:solidFill>
              <a:srgbClr val="B0E2F6"/>
            </a:solidFill>
            <a:ln w="786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</p:grpSp>
      <p:pic>
        <p:nvPicPr>
          <p:cNvPr id="178" name="Picture 4" descr="Partnership Svg Png Icon Free Download (#80703) - OnlineWebFonts.COM">
            <a:extLst>
              <a:ext uri="{FF2B5EF4-FFF2-40B4-BE49-F238E27FC236}">
                <a16:creationId xmlns:a16="http://schemas.microsoft.com/office/drawing/2014/main" id="{4678B286-3CC5-CFAE-986E-4F42E9721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439" y="1195792"/>
            <a:ext cx="479422" cy="35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C88F5E1E-7447-6BB7-EE47-DA047D7CF64B}"/>
              </a:ext>
            </a:extLst>
          </p:cNvPr>
          <p:cNvCxnSpPr>
            <a:cxnSpLocks/>
          </p:cNvCxnSpPr>
          <p:nvPr/>
        </p:nvCxnSpPr>
        <p:spPr>
          <a:xfrm>
            <a:off x="3984859" y="678729"/>
            <a:ext cx="0" cy="56448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0F5406A2-E782-C92B-C63D-16B5CF4CE0EC}"/>
              </a:ext>
            </a:extLst>
          </p:cNvPr>
          <p:cNvCxnSpPr>
            <a:cxnSpLocks/>
          </p:cNvCxnSpPr>
          <p:nvPr/>
        </p:nvCxnSpPr>
        <p:spPr>
          <a:xfrm>
            <a:off x="7692149" y="678729"/>
            <a:ext cx="0" cy="56448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877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12689-DD02-BD7C-7019-96A920FF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58193D-0005-7ADC-1605-12F9B2AA0C0E}"/>
              </a:ext>
            </a:extLst>
          </p:cNvPr>
          <p:cNvSpPr txBox="1"/>
          <p:nvPr/>
        </p:nvSpPr>
        <p:spPr>
          <a:xfrm>
            <a:off x="0" y="-6596"/>
            <a:ext cx="1193760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Microsoft YaHei"/>
                <a:cs typeface="Mangal"/>
              </a:rPr>
              <a:t>   Road Map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Microsoft YaHei"/>
                <a:cs typeface="Mangal"/>
              </a:rPr>
              <a:t> </a:t>
            </a:r>
          </a:p>
        </p:txBody>
      </p:sp>
      <p:pic>
        <p:nvPicPr>
          <p:cNvPr id="2" name="Picture 1" descr="Above view woman typing on laptop">
            <a:extLst>
              <a:ext uri="{FF2B5EF4-FFF2-40B4-BE49-F238E27FC236}">
                <a16:creationId xmlns:a16="http://schemas.microsoft.com/office/drawing/2014/main" id="{F4A62F1D-D1D5-27A5-9CF3-6B87C23EE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8" t="19813" r="3658" b="2772"/>
          <a:stretch>
            <a:fillRect/>
          </a:stretch>
        </p:blipFill>
        <p:spPr bwMode="auto">
          <a:xfrm>
            <a:off x="6394271" y="2440603"/>
            <a:ext cx="2185416" cy="2970399"/>
          </a:xfrm>
          <a:custGeom>
            <a:avLst/>
            <a:gdLst>
              <a:gd name="connsiteX0" fmla="*/ 316667 w 2185416"/>
              <a:gd name="connsiteY0" fmla="*/ 0 h 2970399"/>
              <a:gd name="connsiteX1" fmla="*/ 1868749 w 2185416"/>
              <a:gd name="connsiteY1" fmla="*/ 0 h 2970399"/>
              <a:gd name="connsiteX2" fmla="*/ 2185416 w 2185416"/>
              <a:gd name="connsiteY2" fmla="*/ 316667 h 2970399"/>
              <a:gd name="connsiteX3" fmla="*/ 2185416 w 2185416"/>
              <a:gd name="connsiteY3" fmla="*/ 2970399 h 2970399"/>
              <a:gd name="connsiteX4" fmla="*/ 0 w 2185416"/>
              <a:gd name="connsiteY4" fmla="*/ 2970399 h 2970399"/>
              <a:gd name="connsiteX5" fmla="*/ 0 w 2185416"/>
              <a:gd name="connsiteY5" fmla="*/ 316667 h 2970399"/>
              <a:gd name="connsiteX6" fmla="*/ 316667 w 2185416"/>
              <a:gd name="connsiteY6" fmla="*/ 0 h 297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5416" h="2970399">
                <a:moveTo>
                  <a:pt x="316667" y="0"/>
                </a:moveTo>
                <a:lnTo>
                  <a:pt x="1868749" y="0"/>
                </a:lnTo>
                <a:cubicBezTo>
                  <a:pt x="2043639" y="0"/>
                  <a:pt x="2185416" y="141777"/>
                  <a:pt x="2185416" y="316667"/>
                </a:cubicBezTo>
                <a:lnTo>
                  <a:pt x="2185416" y="2970399"/>
                </a:lnTo>
                <a:lnTo>
                  <a:pt x="0" y="2970399"/>
                </a:lnTo>
                <a:lnTo>
                  <a:pt x="0" y="316667"/>
                </a:lnTo>
                <a:cubicBezTo>
                  <a:pt x="0" y="141777"/>
                  <a:pt x="141777" y="0"/>
                  <a:pt x="31666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High angle electronic devices at office">
            <a:extLst>
              <a:ext uri="{FF2B5EF4-FFF2-40B4-BE49-F238E27FC236}">
                <a16:creationId xmlns:a16="http://schemas.microsoft.com/office/drawing/2014/main" id="{9A467ADD-A1F9-E439-EFE8-65FE9D401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7" t="1754" r="9408" b="3106"/>
          <a:stretch>
            <a:fillRect/>
          </a:stretch>
        </p:blipFill>
        <p:spPr bwMode="auto">
          <a:xfrm>
            <a:off x="4071695" y="852598"/>
            <a:ext cx="2185416" cy="3921006"/>
          </a:xfrm>
          <a:custGeom>
            <a:avLst/>
            <a:gdLst>
              <a:gd name="connsiteX0" fmla="*/ 0 w 2185416"/>
              <a:gd name="connsiteY0" fmla="*/ 0 h 3921006"/>
              <a:gd name="connsiteX1" fmla="*/ 2185416 w 2185416"/>
              <a:gd name="connsiteY1" fmla="*/ 0 h 3921006"/>
              <a:gd name="connsiteX2" fmla="*/ 2185416 w 2185416"/>
              <a:gd name="connsiteY2" fmla="*/ 3604339 h 3921006"/>
              <a:gd name="connsiteX3" fmla="*/ 1868749 w 2185416"/>
              <a:gd name="connsiteY3" fmla="*/ 3921006 h 3921006"/>
              <a:gd name="connsiteX4" fmla="*/ 316667 w 2185416"/>
              <a:gd name="connsiteY4" fmla="*/ 3921006 h 3921006"/>
              <a:gd name="connsiteX5" fmla="*/ 0 w 2185416"/>
              <a:gd name="connsiteY5" fmla="*/ 3604339 h 3921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85416" h="3921006">
                <a:moveTo>
                  <a:pt x="0" y="0"/>
                </a:moveTo>
                <a:lnTo>
                  <a:pt x="2185416" y="0"/>
                </a:lnTo>
                <a:lnTo>
                  <a:pt x="2185416" y="3604339"/>
                </a:lnTo>
                <a:cubicBezTo>
                  <a:pt x="2185416" y="3779229"/>
                  <a:pt x="2043639" y="3921006"/>
                  <a:pt x="1868749" y="3921006"/>
                </a:cubicBezTo>
                <a:lnTo>
                  <a:pt x="316667" y="3921006"/>
                </a:lnTo>
                <a:cubicBezTo>
                  <a:pt x="141777" y="3921006"/>
                  <a:pt x="0" y="3779229"/>
                  <a:pt x="0" y="360433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9D018E-63EC-E6EF-E2EF-D2C457933CAD}"/>
              </a:ext>
            </a:extLst>
          </p:cNvPr>
          <p:cNvSpPr/>
          <p:nvPr/>
        </p:nvSpPr>
        <p:spPr>
          <a:xfrm>
            <a:off x="4071695" y="852598"/>
            <a:ext cx="2185416" cy="3921006"/>
          </a:xfrm>
          <a:prstGeom prst="rect">
            <a:avLst/>
          </a:prstGeom>
          <a:gradFill>
            <a:gsLst>
              <a:gs pos="17000">
                <a:schemeClr val="tx1">
                  <a:lumMod val="97000"/>
                  <a:lumOff val="3000"/>
                  <a:alpha val="37000"/>
                </a:schemeClr>
              </a:gs>
              <a:gs pos="0">
                <a:schemeClr val="accent1">
                  <a:lumMod val="90000"/>
                  <a:lumOff val="10000"/>
                  <a:alpha val="61000"/>
                </a:schemeClr>
              </a:gs>
              <a:gs pos="99000">
                <a:schemeClr val="accent1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A48149-B851-2D83-B894-352F88335B29}"/>
              </a:ext>
            </a:extLst>
          </p:cNvPr>
          <p:cNvSpPr/>
          <p:nvPr/>
        </p:nvSpPr>
        <p:spPr>
          <a:xfrm>
            <a:off x="6394271" y="2440603"/>
            <a:ext cx="2185416" cy="2970399"/>
          </a:xfrm>
          <a:prstGeom prst="rect">
            <a:avLst/>
          </a:prstGeom>
          <a:gradFill>
            <a:gsLst>
              <a:gs pos="17000">
                <a:schemeClr val="tx1">
                  <a:lumMod val="97000"/>
                  <a:lumOff val="3000"/>
                  <a:alpha val="37000"/>
                </a:schemeClr>
              </a:gs>
              <a:gs pos="0">
                <a:schemeClr val="accent1">
                  <a:lumMod val="90000"/>
                  <a:lumOff val="10000"/>
                  <a:alpha val="61000"/>
                </a:schemeClr>
              </a:gs>
              <a:gs pos="99000">
                <a:schemeClr val="accent1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14707D8-2913-990C-96D0-3545C6792FD7}"/>
              </a:ext>
            </a:extLst>
          </p:cNvPr>
          <p:cNvGrpSpPr/>
          <p:nvPr/>
        </p:nvGrpSpPr>
        <p:grpSpPr>
          <a:xfrm>
            <a:off x="217714" y="865863"/>
            <a:ext cx="3716821" cy="3218921"/>
            <a:chOff x="217714" y="865863"/>
            <a:chExt cx="3716821" cy="3218921"/>
          </a:xfrm>
        </p:grpSpPr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EE25B377-BB5D-BCF7-E4EE-5EE09DE77713}"/>
                </a:ext>
              </a:extLst>
            </p:cNvPr>
            <p:cNvSpPr txBox="1"/>
            <p:nvPr/>
          </p:nvSpPr>
          <p:spPr>
            <a:xfrm>
              <a:off x="217714" y="865863"/>
              <a:ext cx="3716821" cy="101790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POD Functional &amp; Automation Team </a:t>
              </a: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–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Regression team ramp-up to reduce release time-lines covering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810A2C9-5E9A-452C-9D9B-1F20F587D383}"/>
                </a:ext>
              </a:extLst>
            </p:cNvPr>
            <p:cNvSpPr txBox="1"/>
            <p:nvPr/>
          </p:nvSpPr>
          <p:spPr>
            <a:xfrm>
              <a:off x="362283" y="2368096"/>
              <a:ext cx="3427681" cy="17166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Orion DV complete (End of November)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L3 Feature Development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Onboard L3 Regression Team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WB to PFIT Conversion  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Moonshot CT2 CE DV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SA 2.0 Feature Development and DV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6DEB908-8732-2702-CECF-9BB44E7C2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44" y="2019978"/>
              <a:ext cx="255945" cy="255945"/>
            </a:xfrm>
            <a:prstGeom prst="ellipse">
              <a:avLst/>
            </a:prstGeom>
            <a:solidFill>
              <a:srgbClr val="F68D7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0" rIns="0" bIns="54864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aticon" panose="02000603000000000000" pitchFamily="2" charset="0"/>
                <a:ea typeface="+mn-ea"/>
                <a:cs typeface="+mn-cs"/>
              </a:endParaRPr>
            </a:p>
          </p:txBody>
        </p:sp>
        <p:sp>
          <p:nvSpPr>
            <p:cNvPr id="37" name="TextBox 59">
              <a:extLst>
                <a:ext uri="{FF2B5EF4-FFF2-40B4-BE49-F238E27FC236}">
                  <a16:creationId xmlns:a16="http://schemas.microsoft.com/office/drawing/2014/main" id="{483B06B6-2CEC-3052-59C8-3B80C493F8B1}"/>
                </a:ext>
              </a:extLst>
            </p:cNvPr>
            <p:cNvSpPr txBox="1"/>
            <p:nvPr/>
          </p:nvSpPr>
          <p:spPr>
            <a:xfrm>
              <a:off x="864125" y="1993367"/>
              <a:ext cx="12714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Q4 - 2024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A6160BF-DF0A-24B5-2515-C8A562DB9C86}"/>
              </a:ext>
            </a:extLst>
          </p:cNvPr>
          <p:cNvGrpSpPr/>
          <p:nvPr/>
        </p:nvGrpSpPr>
        <p:grpSpPr>
          <a:xfrm>
            <a:off x="362283" y="4368649"/>
            <a:ext cx="3138539" cy="1537420"/>
            <a:chOff x="362283" y="4368649"/>
            <a:chExt cx="3138539" cy="153742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06A7B32-D8D5-89BC-2AC5-2D930E46C72C}"/>
                </a:ext>
              </a:extLst>
            </p:cNvPr>
            <p:cNvSpPr txBox="1"/>
            <p:nvPr/>
          </p:nvSpPr>
          <p:spPr>
            <a:xfrm>
              <a:off x="362283" y="4743378"/>
              <a:ext cx="3138539" cy="11626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L3 Feature Development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Increasing Automation coverage to 80% with PFIT conversion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Orion L2 Integration + FMR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FC3F9DA-E2CE-11D3-4852-83AE6AEC7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44" y="4395260"/>
              <a:ext cx="255945" cy="255945"/>
            </a:xfrm>
            <a:prstGeom prst="ellipse">
              <a:avLst/>
            </a:prstGeom>
            <a:solidFill>
              <a:srgbClr val="F68D7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0" rIns="0" bIns="54864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aticon" panose="02000603000000000000" pitchFamily="2" charset="0"/>
                <a:ea typeface="+mn-ea"/>
                <a:cs typeface="+mn-cs"/>
              </a:endParaRPr>
            </a:p>
          </p:txBody>
        </p:sp>
        <p:sp>
          <p:nvSpPr>
            <p:cNvPr id="40" name="TextBox 59">
              <a:extLst>
                <a:ext uri="{FF2B5EF4-FFF2-40B4-BE49-F238E27FC236}">
                  <a16:creationId xmlns:a16="http://schemas.microsoft.com/office/drawing/2014/main" id="{C29330E8-F5CB-D3C4-415B-44B092BEBF78}"/>
                </a:ext>
              </a:extLst>
            </p:cNvPr>
            <p:cNvSpPr txBox="1"/>
            <p:nvPr/>
          </p:nvSpPr>
          <p:spPr>
            <a:xfrm>
              <a:off x="864125" y="4368649"/>
              <a:ext cx="12714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Q1 - 2025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BAE979-6F3F-A24C-B912-1C913EEFC0D0}"/>
              </a:ext>
            </a:extLst>
          </p:cNvPr>
          <p:cNvGrpSpPr/>
          <p:nvPr/>
        </p:nvGrpSpPr>
        <p:grpSpPr>
          <a:xfrm>
            <a:off x="6595747" y="1376526"/>
            <a:ext cx="5139468" cy="2384475"/>
            <a:chOff x="6595747" y="1376526"/>
            <a:chExt cx="5139468" cy="2384475"/>
          </a:xfrm>
        </p:grpSpPr>
        <p:sp>
          <p:nvSpPr>
            <p:cNvPr id="25" name="TextBox 23">
              <a:extLst>
                <a:ext uri="{FF2B5EF4-FFF2-40B4-BE49-F238E27FC236}">
                  <a16:creationId xmlns:a16="http://schemas.microsoft.com/office/drawing/2014/main" id="{9852D6F6-3FEC-F463-5464-3413B0040CCF}"/>
                </a:ext>
              </a:extLst>
            </p:cNvPr>
            <p:cNvSpPr txBox="1"/>
            <p:nvPr/>
          </p:nvSpPr>
          <p:spPr>
            <a:xfrm>
              <a:off x="6595747" y="1376526"/>
              <a:ext cx="5139468" cy="69474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SystemsDV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 Team 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–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Enhanced SME and Resource capacity to support the following releases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68E4F89-2ABF-D368-5B35-71DC96D43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892" y="2267168"/>
              <a:ext cx="255945" cy="255945"/>
            </a:xfrm>
            <a:prstGeom prst="ellipse">
              <a:avLst/>
            </a:prstGeom>
            <a:solidFill>
              <a:srgbClr val="F68D7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0" rIns="0" bIns="54864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aticon" panose="02000603000000000000" pitchFamily="2" charset="0"/>
                <a:ea typeface="+mn-ea"/>
                <a:cs typeface="+mn-cs"/>
              </a:endParaRPr>
            </a:p>
          </p:txBody>
        </p:sp>
        <p:sp>
          <p:nvSpPr>
            <p:cNvPr id="42" name="TextBox 59">
              <a:extLst>
                <a:ext uri="{FF2B5EF4-FFF2-40B4-BE49-F238E27FC236}">
                  <a16:creationId xmlns:a16="http://schemas.microsoft.com/office/drawing/2014/main" id="{2898BB35-5EF0-E25B-9B6F-DDFDD93E442D}"/>
                </a:ext>
              </a:extLst>
            </p:cNvPr>
            <p:cNvSpPr txBox="1"/>
            <p:nvPr/>
          </p:nvSpPr>
          <p:spPr>
            <a:xfrm>
              <a:off x="9403837" y="2223581"/>
              <a:ext cx="12714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Q4 - 2024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D8019B9-AFBB-70D2-965F-DCF973A00B0E}"/>
                </a:ext>
              </a:extLst>
            </p:cNvPr>
            <p:cNvSpPr txBox="1"/>
            <p:nvPr/>
          </p:nvSpPr>
          <p:spPr>
            <a:xfrm>
              <a:off x="9035879" y="2598310"/>
              <a:ext cx="2671169" cy="11626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V3.1.4, iOS 1.1.5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V5.0+ v3.0(L3)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Moonshot+ iOS 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Atlas, Cloud 4.6.0+, Orion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86EF32A-D4ED-5222-1A24-FC247C6FBC37}"/>
              </a:ext>
            </a:extLst>
          </p:cNvPr>
          <p:cNvGrpSpPr/>
          <p:nvPr/>
        </p:nvGrpSpPr>
        <p:grpSpPr>
          <a:xfrm>
            <a:off x="9035879" y="4001581"/>
            <a:ext cx="2901730" cy="1814418"/>
            <a:chOff x="9035879" y="4001581"/>
            <a:chExt cx="2901730" cy="181441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5E148D1-01A5-1E79-896A-DF1FEA2F8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892" y="4045168"/>
              <a:ext cx="255945" cy="255945"/>
            </a:xfrm>
            <a:prstGeom prst="ellipse">
              <a:avLst/>
            </a:prstGeom>
            <a:solidFill>
              <a:srgbClr val="F68D7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0" rIns="0" bIns="54864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laticon" panose="02000603000000000000" pitchFamily="2" charset="0"/>
                <a:ea typeface="+mn-ea"/>
                <a:cs typeface="+mn-cs"/>
              </a:endParaRPr>
            </a:p>
          </p:txBody>
        </p:sp>
        <p:sp>
          <p:nvSpPr>
            <p:cNvPr id="47" name="TextBox 59">
              <a:extLst>
                <a:ext uri="{FF2B5EF4-FFF2-40B4-BE49-F238E27FC236}">
                  <a16:creationId xmlns:a16="http://schemas.microsoft.com/office/drawing/2014/main" id="{CA4E8EA2-E338-779E-67BF-3349B6C7736A}"/>
                </a:ext>
              </a:extLst>
            </p:cNvPr>
            <p:cNvSpPr txBox="1"/>
            <p:nvPr/>
          </p:nvSpPr>
          <p:spPr>
            <a:xfrm>
              <a:off x="9403837" y="4001581"/>
              <a:ext cx="12714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Q1 - 2025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D4B9129-236E-779D-83C7-3D1A4A21D770}"/>
                </a:ext>
              </a:extLst>
            </p:cNvPr>
            <p:cNvSpPr txBox="1"/>
            <p:nvPr/>
          </p:nvSpPr>
          <p:spPr>
            <a:xfrm>
              <a:off x="9035879" y="4376310"/>
              <a:ext cx="2901730" cy="14396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v3.1.5, v3.1.5/pod 9.0.4, v3.2.0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v4.0 (SA), v5.0+v3.0(L3)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iOS 2.0/ 2.0.1</a:t>
              </a: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Moonshot,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Android+iOS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 bold"/>
              </a:endParaRPr>
            </a:p>
            <a:p>
              <a:pPr marL="355600" marR="0" lvl="0" indent="-1778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+mn-ea"/>
                  <a:cs typeface="Calibri bold"/>
                </a:rPr>
                <a:t>Cloud 4.7 and 4.8 US, EU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782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91398-918C-0F9D-A9CB-A5AB283C1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bstract background with low poly design">
            <a:extLst>
              <a:ext uri="{FF2B5EF4-FFF2-40B4-BE49-F238E27FC236}">
                <a16:creationId xmlns:a16="http://schemas.microsoft.com/office/drawing/2014/main" id="{3EFEAEB0-AA88-3FE4-FA23-D95DD9C77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5562" b="2461"/>
          <a:stretch/>
        </p:blipFill>
        <p:spPr bwMode="auto">
          <a:xfrm rot="5400000">
            <a:off x="3357348" y="1843861"/>
            <a:ext cx="5641020" cy="325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2DD41B-612F-3D9E-29C6-2CE233647509}"/>
              </a:ext>
            </a:extLst>
          </p:cNvPr>
          <p:cNvSpPr txBox="1"/>
          <p:nvPr/>
        </p:nvSpPr>
        <p:spPr>
          <a:xfrm>
            <a:off x="89908" y="6188"/>
            <a:ext cx="119860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Microsoft YaHei"/>
                <a:cs typeface="Mangal"/>
              </a:rPr>
              <a:t>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Microsoft YaHei"/>
                <a:cs typeface="Mangal"/>
              </a:rPr>
              <a:t> Ideation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C7ECDB-A447-A8FE-5169-18972E9857A9}"/>
              </a:ext>
            </a:extLst>
          </p:cNvPr>
          <p:cNvSpPr/>
          <p:nvPr/>
        </p:nvSpPr>
        <p:spPr>
          <a:xfrm>
            <a:off x="4526685" y="650547"/>
            <a:ext cx="3278370" cy="5641020"/>
          </a:xfrm>
          <a:prstGeom prst="rect">
            <a:avLst/>
          </a:prstGeom>
          <a:gradFill>
            <a:gsLst>
              <a:gs pos="17000">
                <a:schemeClr val="tx1">
                  <a:lumMod val="97000"/>
                  <a:lumOff val="3000"/>
                  <a:alpha val="37000"/>
                </a:schemeClr>
              </a:gs>
              <a:gs pos="0">
                <a:schemeClr val="accent1">
                  <a:lumMod val="90000"/>
                  <a:lumOff val="10000"/>
                  <a:alpha val="61000"/>
                </a:schemeClr>
              </a:gs>
              <a:gs pos="99000">
                <a:schemeClr val="accent1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1A06808E-1974-9372-CAB4-EA0A8B05D0F1}"/>
              </a:ext>
            </a:extLst>
          </p:cNvPr>
          <p:cNvSpPr txBox="1"/>
          <p:nvPr/>
        </p:nvSpPr>
        <p:spPr>
          <a:xfrm>
            <a:off x="381000" y="785521"/>
            <a:ext cx="3668949" cy="3715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Calibri"/>
                <a:cs typeface="Calibri bold"/>
              </a:rPr>
              <a:t>POD Functional &amp; Automation Team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63DA2F-5B51-27C0-C97D-34C1269D55B0}"/>
              </a:ext>
            </a:extLst>
          </p:cNvPr>
          <p:cNvSpPr txBox="1"/>
          <p:nvPr/>
        </p:nvSpPr>
        <p:spPr>
          <a:xfrm>
            <a:off x="272821" y="1308172"/>
            <a:ext cx="3753152" cy="4698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1778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Scale up Automation Lab from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20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to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 30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Setups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 </a:t>
            </a:r>
          </a:p>
          <a:p>
            <a:pPr marL="355600" marR="0" lvl="0" indent="-1778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Insulet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 HUB - Dashboards from Automation Team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Calibri"/>
            </a:endParaRPr>
          </a:p>
          <a:p>
            <a:pPr marL="355600" marR="0" lvl="0" indent="-1778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Target to increase Automation TC coverage to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80%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by 25Q1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Tahoma"/>
              <a:cs typeface="Calibri"/>
            </a:endParaRPr>
          </a:p>
          <a:p>
            <a:pPr marL="355600" marR="0" lvl="0" indent="-1778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Dedicated Onsite Test Automation Lead for POD automation testing</a:t>
            </a:r>
          </a:p>
          <a:p>
            <a:pPr marL="355600" marR="0" lvl="0" indent="-1778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Capacity planning – Support Test Automaton Framework, Tool Development and Evaluation.</a:t>
            </a:r>
          </a:p>
          <a:p>
            <a:pPr marL="355600" marR="0" lvl="0" indent="-1778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Enhanced Product Support – </a:t>
            </a:r>
          </a:p>
          <a:p>
            <a:pPr marL="863600" marR="0" lvl="1" indent="-2286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Pod Power Consumption testing</a:t>
            </a:r>
          </a:p>
          <a:p>
            <a:pPr marL="863600" marR="0" lvl="1" indent="-2286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OTA Functional and Automation team support</a:t>
            </a:r>
          </a:p>
          <a:p>
            <a:pPr marL="863600" marR="0" lvl="1" indent="-2286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Modular Testing Frame-work</a:t>
            </a:r>
          </a:p>
          <a:p>
            <a:pPr marL="863600" marR="0" lvl="1" indent="-2286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Internal wear studies </a:t>
            </a:r>
          </a:p>
          <a:p>
            <a:pPr marL="355600" marR="0" lvl="0" indent="-177800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Improve Test Optimization -  Dual setups for Functional testers to support long runs and test investigations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9E09FA-E998-6A02-9843-DE24CDD997B3}"/>
              </a:ext>
            </a:extLst>
          </p:cNvPr>
          <p:cNvSpPr txBox="1"/>
          <p:nvPr/>
        </p:nvSpPr>
        <p:spPr>
          <a:xfrm>
            <a:off x="7980602" y="1308172"/>
            <a:ext cx="3628831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92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Systems Automation Testing</a:t>
            </a:r>
          </a:p>
          <a:p>
            <a:pPr marL="3492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Expansion of Battery Life Testing, along with setting up heat bar equipment at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Cigniti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 offshore facilities</a:t>
            </a:r>
          </a:p>
          <a:p>
            <a:pPr marL="3492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Support HTS Testing (Human Torso Simulator) at offshore</a:t>
            </a:r>
          </a:p>
          <a:p>
            <a:pPr marL="3492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Compatibility Testing (Multiple PDMs, CGMS &amp; OS versions and Pod variants) – </a:t>
            </a:r>
            <a:r>
              <a:rPr kumimoji="0" lang="en-US" sz="1200" b="0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SystemsDV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 &amp; Automation</a:t>
            </a:r>
          </a:p>
          <a:p>
            <a:pPr marL="3492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Internalization testing - Cloud Functional and Automation Testing for multiple regions</a:t>
            </a:r>
          </a:p>
          <a:p>
            <a:pPr marL="3492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Calibri"/>
              </a:rPr>
              <a:t>Enhance SME Team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AF460DF8-3A63-A4BD-CF3F-948E166EF17A}"/>
              </a:ext>
            </a:extLst>
          </p:cNvPr>
          <p:cNvSpPr txBox="1"/>
          <p:nvPr/>
        </p:nvSpPr>
        <p:spPr>
          <a:xfrm>
            <a:off x="8163822" y="785521"/>
            <a:ext cx="3378244" cy="3715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/>
                <a:ea typeface="Calibri"/>
                <a:cs typeface="Calibri bold"/>
              </a:rPr>
              <a:t>Systems DV Team</a:t>
            </a:r>
          </a:p>
        </p:txBody>
      </p:sp>
    </p:spTree>
    <p:extLst>
      <p:ext uri="{BB962C8B-B14F-4D97-AF65-F5344CB8AC3E}">
        <p14:creationId xmlns:p14="http://schemas.microsoft.com/office/powerpoint/2010/main" val="379003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8B242F-B2A0-5EB0-0997-1148F0440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6243"/>
            <a:ext cx="12192000" cy="945514"/>
          </a:xfrm>
        </p:spPr>
        <p:txBody>
          <a:bodyPr>
            <a:normAutofit/>
          </a:bodyPr>
          <a:lstStyle/>
          <a:p>
            <a:pPr marL="360363"/>
            <a:r>
              <a:rPr lang="en-IN" b="1" dirty="0">
                <a:solidFill>
                  <a:srgbClr val="F68D76"/>
                </a:solidFill>
              </a:rPr>
              <a:t>Pod Team Summary</a:t>
            </a:r>
            <a:endParaRPr lang="en-IN" dirty="0">
              <a:solidFill>
                <a:srgbClr val="F68D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801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9C2937F-BAA9-545D-EEC5-004E98BE4E61}"/>
              </a:ext>
            </a:extLst>
          </p:cNvPr>
          <p:cNvGrpSpPr/>
          <p:nvPr/>
        </p:nvGrpSpPr>
        <p:grpSpPr>
          <a:xfrm>
            <a:off x="112926" y="2866294"/>
            <a:ext cx="11795351" cy="2193224"/>
            <a:chOff x="122124" y="1822018"/>
            <a:chExt cx="11795351" cy="2193224"/>
          </a:xfrm>
        </p:grpSpPr>
        <p:sp>
          <p:nvSpPr>
            <p:cNvPr id="3" name="Freeform 98">
              <a:extLst>
                <a:ext uri="{FF2B5EF4-FFF2-40B4-BE49-F238E27FC236}">
                  <a16:creationId xmlns:a16="http://schemas.microsoft.com/office/drawing/2014/main" id="{921661F1-1B2F-D562-A795-BC698E8E4468}"/>
                </a:ext>
              </a:extLst>
            </p:cNvPr>
            <p:cNvSpPr/>
            <p:nvPr/>
          </p:nvSpPr>
          <p:spPr>
            <a:xfrm rot="21423693">
              <a:off x="122124" y="2101746"/>
              <a:ext cx="11795351" cy="1169121"/>
            </a:xfrm>
            <a:custGeom>
              <a:avLst/>
              <a:gdLst>
                <a:gd name="connsiteX0" fmla="*/ 0 w 6718300"/>
                <a:gd name="connsiteY0" fmla="*/ 2336800 h 2336800"/>
                <a:gd name="connsiteX1" fmla="*/ 596900 w 6718300"/>
                <a:gd name="connsiteY1" fmla="*/ 2311400 h 2336800"/>
                <a:gd name="connsiteX2" fmla="*/ 1130300 w 6718300"/>
                <a:gd name="connsiteY2" fmla="*/ 2057400 h 2336800"/>
                <a:gd name="connsiteX3" fmla="*/ 1790700 w 6718300"/>
                <a:gd name="connsiteY3" fmla="*/ 1917700 h 2336800"/>
                <a:gd name="connsiteX4" fmla="*/ 2514600 w 6718300"/>
                <a:gd name="connsiteY4" fmla="*/ 1930400 h 2336800"/>
                <a:gd name="connsiteX5" fmla="*/ 3035300 w 6718300"/>
                <a:gd name="connsiteY5" fmla="*/ 1612900 h 2336800"/>
                <a:gd name="connsiteX6" fmla="*/ 3594100 w 6718300"/>
                <a:gd name="connsiteY6" fmla="*/ 1473200 h 2336800"/>
                <a:gd name="connsiteX7" fmla="*/ 4191000 w 6718300"/>
                <a:gd name="connsiteY7" fmla="*/ 1447800 h 2336800"/>
                <a:gd name="connsiteX8" fmla="*/ 4762500 w 6718300"/>
                <a:gd name="connsiteY8" fmla="*/ 1206500 h 2336800"/>
                <a:gd name="connsiteX9" fmla="*/ 5092700 w 6718300"/>
                <a:gd name="connsiteY9" fmla="*/ 927100 h 2336800"/>
                <a:gd name="connsiteX10" fmla="*/ 5740400 w 6718300"/>
                <a:gd name="connsiteY10" fmla="*/ 711200 h 2336800"/>
                <a:gd name="connsiteX11" fmla="*/ 6096000 w 6718300"/>
                <a:gd name="connsiteY11" fmla="*/ 444500 h 2336800"/>
                <a:gd name="connsiteX12" fmla="*/ 6718300 w 6718300"/>
                <a:gd name="connsiteY12" fmla="*/ 0 h 2336800"/>
                <a:gd name="connsiteX13" fmla="*/ 6718300 w 6718300"/>
                <a:gd name="connsiteY13" fmla="*/ 0 h 233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18300" h="2336800">
                  <a:moveTo>
                    <a:pt x="0" y="2336800"/>
                  </a:moveTo>
                  <a:lnTo>
                    <a:pt x="596900" y="2311400"/>
                  </a:lnTo>
                  <a:cubicBezTo>
                    <a:pt x="785283" y="2264833"/>
                    <a:pt x="931333" y="2123017"/>
                    <a:pt x="1130300" y="2057400"/>
                  </a:cubicBezTo>
                  <a:cubicBezTo>
                    <a:pt x="1329267" y="1991783"/>
                    <a:pt x="1559983" y="1938867"/>
                    <a:pt x="1790700" y="1917700"/>
                  </a:cubicBezTo>
                  <a:cubicBezTo>
                    <a:pt x="2021417" y="1896533"/>
                    <a:pt x="2307167" y="1981200"/>
                    <a:pt x="2514600" y="1930400"/>
                  </a:cubicBezTo>
                  <a:cubicBezTo>
                    <a:pt x="2722033" y="1879600"/>
                    <a:pt x="2855383" y="1689100"/>
                    <a:pt x="3035300" y="1612900"/>
                  </a:cubicBezTo>
                  <a:cubicBezTo>
                    <a:pt x="3215217" y="1536700"/>
                    <a:pt x="3401483" y="1500717"/>
                    <a:pt x="3594100" y="1473200"/>
                  </a:cubicBezTo>
                  <a:cubicBezTo>
                    <a:pt x="3786717" y="1445683"/>
                    <a:pt x="3996267" y="1492250"/>
                    <a:pt x="4191000" y="1447800"/>
                  </a:cubicBezTo>
                  <a:cubicBezTo>
                    <a:pt x="4385733" y="1403350"/>
                    <a:pt x="4612217" y="1293283"/>
                    <a:pt x="4762500" y="1206500"/>
                  </a:cubicBezTo>
                  <a:cubicBezTo>
                    <a:pt x="4912783" y="1119717"/>
                    <a:pt x="4929717" y="1009650"/>
                    <a:pt x="5092700" y="927100"/>
                  </a:cubicBezTo>
                  <a:cubicBezTo>
                    <a:pt x="5255683" y="844550"/>
                    <a:pt x="5573183" y="791633"/>
                    <a:pt x="5740400" y="711200"/>
                  </a:cubicBezTo>
                  <a:cubicBezTo>
                    <a:pt x="5907617" y="630767"/>
                    <a:pt x="5933017" y="563033"/>
                    <a:pt x="6096000" y="444500"/>
                  </a:cubicBezTo>
                  <a:cubicBezTo>
                    <a:pt x="6258983" y="325967"/>
                    <a:pt x="6718300" y="0"/>
                    <a:pt x="6718300" y="0"/>
                  </a:cubicBezTo>
                  <a:lnTo>
                    <a:pt x="6718300" y="0"/>
                  </a:lnTo>
                </a:path>
              </a:pathLst>
            </a:custGeom>
            <a:noFill/>
            <a:ln w="101600">
              <a:gradFill>
                <a:gsLst>
                  <a:gs pos="81000">
                    <a:schemeClr val="accent6">
                      <a:lumMod val="75000"/>
                    </a:schemeClr>
                  </a:gs>
                  <a:gs pos="5000">
                    <a:schemeClr val="accent6">
                      <a:lumMod val="40000"/>
                      <a:lumOff val="60000"/>
                    </a:schemeClr>
                  </a:gs>
                </a:gsLst>
                <a:lin ang="0" scaled="0"/>
              </a:gra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bg1"/>
                </a:solidFill>
                <a:latin typeface="+mj-lt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A726FBD-17CF-0196-CEE2-DE9EAAFF5D3D}"/>
                </a:ext>
              </a:extLst>
            </p:cNvPr>
            <p:cNvGrpSpPr/>
            <p:nvPr/>
          </p:nvGrpSpPr>
          <p:grpSpPr>
            <a:xfrm>
              <a:off x="395242" y="3115242"/>
              <a:ext cx="900000" cy="900000"/>
              <a:chOff x="395242" y="3115242"/>
              <a:chExt cx="900000" cy="900000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B3F321B6-D954-ADFB-A3B8-34D1A518EFF0}"/>
                  </a:ext>
                </a:extLst>
              </p:cNvPr>
              <p:cNvGrpSpPr/>
              <p:nvPr/>
            </p:nvGrpSpPr>
            <p:grpSpPr>
              <a:xfrm>
                <a:off x="395242" y="3115242"/>
                <a:ext cx="900000" cy="900000"/>
                <a:chOff x="2480906" y="3524226"/>
                <a:chExt cx="716934" cy="716934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0ADCEC15-D625-A682-D127-B36209A618CF}"/>
                    </a:ext>
                  </a:extLst>
                </p:cNvPr>
                <p:cNvSpPr/>
                <p:nvPr/>
              </p:nvSpPr>
              <p:spPr>
                <a:xfrm>
                  <a:off x="2480906" y="3524226"/>
                  <a:ext cx="716934" cy="716934"/>
                </a:xfrm>
                <a:prstGeom prst="ellipse">
                  <a:avLst/>
                </a:prstGeom>
                <a:solidFill>
                  <a:srgbClr val="FFD253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>
                    <a:defRPr/>
                  </a:pPr>
                  <a:endParaRPr lang="en-US" sz="100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B339870E-D1A9-D4EB-BAD6-71DEF5F07AFA}"/>
                    </a:ext>
                  </a:extLst>
                </p:cNvPr>
                <p:cNvSpPr/>
                <p:nvPr/>
              </p:nvSpPr>
              <p:spPr>
                <a:xfrm>
                  <a:off x="2566938" y="3610258"/>
                  <a:ext cx="544870" cy="544870"/>
                </a:xfrm>
                <a:prstGeom prst="ellipse">
                  <a:avLst/>
                </a:prstGeom>
                <a:solidFill>
                  <a:srgbClr val="FFD253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>
                    <a:defRPr/>
                  </a:pPr>
                  <a:endParaRPr lang="en-US" sz="100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DB6FF59-159E-3ACE-5174-1BA2EBFF1E40}"/>
                  </a:ext>
                </a:extLst>
              </p:cNvPr>
              <p:cNvSpPr txBox="1"/>
              <p:nvPr/>
            </p:nvSpPr>
            <p:spPr>
              <a:xfrm>
                <a:off x="503242" y="3434588"/>
                <a:ext cx="684000" cy="17797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 defTabSz="1219170">
                  <a:defRPr/>
                </a:pPr>
                <a:r>
                  <a:rPr lang="en-US" sz="1000">
                    <a:solidFill>
                      <a:schemeClr val="tx2"/>
                    </a:solidFill>
                    <a:latin typeface="+mj-lt"/>
                  </a:rPr>
                  <a:t>2024-Q1</a:t>
                </a:r>
                <a:endParaRPr lang="en-US" sz="1000">
                  <a:solidFill>
                    <a:schemeClr val="tx2"/>
                  </a:solidFill>
                  <a:latin typeface="+mj-lt"/>
                  <a:ea typeface="Tahoma"/>
                  <a:cs typeface="Tahoma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94F85E-ED02-16B2-FCB3-A6A9034FB0AC}"/>
                </a:ext>
              </a:extLst>
            </p:cNvPr>
            <p:cNvGrpSpPr/>
            <p:nvPr/>
          </p:nvGrpSpPr>
          <p:grpSpPr>
            <a:xfrm>
              <a:off x="5211148" y="2472679"/>
              <a:ext cx="900000" cy="900000"/>
              <a:chOff x="2351036" y="2844310"/>
              <a:chExt cx="900000" cy="90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4692E88-152A-DDE9-217A-D8B00D0CF707}"/>
                  </a:ext>
                </a:extLst>
              </p:cNvPr>
              <p:cNvGrpSpPr/>
              <p:nvPr/>
            </p:nvGrpSpPr>
            <p:grpSpPr>
              <a:xfrm>
                <a:off x="2351036" y="2844310"/>
                <a:ext cx="900000" cy="900000"/>
                <a:chOff x="4038884" y="3308401"/>
                <a:chExt cx="716934" cy="716934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67548B7D-BACA-253C-5922-BE3E1D39B69C}"/>
                    </a:ext>
                  </a:extLst>
                </p:cNvPr>
                <p:cNvSpPr/>
                <p:nvPr/>
              </p:nvSpPr>
              <p:spPr>
                <a:xfrm>
                  <a:off x="4038884" y="3308401"/>
                  <a:ext cx="716934" cy="716934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>
                    <a:defRPr/>
                  </a:pPr>
                  <a:endParaRPr lang="en-US" sz="100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BF82F6DB-71D7-D008-4B04-EB1D44031F5D}"/>
                    </a:ext>
                  </a:extLst>
                </p:cNvPr>
                <p:cNvSpPr/>
                <p:nvPr/>
              </p:nvSpPr>
              <p:spPr>
                <a:xfrm>
                  <a:off x="4124917" y="3394433"/>
                  <a:ext cx="544870" cy="544870"/>
                </a:xfrm>
                <a:prstGeom prst="ellipse">
                  <a:avLst/>
                </a:prstGeom>
                <a:solidFill>
                  <a:srgbClr val="00B0F0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>
                    <a:defRPr/>
                  </a:pPr>
                  <a:endParaRPr lang="en-US" sz="100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FEACA60-A7BE-2B71-EE2A-1B56EF472096}"/>
                  </a:ext>
                </a:extLst>
              </p:cNvPr>
              <p:cNvSpPr txBox="1"/>
              <p:nvPr/>
            </p:nvSpPr>
            <p:spPr>
              <a:xfrm>
                <a:off x="2459045" y="3163653"/>
                <a:ext cx="684000" cy="17797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 defTabSz="1219170">
                  <a:defRPr/>
                </a:pPr>
                <a:r>
                  <a:rPr lang="en-US" sz="1000">
                    <a:solidFill>
                      <a:schemeClr val="accent1"/>
                    </a:solidFill>
                    <a:latin typeface="+mj-lt"/>
                  </a:rPr>
                  <a:t>2024-Q2</a:t>
                </a:r>
                <a:endParaRPr lang="en-US" sz="1000">
                  <a:solidFill>
                    <a:schemeClr val="accent1"/>
                  </a:solidFill>
                  <a:latin typeface="+mj-lt"/>
                  <a:ea typeface="Tahoma"/>
                  <a:cs typeface="Tahoma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3DDA14E-7233-9922-2CF2-5FC358CBF7A8}"/>
                </a:ext>
              </a:extLst>
            </p:cNvPr>
            <p:cNvGrpSpPr/>
            <p:nvPr/>
          </p:nvGrpSpPr>
          <p:grpSpPr>
            <a:xfrm>
              <a:off x="9291650" y="1822018"/>
              <a:ext cx="1013377" cy="900000"/>
              <a:chOff x="3195651" y="2573381"/>
              <a:chExt cx="1013377" cy="900000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426C903-CACA-F785-E6A0-4E9801D7DF2B}"/>
                  </a:ext>
                </a:extLst>
              </p:cNvPr>
              <p:cNvGrpSpPr/>
              <p:nvPr/>
            </p:nvGrpSpPr>
            <p:grpSpPr>
              <a:xfrm>
                <a:off x="3240043" y="2573381"/>
                <a:ext cx="900000" cy="900000"/>
                <a:chOff x="4747057" y="3092584"/>
                <a:chExt cx="716934" cy="716934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2042E39C-C4BB-F4AE-8FB5-36B945D6B8B1}"/>
                    </a:ext>
                  </a:extLst>
                </p:cNvPr>
                <p:cNvSpPr/>
                <p:nvPr/>
              </p:nvSpPr>
              <p:spPr>
                <a:xfrm>
                  <a:off x="4747057" y="3092584"/>
                  <a:ext cx="716934" cy="716934"/>
                </a:xfrm>
                <a:prstGeom prst="ellipse">
                  <a:avLst/>
                </a:prstGeom>
                <a:solidFill>
                  <a:srgbClr val="FEA1A9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>
                    <a:defRPr/>
                  </a:pPr>
                  <a:endParaRPr lang="en-US" sz="100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1A31C9DA-FFE3-0FDC-574C-F46C280AF2FF}"/>
                    </a:ext>
                  </a:extLst>
                </p:cNvPr>
                <p:cNvSpPr/>
                <p:nvPr/>
              </p:nvSpPr>
              <p:spPr>
                <a:xfrm>
                  <a:off x="4833090" y="3178616"/>
                  <a:ext cx="544870" cy="544870"/>
                </a:xfrm>
                <a:prstGeom prst="ellipse">
                  <a:avLst/>
                </a:prstGeom>
                <a:solidFill>
                  <a:srgbClr val="FEA1A9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9170">
                    <a:defRPr/>
                  </a:pPr>
                  <a:endParaRPr lang="en-US" sz="100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6C35D25-4814-5AF2-304D-A58550DE19BA}"/>
                  </a:ext>
                </a:extLst>
              </p:cNvPr>
              <p:cNvSpPr txBox="1"/>
              <p:nvPr/>
            </p:nvSpPr>
            <p:spPr>
              <a:xfrm>
                <a:off x="3195651" y="2917303"/>
                <a:ext cx="1013377" cy="15395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 defTabSz="1219170">
                  <a:defRPr/>
                </a:pPr>
                <a:r>
                  <a:rPr lang="en-US" sz="1000">
                    <a:solidFill>
                      <a:schemeClr val="tx2"/>
                    </a:solidFill>
                    <a:latin typeface="+mj-lt"/>
                  </a:rPr>
                  <a:t>2024-Q3Q4</a:t>
                </a:r>
                <a:endParaRPr lang="en-US" sz="1000">
                  <a:solidFill>
                    <a:schemeClr val="tx2"/>
                  </a:solidFill>
                  <a:latin typeface="+mj-lt"/>
                  <a:ea typeface="Tahoma"/>
                  <a:cs typeface="Tahoma"/>
                </a:endParaRPr>
              </a:p>
            </p:txBody>
          </p:sp>
        </p:grp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3670AFF-79C3-11DB-EE2C-53DD3FF8BF55}"/>
              </a:ext>
            </a:extLst>
          </p:cNvPr>
          <p:cNvSpPr txBox="1"/>
          <p:nvPr/>
        </p:nvSpPr>
        <p:spPr>
          <a:xfrm>
            <a:off x="150725" y="5076586"/>
            <a:ext cx="3576035" cy="841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80975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Supported Orion Link Layer and SDK Updates</a:t>
            </a:r>
          </a:p>
          <a:p>
            <a:pPr marL="180975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IN" sz="1050" dirty="0">
                <a:solidFill>
                  <a:schemeClr val="bg1"/>
                </a:solidFill>
                <a:latin typeface="+mj-lt"/>
              </a:rPr>
              <a:t>Supported G7 Pod 9.0.3 Release handling FRA, Pod swap, duplicate EGV, 0x22 issues Adhoc testing</a:t>
            </a:r>
            <a:endParaRPr lang="en-US" sz="1050" dirty="0">
              <a:solidFill>
                <a:schemeClr val="bg1"/>
              </a:solidFill>
              <a:latin typeface="+mj-lt"/>
              <a:cs typeface="Calibri"/>
            </a:endParaRPr>
          </a:p>
          <a:p>
            <a:pPr marL="180975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CGM Agnostic Design discussions   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8FFC55-1FE4-D0C4-1B62-C73252B56570}"/>
              </a:ext>
            </a:extLst>
          </p:cNvPr>
          <p:cNvSpPr txBox="1"/>
          <p:nvPr/>
        </p:nvSpPr>
        <p:spPr>
          <a:xfrm>
            <a:off x="3425952" y="4434023"/>
            <a:ext cx="4325815" cy="14184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Supported Orion PFIT conversion </a:t>
            </a:r>
          </a:p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Supported Orion Link Layer and SDK Updates</a:t>
            </a:r>
          </a:p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Supported for 0x10 Alarm and Wakeup Adhoc testing in Atlas</a:t>
            </a:r>
          </a:p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Initiated L3 Functional and Automation parallel collaboration</a:t>
            </a:r>
          </a:p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Automation Leads travelled to onsite for PI3 planning</a:t>
            </a:r>
          </a:p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Supported G7 Pod 9.0.4 Release handling with new SiLabs and duplicate EGV issues Adhoc testing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021BF6-EACD-472B-0081-90EC71B3F936}"/>
              </a:ext>
            </a:extLst>
          </p:cNvPr>
          <p:cNvSpPr txBox="1"/>
          <p:nvPr/>
        </p:nvSpPr>
        <p:spPr>
          <a:xfrm>
            <a:off x="7482840" y="3925283"/>
            <a:ext cx="3872732" cy="18031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Generated G7 9.0.4 Release DV documentation </a:t>
            </a:r>
          </a:p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Initiated BVT and weekend Reliability testing in Libre3</a:t>
            </a:r>
          </a:p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Initiated L2 continuous Reliability testing with </a:t>
            </a:r>
            <a:r>
              <a:rPr lang="en-US" sz="1050" b="1" dirty="0">
                <a:solidFill>
                  <a:schemeClr val="bg1"/>
                </a:solidFill>
                <a:latin typeface="+mj-lt"/>
                <a:cs typeface="Calibri"/>
              </a:rPr>
              <a:t>5</a:t>
            </a: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 Orion setups</a:t>
            </a:r>
          </a:p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US" sz="1050" dirty="0">
                <a:solidFill>
                  <a:schemeClr val="bg1"/>
                </a:solidFill>
                <a:latin typeface="+mj-lt"/>
                <a:cs typeface="Calibri"/>
              </a:rPr>
              <a:t>Supported OTA team with build compatibility verifications</a:t>
            </a:r>
          </a:p>
          <a:p>
            <a:pPr marL="538163" indent="-180975">
              <a:lnSpc>
                <a:spcPts val="1500"/>
              </a:lnSpc>
              <a:buFont typeface="Wingdings" panose="05000000000000000000" pitchFamily="2" charset="2"/>
              <a:buChar char="ü"/>
              <a:defRPr/>
            </a:pPr>
            <a:r>
              <a:rPr lang="en-IN" sz="1050" dirty="0">
                <a:solidFill>
                  <a:schemeClr val="bg1"/>
                </a:solidFill>
                <a:latin typeface="+mj-lt"/>
                <a:cs typeface="Calibri"/>
              </a:rPr>
              <a:t>Created SDD for Orion Pod Algorithm Test Framework</a:t>
            </a:r>
            <a:endParaRPr lang="en-US" sz="1050" dirty="0">
              <a:solidFill>
                <a:schemeClr val="bg1"/>
              </a:solidFill>
              <a:latin typeface="+mj-lt"/>
              <a:cs typeface="Calibri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5CB6EE-F506-EBD8-AED2-F8DE35A289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424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Pod Team Journey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B57E9F-7254-C023-CFAD-2106D7A662EF}"/>
              </a:ext>
            </a:extLst>
          </p:cNvPr>
          <p:cNvSpPr txBox="1"/>
          <p:nvPr/>
        </p:nvSpPr>
        <p:spPr>
          <a:xfrm>
            <a:off x="8156" y="1067573"/>
            <a:ext cx="2373019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890"/>
            <a:r>
              <a:rPr lang="en-US" sz="1050" b="1" dirty="0">
                <a:solidFill>
                  <a:schemeClr val="bg1"/>
                </a:solidFill>
                <a:ea typeface="Calibri"/>
                <a:cs typeface="Calibri"/>
              </a:rPr>
              <a:t>Functional Team</a:t>
            </a:r>
            <a:endParaRPr lang="en-US" sz="1050" b="1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793FF-3448-E994-B16C-99EDB8A39E6D}"/>
              </a:ext>
            </a:extLst>
          </p:cNvPr>
          <p:cNvSpPr txBox="1"/>
          <p:nvPr/>
        </p:nvSpPr>
        <p:spPr>
          <a:xfrm>
            <a:off x="227388" y="1309456"/>
            <a:ext cx="3340716" cy="90024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Orion G6 Feature &amp; Regression - 131 executions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CGM Agnostic Analysis - 78 SRS’s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L2 FMR Regression - 23 executions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Moonshot CT2 AB Dry Runs &amp; DV - 20 executions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Atlas Regression - 265 executions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3BC9C3-BD78-61BE-65A1-90CDC3EFDFC2}"/>
              </a:ext>
            </a:extLst>
          </p:cNvPr>
          <p:cNvSpPr txBox="1"/>
          <p:nvPr/>
        </p:nvSpPr>
        <p:spPr>
          <a:xfrm>
            <a:off x="150725" y="2531011"/>
            <a:ext cx="3496148" cy="86177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2pPr marL="628650" lvl="1" indent="-171450">
              <a:buFont typeface="Wingdings" panose="05000000000000000000" pitchFamily="2" charset="2"/>
              <a:buChar char="ü"/>
              <a:defRPr sz="1050">
                <a:solidFill>
                  <a:schemeClr val="bg1"/>
                </a:solidFill>
                <a:cs typeface="Calibri"/>
              </a:defRPr>
            </a:lvl2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/>
                </a:solidFill>
              </a:rPr>
              <a:t>Orion G6 Regression - 3113 executions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/>
                </a:solidFill>
              </a:rPr>
              <a:t>G7 FMR 1  Regression - 1426 executions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/>
                </a:solidFill>
              </a:rPr>
              <a:t>CGM Agnostic Conversions - 117 test cases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/>
                </a:solidFill>
              </a:rPr>
              <a:t>Moonshot CT2 AB Dry Runs &amp; DV - 664 executions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chemeClr val="bg1"/>
                </a:solidFill>
              </a:rPr>
              <a:t>PACT Feature complete - 150 executions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9713F-52DE-A6CB-7A2E-E988DB1C6AB5}"/>
              </a:ext>
            </a:extLst>
          </p:cNvPr>
          <p:cNvSpPr txBox="1"/>
          <p:nvPr/>
        </p:nvSpPr>
        <p:spPr>
          <a:xfrm>
            <a:off x="20932" y="2270552"/>
            <a:ext cx="3425952" cy="260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"/>
            <a:r>
              <a:rPr lang="en-US" sz="1050" b="1" dirty="0">
                <a:solidFill>
                  <a:schemeClr val="bg1"/>
                </a:solidFill>
                <a:cs typeface="Calibri"/>
              </a:rPr>
              <a:t>Automation Team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A9D056-6673-CD0A-E227-5ED980D627F6}"/>
              </a:ext>
            </a:extLst>
          </p:cNvPr>
          <p:cNvSpPr txBox="1"/>
          <p:nvPr/>
        </p:nvSpPr>
        <p:spPr>
          <a:xfrm>
            <a:off x="20932" y="3445724"/>
            <a:ext cx="170980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/>
            <a:r>
              <a:rPr lang="en-US" sz="1050" b="1" dirty="0">
                <a:solidFill>
                  <a:schemeClr val="bg1"/>
                </a:solidFill>
                <a:cs typeface="Calibri"/>
              </a:rPr>
              <a:t>Team Size: 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DC4DF2-CEA4-CD38-3B28-D1E0D51CE3F8}"/>
              </a:ext>
            </a:extLst>
          </p:cNvPr>
          <p:cNvSpPr txBox="1"/>
          <p:nvPr/>
        </p:nvSpPr>
        <p:spPr>
          <a:xfrm>
            <a:off x="3709416" y="838634"/>
            <a:ext cx="2373019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890"/>
            <a:r>
              <a:rPr lang="en-US" sz="1050" b="1" dirty="0">
                <a:solidFill>
                  <a:schemeClr val="bg1"/>
                </a:solidFill>
                <a:ea typeface="Calibri"/>
                <a:cs typeface="Calibri"/>
              </a:rPr>
              <a:t>Functional Team</a:t>
            </a:r>
            <a:endParaRPr lang="en-US" sz="1050" b="1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30EEF-F6B8-A2A4-8E3D-A70E36BF0F08}"/>
              </a:ext>
            </a:extLst>
          </p:cNvPr>
          <p:cNvSpPr txBox="1"/>
          <p:nvPr/>
        </p:nvSpPr>
        <p:spPr>
          <a:xfrm>
            <a:off x="3425952" y="1053804"/>
            <a:ext cx="4199040" cy="7386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Orion G7 Integration 9.0.3 - </a:t>
            </a:r>
            <a:r>
              <a:rPr lang="en-US" sz="1050" b="1" dirty="0">
                <a:solidFill>
                  <a:schemeClr val="bg1"/>
                </a:solidFill>
                <a:ea typeface="Calibri"/>
                <a:cs typeface="Calibri"/>
              </a:rPr>
              <a:t>109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 executions</a:t>
            </a: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G6-L2 Reliability Dry runs &amp; DV - </a:t>
            </a:r>
            <a:r>
              <a:rPr lang="en-US" sz="1050" b="1" dirty="0">
                <a:solidFill>
                  <a:schemeClr val="bg1"/>
                </a:solidFill>
                <a:ea typeface="Calibri"/>
                <a:cs typeface="Calibri"/>
              </a:rPr>
              <a:t>49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 executions</a:t>
            </a: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Moonshot CT2 CE Regression - </a:t>
            </a:r>
            <a:r>
              <a:rPr lang="en-US" sz="1050" b="1" dirty="0">
                <a:solidFill>
                  <a:schemeClr val="bg1"/>
                </a:solidFill>
                <a:ea typeface="Calibri"/>
                <a:cs typeface="Calibri"/>
              </a:rPr>
              <a:t>22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 executions</a:t>
            </a: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Atlas regression &amp; </a:t>
            </a:r>
            <a:r>
              <a:rPr lang="en-US" sz="1050" dirty="0" err="1">
                <a:solidFill>
                  <a:schemeClr val="bg1"/>
                </a:solidFill>
                <a:cs typeface="Calibri"/>
              </a:rPr>
              <a:t>Dryrun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231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BFD3A9-2102-EB4F-6ADD-CB40981BB7D1}"/>
              </a:ext>
            </a:extLst>
          </p:cNvPr>
          <p:cNvSpPr txBox="1"/>
          <p:nvPr/>
        </p:nvSpPr>
        <p:spPr>
          <a:xfrm>
            <a:off x="3425952" y="2061619"/>
            <a:ext cx="4040065" cy="12234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2pPr marL="628650" lvl="1" indent="-171450">
              <a:buFont typeface="Wingdings" panose="05000000000000000000" pitchFamily="2" charset="2"/>
              <a:buChar char="ü"/>
              <a:defRPr sz="1050">
                <a:solidFill>
                  <a:schemeClr val="bg1"/>
                </a:solidFill>
                <a:cs typeface="Calibri"/>
              </a:defRPr>
            </a:lvl2pPr>
          </a:lstStyle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Orion G7 Integration 9.0.3 -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3231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G7 FMR 2 Regression 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250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G7 FMR 3 Regression 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807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CGM Agnostic Conversions (Ph 2) 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20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test cases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G6-L2 Reliability Dry runs &amp; DV 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407 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Moonshot CT2 CE Regression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186 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PACT dry runs &amp; DV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 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150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343B6-AC9A-2662-2A42-5404C77CC2F3}"/>
              </a:ext>
            </a:extLst>
          </p:cNvPr>
          <p:cNvSpPr txBox="1"/>
          <p:nvPr/>
        </p:nvSpPr>
        <p:spPr>
          <a:xfrm>
            <a:off x="3709416" y="1847354"/>
            <a:ext cx="68168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"/>
            <a:r>
              <a:rPr lang="en-US" sz="1050" b="1" dirty="0">
                <a:solidFill>
                  <a:schemeClr val="bg1"/>
                </a:solidFill>
                <a:cs typeface="Calibri"/>
              </a:rPr>
              <a:t>Automation Team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A99D8B-65C4-0AA6-6D69-E1A7B9B34806}"/>
              </a:ext>
            </a:extLst>
          </p:cNvPr>
          <p:cNvSpPr txBox="1"/>
          <p:nvPr/>
        </p:nvSpPr>
        <p:spPr>
          <a:xfrm>
            <a:off x="3776666" y="3279948"/>
            <a:ext cx="404006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/>
            <a:r>
              <a:rPr lang="en-US" sz="1050" b="1" dirty="0">
                <a:solidFill>
                  <a:schemeClr val="bg1"/>
                </a:solidFill>
                <a:cs typeface="Calibri"/>
              </a:rPr>
              <a:t>Team Size: 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339F66-EDD3-CBE9-394F-C923779C38DE}"/>
              </a:ext>
            </a:extLst>
          </p:cNvPr>
          <p:cNvSpPr txBox="1"/>
          <p:nvPr/>
        </p:nvSpPr>
        <p:spPr>
          <a:xfrm>
            <a:off x="7766304" y="561266"/>
            <a:ext cx="2373019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890"/>
            <a:r>
              <a:rPr lang="en-US" sz="1050" b="1" dirty="0">
                <a:solidFill>
                  <a:schemeClr val="bg1"/>
                </a:solidFill>
                <a:ea typeface="Calibri"/>
                <a:cs typeface="Calibri"/>
              </a:rPr>
              <a:t>Functional Team</a:t>
            </a:r>
            <a:endParaRPr lang="en-US" sz="1050" b="1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123E2B-AFC0-0F53-801E-6B2A2D86446D}"/>
              </a:ext>
            </a:extLst>
          </p:cNvPr>
          <p:cNvSpPr txBox="1"/>
          <p:nvPr/>
        </p:nvSpPr>
        <p:spPr>
          <a:xfrm>
            <a:off x="7482840" y="776436"/>
            <a:ext cx="4199040" cy="90024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713105" lvl="1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Orion G7 Integration 9.0.4 &amp; Feature complete  - 329 executions</a:t>
            </a: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Moonshot CT2 CE Regression - 18 executions</a:t>
            </a: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SA 2.0 Regression - 7 executions</a:t>
            </a: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Atlas DV - 197 executions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47D283-CAA7-EF31-FF86-8ADE49159253}"/>
              </a:ext>
            </a:extLst>
          </p:cNvPr>
          <p:cNvSpPr txBox="1"/>
          <p:nvPr/>
        </p:nvSpPr>
        <p:spPr>
          <a:xfrm>
            <a:off x="7482840" y="1784251"/>
            <a:ext cx="4040065" cy="90024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en-US"/>
            </a:defPPr>
            <a:lvl2pPr marL="628650" lvl="1" indent="-171450">
              <a:buFont typeface="Wingdings" panose="05000000000000000000" pitchFamily="2" charset="2"/>
              <a:buChar char="ü"/>
              <a:defRPr sz="1050">
                <a:solidFill>
                  <a:schemeClr val="bg1"/>
                </a:solidFill>
                <a:cs typeface="Calibri"/>
              </a:defRPr>
            </a:lvl2pPr>
          </a:lstStyle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Orion G7 Integration 9.0.4 &amp; Feature complete 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3770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G7 FMR 3 Regression 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657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Moonshot CT2 CE Regression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186 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  <a:p>
            <a:pPr marL="713105" indent="-173355">
              <a:buFont typeface="Wingdings"/>
              <a:buChar char="ü"/>
            </a:pPr>
            <a:r>
              <a:rPr lang="en-US" sz="1050" dirty="0">
                <a:solidFill>
                  <a:schemeClr val="bg1"/>
                </a:solidFill>
                <a:cs typeface="Calibri"/>
              </a:rPr>
              <a:t>Tool Validations</a:t>
            </a:r>
            <a:r>
              <a:rPr lang="en-US" sz="1050" dirty="0">
                <a:solidFill>
                  <a:schemeClr val="bg1"/>
                </a:solidFill>
                <a:ea typeface="Calibri"/>
                <a:cs typeface="Calibri"/>
              </a:rPr>
              <a:t> - </a:t>
            </a:r>
            <a:r>
              <a:rPr lang="en-US" sz="1050" b="1" dirty="0">
                <a:solidFill>
                  <a:schemeClr val="bg1"/>
                </a:solidFill>
                <a:cs typeface="Calibri"/>
              </a:rPr>
              <a:t>11</a:t>
            </a:r>
            <a:r>
              <a:rPr lang="en-US" sz="1050" dirty="0">
                <a:solidFill>
                  <a:schemeClr val="bg1"/>
                </a:solidFill>
                <a:cs typeface="Calibri"/>
              </a:rPr>
              <a:t> executions</a:t>
            </a:r>
            <a:endParaRPr lang="en-US" sz="1050" dirty="0">
              <a:solidFill>
                <a:schemeClr val="bg1"/>
              </a:solidFill>
              <a:ea typeface="Tahoma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74F960-3263-A502-5D6F-5E3662E58EED}"/>
              </a:ext>
            </a:extLst>
          </p:cNvPr>
          <p:cNvSpPr txBox="1"/>
          <p:nvPr/>
        </p:nvSpPr>
        <p:spPr>
          <a:xfrm>
            <a:off x="7766304" y="1569986"/>
            <a:ext cx="391557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"/>
            <a:r>
              <a:rPr lang="en-US" sz="1050" b="1" dirty="0">
                <a:solidFill>
                  <a:schemeClr val="bg1"/>
                </a:solidFill>
                <a:cs typeface="Calibri"/>
              </a:rPr>
              <a:t>Automation Team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BD73C6-6494-3C70-7B70-41F8CB72B969}"/>
              </a:ext>
            </a:extLst>
          </p:cNvPr>
          <p:cNvSpPr txBox="1"/>
          <p:nvPr/>
        </p:nvSpPr>
        <p:spPr>
          <a:xfrm>
            <a:off x="7898836" y="2703601"/>
            <a:ext cx="404006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/>
            <a:r>
              <a:rPr lang="en-US" sz="1050" b="1" dirty="0">
                <a:solidFill>
                  <a:schemeClr val="bg1"/>
                </a:solidFill>
                <a:cs typeface="Calibri"/>
              </a:rPr>
              <a:t>Team Size: 44</a:t>
            </a:r>
          </a:p>
        </p:txBody>
      </p:sp>
    </p:spTree>
    <p:extLst>
      <p:ext uri="{BB962C8B-B14F-4D97-AF65-F5344CB8AC3E}">
        <p14:creationId xmlns:p14="http://schemas.microsoft.com/office/powerpoint/2010/main" val="1147079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3">
            <a:extLst>
              <a:ext uri="{FF2B5EF4-FFF2-40B4-BE49-F238E27FC236}">
                <a16:creationId xmlns:a16="http://schemas.microsoft.com/office/drawing/2014/main" id="{8569F533-C0AB-56EA-2AB8-7574157FDCB6}"/>
              </a:ext>
            </a:extLst>
          </p:cNvPr>
          <p:cNvSpPr txBox="1"/>
          <p:nvPr/>
        </p:nvSpPr>
        <p:spPr>
          <a:xfrm>
            <a:off x="1" y="670617"/>
            <a:ext cx="5366084" cy="50714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Functional Team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ea typeface="Calibri"/>
                <a:cs typeface="Calibri bold"/>
              </a:rPr>
              <a:t>Supported integration of Link Layer (</a:t>
            </a:r>
            <a:r>
              <a:rPr lang="en-IN" sz="1200" b="1" dirty="0">
                <a:solidFill>
                  <a:schemeClr val="bg1"/>
                </a:solidFill>
                <a:ea typeface="Calibri"/>
                <a:cs typeface="Calibri bold"/>
              </a:rPr>
              <a:t>6 versions</a:t>
            </a:r>
            <a:r>
              <a:rPr lang="en-IN" sz="1200" dirty="0">
                <a:solidFill>
                  <a:schemeClr val="bg1"/>
                </a:solidFill>
                <a:ea typeface="Calibri"/>
                <a:cs typeface="Calibri bold"/>
              </a:rPr>
              <a:t>) and NXP SDK with Pod code base</a:t>
            </a:r>
            <a:endParaRPr lang="en-US" sz="12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Executed </a:t>
            </a:r>
            <a:r>
              <a:rPr lang="en-US" sz="1200" b="1" dirty="0">
                <a:solidFill>
                  <a:schemeClr val="bg1"/>
                </a:solidFill>
                <a:ea typeface="Calibri"/>
                <a:cs typeface="Calibri"/>
              </a:rPr>
              <a:t>378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 regression test runs and reported </a:t>
            </a:r>
            <a:r>
              <a:rPr lang="en-US" sz="1200" b="1" dirty="0">
                <a:solidFill>
                  <a:schemeClr val="bg1"/>
                </a:solidFill>
                <a:ea typeface="Calibri"/>
                <a:cs typeface="Calibri"/>
              </a:rPr>
              <a:t>28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 new Pod bugs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Reliability testing was performed with </a:t>
            </a:r>
            <a:r>
              <a:rPr lang="en-US" sz="1200" b="1" dirty="0">
                <a:solidFill>
                  <a:schemeClr val="bg1"/>
                </a:solidFill>
                <a:ea typeface="Calibri"/>
                <a:cs typeface="Calibri"/>
              </a:rPr>
              <a:t>7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 setups over </a:t>
            </a:r>
            <a:r>
              <a:rPr lang="en-US" sz="1200" b="1" dirty="0">
                <a:solidFill>
                  <a:schemeClr val="bg1"/>
                </a:solidFill>
                <a:ea typeface="Calibri"/>
                <a:cs typeface="Calibri"/>
              </a:rPr>
              <a:t>36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 weekends with </a:t>
            </a:r>
            <a:r>
              <a:rPr lang="en-US" sz="1200" b="1" dirty="0">
                <a:solidFill>
                  <a:schemeClr val="bg1"/>
                </a:solidFill>
                <a:ea typeface="Calibri"/>
                <a:cs typeface="Calibri"/>
              </a:rPr>
              <a:t>252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 pods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BVT on all branch and develop builds as a new practice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Supported BLT, Power Analyzer and BOD testing at onsite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"/>
              </a:rPr>
              <a:t>Worked on Analysis for using BPA Analyzer vs Wireshark tool validation</a:t>
            </a:r>
            <a:endParaRPr lang="en-US" sz="1200" b="1" u="sng" kern="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IN" sz="14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endParaRPr lang="en-IN" sz="14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Automation Team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 bold"/>
              </a:rPr>
              <a:t>Executed 500+ test runs  for each sprint build as part of regression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 bold"/>
              </a:rPr>
              <a:t>Executed </a:t>
            </a:r>
            <a:r>
              <a:rPr lang="en-US" sz="1200" b="1" dirty="0">
                <a:solidFill>
                  <a:schemeClr val="bg1"/>
                </a:solidFill>
                <a:ea typeface="Calibri"/>
                <a:cs typeface="Calibri bold"/>
              </a:rPr>
              <a:t>10,114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 bold"/>
              </a:rPr>
              <a:t> regression test runs and reported </a:t>
            </a:r>
            <a:r>
              <a:rPr lang="en-US" sz="1200" b="1" dirty="0">
                <a:solidFill>
                  <a:schemeClr val="bg1"/>
                </a:solidFill>
                <a:ea typeface="Calibri"/>
                <a:cs typeface="Calibri bold"/>
              </a:rPr>
              <a:t>11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 bold"/>
              </a:rPr>
              <a:t> new Pod bugs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 bold"/>
              </a:rPr>
              <a:t>Performed BVT on all branch builds before Pod code merge into develop branch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Successfully completed 3 iterations of LMR Dry Run's for all 803 automated test cases including Algorithm tests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2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2937C-F717-7321-B88F-65D9FB5FA2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424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Orion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456530-D9FD-E539-9079-5AFBED8FCD30}"/>
              </a:ext>
            </a:extLst>
          </p:cNvPr>
          <p:cNvSpPr txBox="1"/>
          <p:nvPr/>
        </p:nvSpPr>
        <p:spPr>
          <a:xfrm>
            <a:off x="6064045" y="5474110"/>
            <a:ext cx="5483942" cy="2776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464" indent="-283464">
              <a:buFont typeface="Wingdings"/>
              <a:buChar char="v"/>
            </a:pPr>
            <a:r>
              <a:rPr lang="en-US" sz="1200">
                <a:solidFill>
                  <a:schemeClr val="bg1"/>
                </a:solidFill>
                <a:cs typeface="Calibri bold"/>
              </a:rPr>
              <a:t>Increase in Test Execution count during Q3 due to 3 sets of LMR Dryruns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9BFA4FB-1A22-8F0D-B131-B512166648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720576"/>
              </p:ext>
            </p:extLst>
          </p:nvPr>
        </p:nvGraphicFramePr>
        <p:xfrm>
          <a:off x="5657850" y="828293"/>
          <a:ext cx="6343649" cy="45291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07187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3">
            <a:extLst>
              <a:ext uri="{FF2B5EF4-FFF2-40B4-BE49-F238E27FC236}">
                <a16:creationId xmlns:a16="http://schemas.microsoft.com/office/drawing/2014/main" id="{8569F533-C0AB-56EA-2AB8-7574157FDCB6}"/>
              </a:ext>
            </a:extLst>
          </p:cNvPr>
          <p:cNvSpPr txBox="1"/>
          <p:nvPr/>
        </p:nvSpPr>
        <p:spPr>
          <a:xfrm>
            <a:off x="-1" y="718592"/>
            <a:ext cx="6382560" cy="51330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G7 Functional Team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cs typeface="Calibri bold"/>
              </a:rPr>
              <a:t>Drove the </a:t>
            </a:r>
            <a:r>
              <a:rPr lang="en-IN" sz="1200" b="1" dirty="0">
                <a:solidFill>
                  <a:schemeClr val="bg1"/>
                </a:solidFill>
                <a:cs typeface="Calibri bold"/>
              </a:rPr>
              <a:t>FMR 2</a:t>
            </a:r>
            <a:r>
              <a:rPr lang="en-IN" sz="1200" dirty="0">
                <a:solidFill>
                  <a:schemeClr val="bg1"/>
                </a:solidFill>
                <a:cs typeface="Calibri bold"/>
              </a:rPr>
              <a:t>(9.0.3) and </a:t>
            </a:r>
            <a:r>
              <a:rPr lang="en-IN" sz="1200" b="1" dirty="0">
                <a:solidFill>
                  <a:schemeClr val="bg1"/>
                </a:solidFill>
                <a:cs typeface="Calibri bold"/>
              </a:rPr>
              <a:t>FMR 3</a:t>
            </a:r>
            <a:r>
              <a:rPr lang="en-IN" sz="1200" dirty="0">
                <a:solidFill>
                  <a:schemeClr val="bg1"/>
                </a:solidFill>
                <a:cs typeface="Calibri bold"/>
              </a:rPr>
              <a:t>(9.0.4) Release effort with </a:t>
            </a:r>
            <a:r>
              <a:rPr lang="en-IN" sz="1200" dirty="0" err="1">
                <a:solidFill>
                  <a:schemeClr val="bg1"/>
                </a:solidFill>
                <a:cs typeface="Calibri bold"/>
              </a:rPr>
              <a:t>Cigniti</a:t>
            </a:r>
            <a:r>
              <a:rPr lang="en-IN" sz="1200" dirty="0">
                <a:solidFill>
                  <a:schemeClr val="bg1"/>
                </a:solidFill>
                <a:cs typeface="Calibri bold"/>
              </a:rPr>
              <a:t> SQA, </a:t>
            </a:r>
            <a:r>
              <a:rPr lang="en-IN" sz="1200" dirty="0" err="1">
                <a:solidFill>
                  <a:schemeClr val="bg1"/>
                </a:solidFill>
                <a:cs typeface="Calibri bold"/>
              </a:rPr>
              <a:t>Insulet</a:t>
            </a:r>
            <a:r>
              <a:rPr lang="en-IN" sz="1200" dirty="0">
                <a:solidFill>
                  <a:schemeClr val="bg1"/>
                </a:solidFill>
                <a:cs typeface="Calibri bold"/>
              </a:rPr>
              <a:t> SQA and GL SQA Team for Pod Swap, Duplicate EGV and 0x22 Alarm and compatibility for SiLabs Sensor</a:t>
            </a:r>
            <a:endParaRPr lang="en-IN" sz="1200" dirty="0">
              <a:solidFill>
                <a:schemeClr val="bg1"/>
              </a:solidFill>
              <a:ea typeface="Tahoma"/>
              <a:cs typeface="Calibri bold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ea typeface="Tahoma"/>
                <a:cs typeface="Tahoma"/>
              </a:rPr>
              <a:t>Supported with DV Documentation creation as a part of </a:t>
            </a:r>
            <a:r>
              <a:rPr lang="en-IN" sz="1200" b="1" dirty="0">
                <a:solidFill>
                  <a:schemeClr val="bg1"/>
                </a:solidFill>
                <a:ea typeface="Tahoma"/>
                <a:cs typeface="Tahoma"/>
              </a:rPr>
              <a:t>FMR 2</a:t>
            </a:r>
            <a:r>
              <a:rPr lang="en-IN" sz="1200" dirty="0">
                <a:solidFill>
                  <a:schemeClr val="bg1"/>
                </a:solidFill>
                <a:ea typeface="Tahoma"/>
                <a:cs typeface="Tahoma"/>
              </a:rPr>
              <a:t>(9.0.3) and </a:t>
            </a:r>
            <a:r>
              <a:rPr lang="en-IN" sz="1200" b="1" dirty="0">
                <a:solidFill>
                  <a:schemeClr val="bg1"/>
                </a:solidFill>
                <a:ea typeface="Tahoma"/>
                <a:cs typeface="Tahoma"/>
              </a:rPr>
              <a:t>FMR 3</a:t>
            </a:r>
            <a:r>
              <a:rPr lang="en-IN" sz="1200" dirty="0">
                <a:solidFill>
                  <a:schemeClr val="bg1"/>
                </a:solidFill>
                <a:ea typeface="Tahoma"/>
                <a:cs typeface="Tahoma"/>
              </a:rPr>
              <a:t>(9.0.4)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1200" dirty="0">
              <a:solidFill>
                <a:schemeClr val="bg1"/>
              </a:solidFill>
              <a:latin typeface="+mj-lt"/>
              <a:ea typeface="Tahoma"/>
              <a:cs typeface="Calibri bold"/>
            </a:endParaRPr>
          </a:p>
          <a:p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G7 Automation Team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Supported the FMR 2(9.0.3) and FMR 3(9.0.4) Release effort along with the SQA Team</a:t>
            </a:r>
            <a:endParaRPr lang="en-US" sz="1200" dirty="0">
              <a:solidFill>
                <a:schemeClr val="bg1"/>
              </a:solidFill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Updated </a:t>
            </a:r>
            <a:r>
              <a:rPr lang="en-IN" sz="1200" b="1" dirty="0">
                <a:solidFill>
                  <a:schemeClr val="bg1"/>
                </a:solidFill>
                <a:cs typeface="Calibri"/>
              </a:rPr>
              <a:t>26</a:t>
            </a:r>
            <a:r>
              <a:rPr lang="en-IN" sz="1200" dirty="0">
                <a:solidFill>
                  <a:schemeClr val="bg1"/>
                </a:solidFill>
                <a:cs typeface="Calibri"/>
              </a:rPr>
              <a:t> test cases as part of G7 9.0.4 Release changes</a:t>
            </a:r>
            <a:endParaRPr lang="en-IN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Performed Confidence testing for G7 FMR-2 over the weekend and completed </a:t>
            </a:r>
            <a:r>
              <a:rPr lang="en-IN" sz="1200" b="1" dirty="0">
                <a:solidFill>
                  <a:schemeClr val="bg1"/>
                </a:solidFill>
                <a:cs typeface="Calibri"/>
              </a:rPr>
              <a:t>527</a:t>
            </a:r>
            <a:r>
              <a:rPr lang="en-IN" sz="1200" dirty="0">
                <a:solidFill>
                  <a:schemeClr val="bg1"/>
                </a:solidFill>
                <a:cs typeface="Calibri"/>
              </a:rPr>
              <a:t> Test Runs</a:t>
            </a:r>
            <a:endParaRPr lang="en-IN" sz="1200" dirty="0">
              <a:solidFill>
                <a:schemeClr val="bg1"/>
              </a:solidFill>
              <a:latin typeface="+mj-lt"/>
              <a:ea typeface="Tahoma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1200" dirty="0">
              <a:solidFill>
                <a:schemeClr val="bg1"/>
              </a:solidFill>
              <a:latin typeface="+mj-lt"/>
              <a:ea typeface="Tahoma"/>
              <a:cs typeface="Calibri"/>
            </a:endParaRPr>
          </a:p>
          <a:p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CGM Agnostic</a:t>
            </a: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Tahoma"/>
                <a:cs typeface="Calibri"/>
              </a:rPr>
              <a:t> </a:t>
            </a: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Tahoma"/>
                <a:cs typeface="Tahoma"/>
              </a:rPr>
              <a:t>Automation Team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CGM Agnostic approach was mainly to have the test cases compatible across all the CGM sensors</a:t>
            </a:r>
            <a:endParaRPr lang="en-IN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Automation team Authored </a:t>
            </a:r>
            <a:r>
              <a:rPr lang="en-IN" sz="1200" b="1" dirty="0">
                <a:solidFill>
                  <a:schemeClr val="bg1"/>
                </a:solidFill>
                <a:cs typeface="Calibri"/>
              </a:rPr>
              <a:t>117</a:t>
            </a:r>
            <a:r>
              <a:rPr lang="en-IN" sz="1200" dirty="0">
                <a:solidFill>
                  <a:schemeClr val="bg1"/>
                </a:solidFill>
                <a:cs typeface="Calibri"/>
              </a:rPr>
              <a:t> test cases with SRS driven model</a:t>
            </a:r>
            <a:endParaRPr lang="en-IN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ea typeface="+mn-lt"/>
                <a:cs typeface="+mn-lt"/>
              </a:rPr>
              <a:t>Existing 112 test cases from ALH protocol converted to 117 Agnostic conversation which is compatible for 3 Sensors (G6/G7/L2)</a:t>
            </a:r>
            <a:endParaRPr lang="en-US" sz="12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F6324B8-5E51-1914-0E48-9F802C0A76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704118"/>
              </p:ext>
            </p:extLst>
          </p:nvPr>
        </p:nvGraphicFramePr>
        <p:xfrm>
          <a:off x="6689818" y="1249677"/>
          <a:ext cx="5493023" cy="4173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89ECD2C-78B1-A9D9-B052-8F32721CAF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424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G7 &amp; CGM Agnostic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F481D-E381-1A71-EC35-E1D45E93B80D}"/>
              </a:ext>
            </a:extLst>
          </p:cNvPr>
          <p:cNvSpPr txBox="1"/>
          <p:nvPr/>
        </p:nvSpPr>
        <p:spPr>
          <a:xfrm>
            <a:off x="6689819" y="5633884"/>
            <a:ext cx="52022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464" indent="-283464">
              <a:buFont typeface="Wingdings"/>
              <a:buChar char="v"/>
            </a:pPr>
            <a:r>
              <a:rPr lang="en-US" sz="1200" dirty="0">
                <a:solidFill>
                  <a:schemeClr val="bg1"/>
                </a:solidFill>
                <a:cs typeface="Calibri bold"/>
              </a:rPr>
              <a:t>Decrease in Test Execution count during Q2 &amp; Q3 due to execution of selected protocols for G7 FMR </a:t>
            </a:r>
          </a:p>
        </p:txBody>
      </p:sp>
    </p:spTree>
    <p:extLst>
      <p:ext uri="{BB962C8B-B14F-4D97-AF65-F5344CB8AC3E}">
        <p14:creationId xmlns:p14="http://schemas.microsoft.com/office/powerpoint/2010/main" val="3221960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3">
            <a:extLst>
              <a:ext uri="{FF2B5EF4-FFF2-40B4-BE49-F238E27FC236}">
                <a16:creationId xmlns:a16="http://schemas.microsoft.com/office/drawing/2014/main" id="{8569F533-C0AB-56EA-2AB8-7574157FDCB6}"/>
              </a:ext>
            </a:extLst>
          </p:cNvPr>
          <p:cNvSpPr txBox="1"/>
          <p:nvPr/>
        </p:nvSpPr>
        <p:spPr>
          <a:xfrm>
            <a:off x="1" y="724975"/>
            <a:ext cx="5931566" cy="50637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Libre2 FMR (G6/L2 Reliability Release) </a:t>
            </a:r>
            <a:r>
              <a:rPr lang="en-US" sz="1400" b="1" u="sng" kern="0" dirty="0">
                <a:solidFill>
                  <a:schemeClr val="bg1"/>
                </a:solidFill>
                <a:latin typeface="+mj-lt"/>
                <a:ea typeface="Tahoma"/>
                <a:cs typeface="Calibri"/>
              </a:rPr>
              <a:t> </a:t>
            </a: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Tahoma"/>
                <a:cs typeface="Tahoma"/>
              </a:rPr>
              <a:t>Functional Team</a:t>
            </a:r>
            <a:endParaRPr lang="en-US" sz="14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pPr marL="447675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Supported for Libre2 Pod FMR and G6/L2 Reliability Release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447675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Updated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3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test cases as a part of Libre2 FMR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447675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Completed Dry run and DV with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49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test executions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447675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Supported BLT testing and PDM build verification testing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266700" indent="-177800"/>
            <a:endParaRPr lang="en-IN" sz="1400" b="1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pPr marL="266700" indent="-177800"/>
            <a:r>
              <a:rPr lang="en-IN" sz="1400" b="1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Automation Team</a:t>
            </a:r>
          </a:p>
          <a:p>
            <a:pPr marL="447675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Completed Dry run and DV with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407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test executions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269875" algn="just">
              <a:lnSpc>
                <a:spcPct val="150000"/>
              </a:lnSpc>
            </a:pPr>
            <a:endParaRPr lang="en-IN" sz="3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endParaRPr lang="en-IN" sz="14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Libre3  </a:t>
            </a: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Tahoma"/>
                <a:cs typeface="Tahoma"/>
              </a:rPr>
              <a:t>Functional &amp; Automation Team</a:t>
            </a:r>
          </a:p>
          <a:p>
            <a:pPr marL="447675" indent="-180975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Participated in design assessments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447675" indent="-180975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Authored 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42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use cases scenarios and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21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automation test cases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447675" indent="-180975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Performed functional ad-hoc testing and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294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regression executions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447675" indent="-180975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Initiated weekend Reliability testing on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8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setups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447675" indent="-180975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Reported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12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bugs across Pod, PDM and PAF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447675" indent="-180975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1200" dirty="0">
              <a:solidFill>
                <a:schemeClr val="bg1"/>
              </a:solidFill>
              <a:cs typeface="Calibri"/>
            </a:endParaRPr>
          </a:p>
          <a:p>
            <a:endParaRPr lang="en-IN" sz="3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PACT </a:t>
            </a: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Tahoma"/>
                <a:cs typeface="Tahoma"/>
              </a:rPr>
              <a:t>Functional Team</a:t>
            </a:r>
          </a:p>
          <a:p>
            <a:pPr marL="447675" indent="-180975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Authored </a:t>
            </a:r>
            <a:r>
              <a:rPr lang="en-IN" sz="1200" b="1" dirty="0">
                <a:solidFill>
                  <a:schemeClr val="bg1"/>
                </a:solidFill>
                <a:cs typeface="Calibri"/>
              </a:rPr>
              <a:t>150</a:t>
            </a:r>
            <a:r>
              <a:rPr lang="en-IN" sz="1200" dirty="0">
                <a:solidFill>
                  <a:schemeClr val="bg1"/>
                </a:solidFill>
                <a:cs typeface="Calibri"/>
              </a:rPr>
              <a:t> test cases and additional </a:t>
            </a:r>
            <a:r>
              <a:rPr lang="en-IN" sz="1200" b="1" dirty="0">
                <a:solidFill>
                  <a:schemeClr val="bg1"/>
                </a:solidFill>
                <a:cs typeface="Calibri"/>
              </a:rPr>
              <a:t>150</a:t>
            </a:r>
            <a:r>
              <a:rPr lang="en-IN" sz="1200" dirty="0">
                <a:solidFill>
                  <a:schemeClr val="bg1"/>
                </a:solidFill>
                <a:cs typeface="Calibri"/>
              </a:rPr>
              <a:t> executions for regression</a:t>
            </a:r>
            <a:endParaRPr lang="en-IN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447675" indent="-180975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Logged </a:t>
            </a:r>
            <a:r>
              <a:rPr lang="en-IN" sz="1200" b="1" dirty="0">
                <a:solidFill>
                  <a:schemeClr val="bg1"/>
                </a:solidFill>
                <a:cs typeface="Calibri"/>
              </a:rPr>
              <a:t>90</a:t>
            </a:r>
            <a:r>
              <a:rPr lang="en-IN" sz="1200" dirty="0">
                <a:solidFill>
                  <a:schemeClr val="bg1"/>
                </a:solidFill>
                <a:cs typeface="Calibri"/>
              </a:rPr>
              <a:t> bugs on PACT which were fixed and re-tested</a:t>
            </a:r>
            <a:endParaRPr lang="en-IN" sz="1200" dirty="0">
              <a:solidFill>
                <a:schemeClr val="bg1"/>
              </a:solidFill>
              <a:ea typeface="Tahoma"/>
              <a:cs typeface="Calibri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3049137-48AB-C4A3-9B41-5E1DAC6B52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7800291"/>
              </p:ext>
            </p:extLst>
          </p:nvPr>
        </p:nvGraphicFramePr>
        <p:xfrm>
          <a:off x="5591909" y="613064"/>
          <a:ext cx="6513196" cy="2815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34073AC-1ECA-1F90-8994-CC46328BE5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2680092"/>
              </p:ext>
            </p:extLst>
          </p:nvPr>
        </p:nvGraphicFramePr>
        <p:xfrm>
          <a:off x="5591909" y="3558920"/>
          <a:ext cx="6513195" cy="2686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9C1DAA1-9E50-40BE-B3CB-00D5A1D86DA1}"/>
              </a:ext>
            </a:extLst>
          </p:cNvPr>
          <p:cNvSpPr txBox="1"/>
          <p:nvPr/>
        </p:nvSpPr>
        <p:spPr>
          <a:xfrm>
            <a:off x="0" y="-1"/>
            <a:ext cx="12192000" cy="424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Calibri bold" panose="020F0702030404030204" pitchFamily="34" charset="0"/>
                <a:ea typeface="Segoe UI Black" panose="020B0A02040204020203" pitchFamily="34" charset="0"/>
                <a:cs typeface="Calibri bold" panose="020F0702030404030204" pitchFamily="34" charset="0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Libre2 &amp; Libre3, PACT</a:t>
            </a:r>
          </a:p>
        </p:txBody>
      </p:sp>
    </p:spTree>
    <p:extLst>
      <p:ext uri="{BB962C8B-B14F-4D97-AF65-F5344CB8AC3E}">
        <p14:creationId xmlns:p14="http://schemas.microsoft.com/office/powerpoint/2010/main" val="3507079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157093-480D-6415-A0A9-A1EED06F0DA2}"/>
              </a:ext>
            </a:extLst>
          </p:cNvPr>
          <p:cNvSpPr txBox="1"/>
          <p:nvPr/>
        </p:nvSpPr>
        <p:spPr>
          <a:xfrm>
            <a:off x="162560" y="128216"/>
            <a:ext cx="1202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="1">
              <a:solidFill>
                <a:schemeClr val="bg1"/>
              </a:solidFill>
              <a:ea typeface="Microsoft YaHei"/>
              <a:cs typeface="Mangal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8569F533-C0AB-56EA-2AB8-7574157FDCB6}"/>
              </a:ext>
            </a:extLst>
          </p:cNvPr>
          <p:cNvSpPr txBox="1"/>
          <p:nvPr/>
        </p:nvSpPr>
        <p:spPr>
          <a:xfrm>
            <a:off x="1" y="605005"/>
            <a:ext cx="5366084" cy="58255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Moonshot </a:t>
            </a: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Tahoma"/>
                <a:cs typeface="Tahoma"/>
              </a:rPr>
              <a:t>Functional &amp; Automation Team</a:t>
            </a:r>
            <a:endParaRPr lang="en-IN" sz="14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Successfully completed Dry Runs, totaling 342 test cases, including 193 algorithm, 139 automated and 10 manual test cases in CT2 AB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Successfully signed off the Moonshot CT2 AB DV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Authored 52 new automated and 1 manual test case for the newly developed </a:t>
            </a:r>
            <a:r>
              <a:rPr lang="en-US" sz="1200" dirty="0" err="1">
                <a:solidFill>
                  <a:schemeClr val="bg1"/>
                </a:solidFill>
                <a:cs typeface="Calibri"/>
              </a:rPr>
              <a:t>Autobolus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2.0 feature in CT2 CE release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Executed ad-hoc testing on 27 Pod scenarios and 22 scenarios on PDM build.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>
              <a:lnSpc>
                <a:spcPct val="150000"/>
              </a:lnSpc>
            </a:pPr>
            <a:endParaRPr lang="en-IN" sz="14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Smart Adjust 2.0 </a:t>
            </a: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Tahoma"/>
                <a:cs typeface="Tahoma"/>
              </a:rPr>
              <a:t>Functional &amp; Automation Team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 bold"/>
              </a:rPr>
              <a:t>Authored 16 automated and 2 manual test cases for the newly developed ADR (Automated Delivery Restricted) feature in SA 2.0 release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 bold"/>
              </a:rPr>
              <a:t>Optimized 43 Input Structure Algorithm test cases into 4 test cases using </a:t>
            </a:r>
            <a:r>
              <a:rPr lang="en-US" sz="1200" dirty="0" err="1">
                <a:solidFill>
                  <a:schemeClr val="bg1"/>
                </a:solidFill>
                <a:ea typeface="Calibri"/>
                <a:cs typeface="Calibri bold"/>
              </a:rPr>
              <a:t>Pytest</a:t>
            </a:r>
            <a:r>
              <a:rPr lang="en-US" sz="1200" dirty="0">
                <a:solidFill>
                  <a:schemeClr val="bg1"/>
                </a:solidFill>
                <a:ea typeface="Calibri"/>
                <a:cs typeface="Calibri bold"/>
              </a:rPr>
              <a:t> for improved efficiency</a:t>
            </a:r>
          </a:p>
          <a:p>
            <a:pPr>
              <a:lnSpc>
                <a:spcPct val="150000"/>
              </a:lnSpc>
            </a:pPr>
            <a:endParaRPr lang="en-IN" sz="14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Orion Algorithm Tool Validation </a:t>
            </a: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Tahoma"/>
                <a:cs typeface="Tahoma"/>
              </a:rPr>
              <a:t>Automation Team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ea typeface="Calibri"/>
                <a:cs typeface="Calibri bold"/>
              </a:rPr>
              <a:t>Developed a comprehensive software detail design document and successfully developed and executed 11 test cases to validate the tool’s functionality and ensure its accuracy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1BEB8-A940-2A48-F07E-F5662F6FA025}"/>
              </a:ext>
            </a:extLst>
          </p:cNvPr>
          <p:cNvSpPr txBox="1"/>
          <p:nvPr/>
        </p:nvSpPr>
        <p:spPr>
          <a:xfrm>
            <a:off x="-7589" y="-25522"/>
            <a:ext cx="119860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Moonshot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1AB4B3-87E5-DB99-B286-F425B18860D3}"/>
              </a:ext>
            </a:extLst>
          </p:cNvPr>
          <p:cNvSpPr txBox="1"/>
          <p:nvPr/>
        </p:nvSpPr>
        <p:spPr>
          <a:xfrm>
            <a:off x="5930203" y="5885823"/>
            <a:ext cx="61596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210" indent="-283210">
              <a:buFont typeface="Wingdings"/>
              <a:buChar char="v"/>
            </a:pPr>
            <a:r>
              <a:rPr lang="en-US" sz="1200">
                <a:solidFill>
                  <a:schemeClr val="bg1"/>
                </a:solidFill>
                <a:cs typeface="Calibri bold"/>
              </a:rPr>
              <a:t>Increase in CT2 AB  regression count due to multiple iterations  of regression testing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graph of a test execution overview&#10;&#10;Description automatically generated">
            <a:extLst>
              <a:ext uri="{FF2B5EF4-FFF2-40B4-BE49-F238E27FC236}">
                <a16:creationId xmlns:a16="http://schemas.microsoft.com/office/drawing/2014/main" id="{393A9796-8A9F-AEF9-6F06-3F3DD5E1C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840" y="968424"/>
            <a:ext cx="6412001" cy="471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157093-480D-6415-A0A9-A1EED06F0DA2}"/>
              </a:ext>
            </a:extLst>
          </p:cNvPr>
          <p:cNvSpPr txBox="1"/>
          <p:nvPr/>
        </p:nvSpPr>
        <p:spPr>
          <a:xfrm>
            <a:off x="162560" y="128216"/>
            <a:ext cx="1202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="1">
              <a:solidFill>
                <a:schemeClr val="bg1"/>
              </a:solidFill>
              <a:ea typeface="Microsoft YaHei"/>
              <a:cs typeface="Mangal"/>
            </a:endParaRP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8569F533-C0AB-56EA-2AB8-7574157FDCB6}"/>
              </a:ext>
            </a:extLst>
          </p:cNvPr>
          <p:cNvSpPr txBox="1"/>
          <p:nvPr/>
        </p:nvSpPr>
        <p:spPr>
          <a:xfrm>
            <a:off x="1" y="908852"/>
            <a:ext cx="5863388" cy="39326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Analyzed the open defects from other Pod platforms &amp; tested them in Atlas setup proactively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Ad-hoc testing performed to reproduce the 0x10 Alarm and Wake up testing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Total of 693 Test runs were completed for this project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Supported multiple iterations of testing for below functionalities and defects,</a:t>
            </a:r>
          </a:p>
          <a:p>
            <a:pPr marL="812800" lvl="1" indent="-177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Initialization Code changes</a:t>
            </a:r>
          </a:p>
          <a:p>
            <a:pPr marL="812800" lvl="1" indent="-177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Flash Encryption</a:t>
            </a:r>
          </a:p>
          <a:p>
            <a:pPr marL="812800" lvl="1" indent="-177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Binary Verification for Manufacturing Team</a:t>
            </a:r>
          </a:p>
          <a:p>
            <a:pPr marL="812800" lvl="1" indent="-177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Delay in Pod-PDM Communication</a:t>
            </a:r>
          </a:p>
          <a:p>
            <a:pPr marL="812800" lvl="1" indent="-177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LDO Trim Change </a:t>
            </a:r>
          </a:p>
          <a:p>
            <a:pPr marL="812800" lvl="1" indent="-177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Time based Occlusion regression</a:t>
            </a:r>
          </a:p>
          <a:p>
            <a:pPr marL="812800" lvl="1" indent="-177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solidFill>
                  <a:schemeClr val="bg1"/>
                </a:solidFill>
                <a:cs typeface="Calibri"/>
              </a:rPr>
              <a:t>Stack size changes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Team was ramped up to 4 HC to support Dry run and DV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Successfully signed off the Atlas DV after dry runs with 100% pass percentage</a:t>
            </a:r>
            <a:endParaRPr lang="en-IN" sz="12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1BEB8-A940-2A48-F07E-F5662F6FA025}"/>
              </a:ext>
            </a:extLst>
          </p:cNvPr>
          <p:cNvSpPr txBox="1"/>
          <p:nvPr/>
        </p:nvSpPr>
        <p:spPr>
          <a:xfrm>
            <a:off x="14183" y="-11796"/>
            <a:ext cx="119860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Atlas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7FCB252-7FDF-DC95-0DF2-22C4D3550B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5538365"/>
              </p:ext>
            </p:extLst>
          </p:nvPr>
        </p:nvGraphicFramePr>
        <p:xfrm>
          <a:off x="5863389" y="1118937"/>
          <a:ext cx="6245710" cy="3665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FD4A40-52B2-B35F-4B99-00ADA77BC649}"/>
              </a:ext>
            </a:extLst>
          </p:cNvPr>
          <p:cNvSpPr txBox="1"/>
          <p:nvPr/>
        </p:nvSpPr>
        <p:spPr>
          <a:xfrm>
            <a:off x="30480" y="638520"/>
            <a:ext cx="6816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u="sng" kern="0" dirty="0">
                <a:solidFill>
                  <a:schemeClr val="bg1"/>
                </a:solidFill>
                <a:latin typeface="+mj-lt"/>
                <a:cs typeface="Calibri"/>
              </a:rPr>
              <a:t>Atlas Functional </a:t>
            </a:r>
            <a:r>
              <a:rPr lang="en-IN" sz="1400" b="1" u="sng" kern="0" dirty="0">
                <a:solidFill>
                  <a:schemeClr val="bg1"/>
                </a:solidFill>
                <a:latin typeface="+mj-lt"/>
                <a:ea typeface="Tahoma"/>
                <a:cs typeface="Tahoma"/>
              </a:rPr>
              <a:t>Team</a:t>
            </a:r>
            <a:endParaRPr lang="en-IN" sz="1400" b="1" u="sng" kern="0" dirty="0">
              <a:solidFill>
                <a:schemeClr val="bg1"/>
              </a:solidFill>
              <a:latin typeface="+mj-lt"/>
              <a:ea typeface="Calibri"/>
              <a:cs typeface="Calibri"/>
            </a:endParaRPr>
          </a:p>
          <a:p>
            <a:endParaRPr lang="en-IN" sz="1400" b="1" u="sng" kern="0" dirty="0">
              <a:solidFill>
                <a:schemeClr val="bg1"/>
              </a:solidFill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0387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CC8539D-DFA6-F537-8F9B-F28838CB8B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9189557"/>
              </p:ext>
            </p:extLst>
          </p:nvPr>
        </p:nvGraphicFramePr>
        <p:xfrm>
          <a:off x="228133" y="768095"/>
          <a:ext cx="11716034" cy="5123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23">
            <a:extLst>
              <a:ext uri="{FF2B5EF4-FFF2-40B4-BE49-F238E27FC236}">
                <a16:creationId xmlns:a16="http://schemas.microsoft.com/office/drawing/2014/main" id="{41B1F552-9A43-6C51-13F8-9A8B2E76D1C0}"/>
              </a:ext>
            </a:extLst>
          </p:cNvPr>
          <p:cNvSpPr txBox="1"/>
          <p:nvPr/>
        </p:nvSpPr>
        <p:spPr>
          <a:xfrm>
            <a:off x="1" y="5928669"/>
            <a:ext cx="11662610" cy="3316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>
                <a:solidFill>
                  <a:schemeClr val="bg1"/>
                </a:solidFill>
                <a:cs typeface="Calibri"/>
              </a:rPr>
              <a:t>68.1% (946 out of 1388) of tests have been automated for the Project by 2024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36097-7A0E-CD91-86F8-80918D9BE7BE}"/>
              </a:ext>
            </a:extLst>
          </p:cNvPr>
          <p:cNvSpPr txBox="1"/>
          <p:nvPr/>
        </p:nvSpPr>
        <p:spPr>
          <a:xfrm>
            <a:off x="0" y="-55102"/>
            <a:ext cx="119860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Overall Test Cases - Protocol summary</a:t>
            </a:r>
          </a:p>
        </p:txBody>
      </p:sp>
    </p:spTree>
    <p:extLst>
      <p:ext uri="{BB962C8B-B14F-4D97-AF65-F5344CB8AC3E}">
        <p14:creationId xmlns:p14="http://schemas.microsoft.com/office/powerpoint/2010/main" val="404582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49234DF-6187-FC79-1266-9729AD1132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5842457"/>
              </p:ext>
            </p:extLst>
          </p:nvPr>
        </p:nvGraphicFramePr>
        <p:xfrm>
          <a:off x="248185" y="508227"/>
          <a:ext cx="11716034" cy="4576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C822376-F4DF-42B5-4502-5271215544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8034101"/>
              </p:ext>
            </p:extLst>
          </p:nvPr>
        </p:nvGraphicFramePr>
        <p:xfrm>
          <a:off x="141514" y="749808"/>
          <a:ext cx="11824907" cy="5150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3">
            <a:extLst>
              <a:ext uri="{FF2B5EF4-FFF2-40B4-BE49-F238E27FC236}">
                <a16:creationId xmlns:a16="http://schemas.microsoft.com/office/drawing/2014/main" id="{1D412385-C0E7-E23D-3E14-F38DCC821059}"/>
              </a:ext>
            </a:extLst>
          </p:cNvPr>
          <p:cNvSpPr txBox="1"/>
          <p:nvPr/>
        </p:nvSpPr>
        <p:spPr>
          <a:xfrm>
            <a:off x="141515" y="6004869"/>
            <a:ext cx="11662610" cy="3316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1778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In July, August and September months Lab Utilization improved due to Multiple Dry Runs for Orion LMR and SA 2.0 </a:t>
            </a:r>
            <a:endParaRPr lang="en-US">
              <a:solidFill>
                <a:schemeClr val="bg1"/>
              </a:solidFill>
              <a:ea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800E9-9235-6AE2-4E89-7ABE548D9120}"/>
              </a:ext>
            </a:extLst>
          </p:cNvPr>
          <p:cNvSpPr txBox="1"/>
          <p:nvPr/>
        </p:nvSpPr>
        <p:spPr>
          <a:xfrm>
            <a:off x="0" y="-27767"/>
            <a:ext cx="119860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24x7 Test Automation Lab utilization</a:t>
            </a:r>
          </a:p>
        </p:txBody>
      </p:sp>
    </p:spTree>
    <p:extLst>
      <p:ext uri="{BB962C8B-B14F-4D97-AF65-F5344CB8AC3E}">
        <p14:creationId xmlns:p14="http://schemas.microsoft.com/office/powerpoint/2010/main" val="541834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58F34-9FEB-1F4A-21B5-1DF28B222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D224284-9661-0C74-3E65-1091C00342C7}"/>
              </a:ext>
            </a:extLst>
          </p:cNvPr>
          <p:cNvGraphicFramePr>
            <a:graphicFrameLocks/>
          </p:cNvGraphicFramePr>
          <p:nvPr/>
        </p:nvGraphicFramePr>
        <p:xfrm>
          <a:off x="248185" y="508227"/>
          <a:ext cx="11716034" cy="4576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3">
            <a:extLst>
              <a:ext uri="{FF2B5EF4-FFF2-40B4-BE49-F238E27FC236}">
                <a16:creationId xmlns:a16="http://schemas.microsoft.com/office/drawing/2014/main" id="{379B1601-7A62-A198-9C04-3D34F844735C}"/>
              </a:ext>
            </a:extLst>
          </p:cNvPr>
          <p:cNvSpPr txBox="1"/>
          <p:nvPr/>
        </p:nvSpPr>
        <p:spPr>
          <a:xfrm>
            <a:off x="141515" y="6004869"/>
            <a:ext cx="11662610" cy="3316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177800" algn="ctr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In January, April and July months Test Script execution count is High due to Multiple Dry Runs for Orion, G7 and SA 2.0 </a:t>
            </a:r>
            <a:endParaRPr lang="en-US" dirty="0">
              <a:solidFill>
                <a:schemeClr val="bg1"/>
              </a:solidFill>
              <a:ea typeface="Tahoma"/>
              <a:cs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BFA2F-6282-664F-A6E5-AF418FD50312}"/>
              </a:ext>
            </a:extLst>
          </p:cNvPr>
          <p:cNvSpPr txBox="1"/>
          <p:nvPr/>
        </p:nvSpPr>
        <p:spPr>
          <a:xfrm>
            <a:off x="0" y="-17828"/>
            <a:ext cx="119860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24x7 Automation Lab Test Case Execution Summary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A4E2D0F-F1BE-B14F-4512-79B00B7271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8239743"/>
              </p:ext>
            </p:extLst>
          </p:nvPr>
        </p:nvGraphicFramePr>
        <p:xfrm>
          <a:off x="248185" y="824505"/>
          <a:ext cx="11561850" cy="4965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90787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8B242F-B2A0-5EB0-0997-1148F0440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6243"/>
            <a:ext cx="12192000" cy="945514"/>
          </a:xfrm>
        </p:spPr>
        <p:txBody>
          <a:bodyPr>
            <a:normAutofit/>
          </a:bodyPr>
          <a:lstStyle/>
          <a:p>
            <a:pPr marL="360363"/>
            <a:r>
              <a:rPr lang="en-IN" dirty="0">
                <a:solidFill>
                  <a:srgbClr val="F68D76"/>
                </a:solidFill>
              </a:rPr>
              <a:t>Systems DV Team Summary</a:t>
            </a:r>
          </a:p>
        </p:txBody>
      </p:sp>
    </p:spTree>
    <p:extLst>
      <p:ext uri="{BB962C8B-B14F-4D97-AF65-F5344CB8AC3E}">
        <p14:creationId xmlns:p14="http://schemas.microsoft.com/office/powerpoint/2010/main" val="2580635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4A7FD2-0E62-3C81-DAD3-86859AB5B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0" y="-149398"/>
            <a:ext cx="11795351" cy="622787"/>
          </a:xfrm>
        </p:spPr>
        <p:txBody>
          <a:bodyPr>
            <a:noAutofit/>
          </a:bodyPr>
          <a:lstStyle/>
          <a:p>
            <a:pPr lvl="1" algn="l" defTabSz="685800" rtl="0"/>
            <a:r>
              <a:rPr lang="en-US" sz="2400" b="1" kern="12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Systems</a:t>
            </a:r>
            <a:r>
              <a:rPr lang="en-US" sz="3200" b="1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lang="en-US" sz="2400" b="1" kern="12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DV Team –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0E02C9-AA95-DB72-DF15-8FCB1F16AD93}"/>
              </a:ext>
            </a:extLst>
          </p:cNvPr>
          <p:cNvSpPr txBox="1"/>
          <p:nvPr/>
        </p:nvSpPr>
        <p:spPr>
          <a:xfrm>
            <a:off x="9965831" y="2088338"/>
            <a:ext cx="640512" cy="408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1219170">
              <a:defRPr/>
            </a:pPr>
            <a:r>
              <a:rPr lang="en-US" sz="900" b="1">
                <a:latin typeface="Calibri"/>
              </a:rPr>
              <a:t>Apr’23 – Aug’24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AB48FA-7F39-8B4E-4BEA-DD50D9AADB59}"/>
              </a:ext>
            </a:extLst>
          </p:cNvPr>
          <p:cNvCxnSpPr>
            <a:cxnSpLocks/>
          </p:cNvCxnSpPr>
          <p:nvPr/>
        </p:nvCxnSpPr>
        <p:spPr>
          <a:xfrm flipV="1">
            <a:off x="10286087" y="1655829"/>
            <a:ext cx="0" cy="172472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9000">
                  <a:srgbClr val="0085F2"/>
                </a:gs>
                <a:gs pos="83000">
                  <a:srgbClr val="005EAC"/>
                </a:gs>
                <a:gs pos="100000">
                  <a:srgbClr val="004B87"/>
                </a:gs>
              </a:gsLst>
              <a:lin ang="5400000" scaled="1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98313A1-E7C5-44E4-51AB-499282A6CF83}"/>
              </a:ext>
            </a:extLst>
          </p:cNvPr>
          <p:cNvSpPr/>
          <p:nvPr/>
        </p:nvSpPr>
        <p:spPr>
          <a:xfrm>
            <a:off x="0" y="579401"/>
            <a:ext cx="12170933" cy="5751825"/>
          </a:xfrm>
          <a:prstGeom prst="rect">
            <a:avLst/>
          </a:prstGeom>
          <a:noFill/>
          <a:ln w="55000" cap="flat" cmpd="thickThin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2ADB0-80F2-E0EC-99F0-ECD3B735E57C}"/>
              </a:ext>
            </a:extLst>
          </p:cNvPr>
          <p:cNvSpPr txBox="1"/>
          <p:nvPr/>
        </p:nvSpPr>
        <p:spPr>
          <a:xfrm>
            <a:off x="5590976" y="3073729"/>
            <a:ext cx="3672767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Gained knowledge in handling various sensors and pods </a:t>
            </a:r>
            <a:endParaRPr lang="en-US" dirty="0">
              <a:solidFill>
                <a:schemeClr val="bg1"/>
              </a:solidFill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Pods - Atlas, Orion, G6, G7, Libre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Sensors - WAB, G6, G7 Emulator boards, Si-Lab, V&amp;V, Production Equivalent, Libre E, E2 etc..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Pod Programming 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Built the competency to work on multiple programming stations to program the pods for Atlas, Orion, G6 G7, Libre, Op5 Gen1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Owned maximum protocols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Performed below activities in parallel to DVs: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iOS FMR Pre &amp; Final Dry runs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Atlas Reg , v3.1.1, v3.1.2, Dry runs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Cloud 4.6.0 CVST EU Dry runs 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Libre 3 Integration1 Dry runs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Orion Final Dry runs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GRS/ GUI Defect Retesting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iOS 2.0 G6/G7 integration testing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Phyton version has been updated to v6.31.01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Ad-hoc Testing for all the projects and identified 55+ defects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</p:txBody>
      </p:sp>
      <p:sp>
        <p:nvSpPr>
          <p:cNvPr id="15" name="Freeform 98">
            <a:extLst>
              <a:ext uri="{FF2B5EF4-FFF2-40B4-BE49-F238E27FC236}">
                <a16:creationId xmlns:a16="http://schemas.microsoft.com/office/drawing/2014/main" id="{1A8ABF21-32C4-4C72-6DE5-566CB18061CF}"/>
              </a:ext>
            </a:extLst>
          </p:cNvPr>
          <p:cNvSpPr/>
          <p:nvPr/>
        </p:nvSpPr>
        <p:spPr>
          <a:xfrm>
            <a:off x="240673" y="1631270"/>
            <a:ext cx="11795612" cy="1496325"/>
          </a:xfrm>
          <a:custGeom>
            <a:avLst/>
            <a:gdLst>
              <a:gd name="connsiteX0" fmla="*/ 0 w 6718300"/>
              <a:gd name="connsiteY0" fmla="*/ 2336800 h 2336800"/>
              <a:gd name="connsiteX1" fmla="*/ 596900 w 6718300"/>
              <a:gd name="connsiteY1" fmla="*/ 2311400 h 2336800"/>
              <a:gd name="connsiteX2" fmla="*/ 1130300 w 6718300"/>
              <a:gd name="connsiteY2" fmla="*/ 2057400 h 2336800"/>
              <a:gd name="connsiteX3" fmla="*/ 1790700 w 6718300"/>
              <a:gd name="connsiteY3" fmla="*/ 1917700 h 2336800"/>
              <a:gd name="connsiteX4" fmla="*/ 2514600 w 6718300"/>
              <a:gd name="connsiteY4" fmla="*/ 1930400 h 2336800"/>
              <a:gd name="connsiteX5" fmla="*/ 3035300 w 6718300"/>
              <a:gd name="connsiteY5" fmla="*/ 1612900 h 2336800"/>
              <a:gd name="connsiteX6" fmla="*/ 3594100 w 6718300"/>
              <a:gd name="connsiteY6" fmla="*/ 1473200 h 2336800"/>
              <a:gd name="connsiteX7" fmla="*/ 4191000 w 6718300"/>
              <a:gd name="connsiteY7" fmla="*/ 1447800 h 2336800"/>
              <a:gd name="connsiteX8" fmla="*/ 4762500 w 6718300"/>
              <a:gd name="connsiteY8" fmla="*/ 1206500 h 2336800"/>
              <a:gd name="connsiteX9" fmla="*/ 5092700 w 6718300"/>
              <a:gd name="connsiteY9" fmla="*/ 927100 h 2336800"/>
              <a:gd name="connsiteX10" fmla="*/ 5740400 w 6718300"/>
              <a:gd name="connsiteY10" fmla="*/ 711200 h 2336800"/>
              <a:gd name="connsiteX11" fmla="*/ 6096000 w 6718300"/>
              <a:gd name="connsiteY11" fmla="*/ 444500 h 2336800"/>
              <a:gd name="connsiteX12" fmla="*/ 6718300 w 6718300"/>
              <a:gd name="connsiteY12" fmla="*/ 0 h 2336800"/>
              <a:gd name="connsiteX13" fmla="*/ 6718300 w 6718300"/>
              <a:gd name="connsiteY13" fmla="*/ 0 h 233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718300" h="2336800">
                <a:moveTo>
                  <a:pt x="0" y="2336800"/>
                </a:moveTo>
                <a:lnTo>
                  <a:pt x="596900" y="2311400"/>
                </a:lnTo>
                <a:cubicBezTo>
                  <a:pt x="785283" y="2264833"/>
                  <a:pt x="931333" y="2123017"/>
                  <a:pt x="1130300" y="2057400"/>
                </a:cubicBezTo>
                <a:cubicBezTo>
                  <a:pt x="1329267" y="1991783"/>
                  <a:pt x="1559983" y="1938867"/>
                  <a:pt x="1790700" y="1917700"/>
                </a:cubicBezTo>
                <a:cubicBezTo>
                  <a:pt x="2021417" y="1896533"/>
                  <a:pt x="2307167" y="1981200"/>
                  <a:pt x="2514600" y="1930400"/>
                </a:cubicBezTo>
                <a:cubicBezTo>
                  <a:pt x="2722033" y="1879600"/>
                  <a:pt x="2855383" y="1689100"/>
                  <a:pt x="3035300" y="1612900"/>
                </a:cubicBezTo>
                <a:cubicBezTo>
                  <a:pt x="3215217" y="1536700"/>
                  <a:pt x="3401483" y="1500717"/>
                  <a:pt x="3594100" y="1473200"/>
                </a:cubicBezTo>
                <a:cubicBezTo>
                  <a:pt x="3786717" y="1445683"/>
                  <a:pt x="3996267" y="1492250"/>
                  <a:pt x="4191000" y="1447800"/>
                </a:cubicBezTo>
                <a:cubicBezTo>
                  <a:pt x="4385733" y="1403350"/>
                  <a:pt x="4612217" y="1293283"/>
                  <a:pt x="4762500" y="1206500"/>
                </a:cubicBezTo>
                <a:cubicBezTo>
                  <a:pt x="4912783" y="1119717"/>
                  <a:pt x="4929717" y="1009650"/>
                  <a:pt x="5092700" y="927100"/>
                </a:cubicBezTo>
                <a:cubicBezTo>
                  <a:pt x="5255683" y="844550"/>
                  <a:pt x="5573183" y="791633"/>
                  <a:pt x="5740400" y="711200"/>
                </a:cubicBezTo>
                <a:cubicBezTo>
                  <a:pt x="5907617" y="630767"/>
                  <a:pt x="5933017" y="563033"/>
                  <a:pt x="6096000" y="444500"/>
                </a:cubicBezTo>
                <a:cubicBezTo>
                  <a:pt x="6258983" y="325967"/>
                  <a:pt x="6718300" y="0"/>
                  <a:pt x="6718300" y="0"/>
                </a:cubicBezTo>
                <a:lnTo>
                  <a:pt x="6718300" y="0"/>
                </a:lnTo>
              </a:path>
            </a:pathLst>
          </a:custGeom>
          <a:noFill/>
          <a:ln w="101600">
            <a:gradFill>
              <a:gsLst>
                <a:gs pos="81000">
                  <a:schemeClr val="accent6">
                    <a:lumMod val="75000"/>
                  </a:schemeClr>
                </a:gs>
                <a:gs pos="5000">
                  <a:schemeClr val="accent6">
                    <a:lumMod val="40000"/>
                    <a:lumOff val="60000"/>
                  </a:schemeClr>
                </a:gs>
              </a:gsLst>
              <a:lin ang="0" scaled="0"/>
            </a:gra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11B488-63D8-A396-8D49-FF98045E426A}"/>
              </a:ext>
            </a:extLst>
          </p:cNvPr>
          <p:cNvGrpSpPr/>
          <p:nvPr/>
        </p:nvGrpSpPr>
        <p:grpSpPr>
          <a:xfrm>
            <a:off x="734924" y="2634975"/>
            <a:ext cx="933515" cy="886212"/>
            <a:chOff x="2480906" y="3524226"/>
            <a:chExt cx="716934" cy="71693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412138D-D449-92A5-E771-31EF3D4A4994}"/>
                </a:ext>
              </a:extLst>
            </p:cNvPr>
            <p:cNvSpPr/>
            <p:nvPr/>
          </p:nvSpPr>
          <p:spPr>
            <a:xfrm>
              <a:off x="2480906" y="3524226"/>
              <a:ext cx="716934" cy="716934"/>
            </a:xfrm>
            <a:prstGeom prst="ellipse">
              <a:avLst/>
            </a:prstGeom>
            <a:solidFill>
              <a:srgbClr val="FFD25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85E34CB-6302-C1DD-4680-D81D50F9BD81}"/>
                </a:ext>
              </a:extLst>
            </p:cNvPr>
            <p:cNvSpPr/>
            <p:nvPr/>
          </p:nvSpPr>
          <p:spPr>
            <a:xfrm>
              <a:off x="2577255" y="3620574"/>
              <a:ext cx="524235" cy="524235"/>
            </a:xfrm>
            <a:prstGeom prst="ellipse">
              <a:avLst/>
            </a:prstGeom>
            <a:solidFill>
              <a:srgbClr val="FFD253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>
                <a:solidFill>
                  <a:schemeClr val="bg1"/>
                </a:solidFill>
                <a:latin typeface="Calibri"/>
              </a:endParaRP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1189BF-8703-3D8F-7418-DEA448F46A0A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996730" y="1947804"/>
            <a:ext cx="0" cy="477682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9000">
                  <a:srgbClr val="0085F2"/>
                </a:gs>
                <a:gs pos="83000">
                  <a:srgbClr val="005EAC"/>
                </a:gs>
                <a:gs pos="100000">
                  <a:srgbClr val="004B87"/>
                </a:gs>
              </a:gsLst>
              <a:lin ang="5400000" scaled="1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EC948F-13F7-46A8-F9EB-82924BAE28A4}"/>
              </a:ext>
            </a:extLst>
          </p:cNvPr>
          <p:cNvGrpSpPr/>
          <p:nvPr/>
        </p:nvGrpSpPr>
        <p:grpSpPr>
          <a:xfrm>
            <a:off x="3533834" y="2425486"/>
            <a:ext cx="925791" cy="886212"/>
            <a:chOff x="3598506" y="3524226"/>
            <a:chExt cx="716934" cy="71693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B073F8D-271B-7398-F4B7-809DC83F57F6}"/>
                </a:ext>
              </a:extLst>
            </p:cNvPr>
            <p:cNvSpPr/>
            <p:nvPr/>
          </p:nvSpPr>
          <p:spPr>
            <a:xfrm>
              <a:off x="3598506" y="3524226"/>
              <a:ext cx="716934" cy="716934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2EA47E8-9B1D-913D-DEC8-CBF14A931B31}"/>
                </a:ext>
              </a:extLst>
            </p:cNvPr>
            <p:cNvSpPr/>
            <p:nvPr/>
          </p:nvSpPr>
          <p:spPr>
            <a:xfrm>
              <a:off x="3694856" y="3603888"/>
              <a:ext cx="524235" cy="557005"/>
            </a:xfrm>
            <a:prstGeom prst="ellipse">
              <a:avLst/>
            </a:prstGeom>
            <a:solidFill>
              <a:srgbClr val="00B0F0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>
                <a:solidFill>
                  <a:schemeClr val="bg1"/>
                </a:solidFill>
                <a:latin typeface="Calibri"/>
              </a:endParaRP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EF70C4A-F740-683C-0919-E5ACCC3AB107}"/>
              </a:ext>
            </a:extLst>
          </p:cNvPr>
          <p:cNvCxnSpPr>
            <a:cxnSpLocks/>
          </p:cNvCxnSpPr>
          <p:nvPr/>
        </p:nvCxnSpPr>
        <p:spPr>
          <a:xfrm flipH="1" flipV="1">
            <a:off x="7122235" y="1860737"/>
            <a:ext cx="2465" cy="315687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9000">
                  <a:srgbClr val="0085F2"/>
                </a:gs>
                <a:gs pos="83000">
                  <a:srgbClr val="005EAC"/>
                </a:gs>
                <a:gs pos="100000">
                  <a:srgbClr val="004B87"/>
                </a:gs>
              </a:gsLst>
              <a:lin ang="5400000" scaled="1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2B4907-2424-7C36-06E6-50416244C450}"/>
              </a:ext>
            </a:extLst>
          </p:cNvPr>
          <p:cNvGrpSpPr/>
          <p:nvPr/>
        </p:nvGrpSpPr>
        <p:grpSpPr>
          <a:xfrm>
            <a:off x="6704301" y="2132072"/>
            <a:ext cx="872263" cy="861774"/>
            <a:chOff x="3598506" y="3524226"/>
            <a:chExt cx="716934" cy="71693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F1A5411-4BB7-081A-6EF2-082C34015875}"/>
                </a:ext>
              </a:extLst>
            </p:cNvPr>
            <p:cNvSpPr/>
            <p:nvPr/>
          </p:nvSpPr>
          <p:spPr>
            <a:xfrm>
              <a:off x="3598506" y="3524226"/>
              <a:ext cx="716934" cy="716934"/>
            </a:xfrm>
            <a:prstGeom prst="ellipse">
              <a:avLst/>
            </a:prstGeom>
            <a:solidFill>
              <a:srgbClr val="867FC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741460B-41F6-2BE0-FA5F-1C20772D2D6D}"/>
                </a:ext>
              </a:extLst>
            </p:cNvPr>
            <p:cNvSpPr/>
            <p:nvPr/>
          </p:nvSpPr>
          <p:spPr>
            <a:xfrm>
              <a:off x="3694856" y="3620576"/>
              <a:ext cx="524235" cy="524235"/>
            </a:xfrm>
            <a:prstGeom prst="ellipse">
              <a:avLst/>
            </a:prstGeom>
            <a:solidFill>
              <a:srgbClr val="867FC5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>
                <a:solidFill>
                  <a:schemeClr val="bg1"/>
                </a:solidFill>
                <a:latin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38D525B-A87C-7A08-5E89-7E1009DA08D1}"/>
              </a:ext>
            </a:extLst>
          </p:cNvPr>
          <p:cNvSpPr txBox="1"/>
          <p:nvPr/>
        </p:nvSpPr>
        <p:spPr>
          <a:xfrm>
            <a:off x="742285" y="2973287"/>
            <a:ext cx="911143" cy="2398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 defTabSz="1219170">
              <a:defRPr/>
            </a:pPr>
            <a:r>
              <a:rPr lang="en-US" sz="900" b="1">
                <a:latin typeface="+mj-lt"/>
              </a:rPr>
              <a:t>2024-Q1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225A7C-FF1C-B364-0261-CC983BB7E9CD}"/>
              </a:ext>
            </a:extLst>
          </p:cNvPr>
          <p:cNvSpPr txBox="1"/>
          <p:nvPr/>
        </p:nvSpPr>
        <p:spPr>
          <a:xfrm>
            <a:off x="3567757" y="2789217"/>
            <a:ext cx="837428" cy="2671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 defTabSz="1219170">
              <a:defRPr/>
            </a:pPr>
            <a:r>
              <a:rPr lang="en-US" sz="900" b="1">
                <a:latin typeface="+mj-lt"/>
                <a:ea typeface="Tahoma"/>
                <a:cs typeface="Tahoma"/>
              </a:rPr>
              <a:t>2024-Q2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B2F855-F884-46BD-FA2B-0D192B734889}"/>
              </a:ext>
            </a:extLst>
          </p:cNvPr>
          <p:cNvSpPr txBox="1"/>
          <p:nvPr/>
        </p:nvSpPr>
        <p:spPr>
          <a:xfrm flipH="1">
            <a:off x="6769695" y="2483509"/>
            <a:ext cx="731921" cy="2991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 defTabSz="1219170">
              <a:defRPr/>
            </a:pPr>
            <a:r>
              <a:rPr lang="en-US" sz="900" b="1">
                <a:ea typeface="Tahoma"/>
                <a:cs typeface="Tahoma"/>
              </a:rPr>
              <a:t>2024-Q3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3625DC-A171-8ED0-725B-D77A6A54817A}"/>
              </a:ext>
            </a:extLst>
          </p:cNvPr>
          <p:cNvSpPr txBox="1"/>
          <p:nvPr/>
        </p:nvSpPr>
        <p:spPr>
          <a:xfrm>
            <a:off x="114762" y="3627199"/>
            <a:ext cx="2504319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Along with major DVs, supported below Activities:</a:t>
            </a:r>
            <a:endParaRPr lang="en-US" dirty="0">
              <a:solidFill>
                <a:schemeClr val="bg1"/>
              </a:solidFill>
            </a:endParaRPr>
          </a:p>
          <a:p>
            <a:pPr marL="638810" lvl="1" indent="-171450">
              <a:buClr>
                <a:schemeClr val="bg1"/>
              </a:buClr>
              <a:buFont typeface="Wingdings" panose="05000000000000000000" pitchFamily="2" charset="2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iOS LMR Final Dry runs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5000000000000000000" pitchFamily="2" charset="2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PEIT, BLT Testing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5000000000000000000" pitchFamily="2" charset="2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9.0.3 Effort 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Hardware: Additional SI tool setups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Ad-hoc Testing for all the projects and identified 40+ defects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Base lined and identified adhoc scenarios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7B0EA4-EC76-AB1C-AEF6-43DBE8343CD5}"/>
              </a:ext>
            </a:extLst>
          </p:cNvPr>
          <p:cNvSpPr txBox="1"/>
          <p:nvPr/>
        </p:nvSpPr>
        <p:spPr>
          <a:xfrm>
            <a:off x="2576352" y="3531702"/>
            <a:ext cx="3014624" cy="24006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Performed below activities in parallel to DVs:</a:t>
            </a:r>
            <a:endParaRPr lang="en-US" dirty="0">
              <a:solidFill>
                <a:schemeClr val="bg1"/>
              </a:solidFill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Weak Signal, External Flash Reliability Testing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9.0.3 PEIT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V3.1 Final Dry runs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Orion IP7 Dry runs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Atlas Final Dry runs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Battery Life Testing Support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SME activities for all the protocols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Initial Reviews, Test Case Updates, Test Reports support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Hardware: Additional devices of Samsung S22 and iPhones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Ad-hoc Testing for all the projects and identified 30+ defects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DE1E8AE-F16C-70D5-9969-95AF56B49EAB}"/>
              </a:ext>
            </a:extLst>
          </p:cNvPr>
          <p:cNvCxnSpPr>
            <a:cxnSpLocks/>
          </p:cNvCxnSpPr>
          <p:nvPr/>
        </p:nvCxnSpPr>
        <p:spPr>
          <a:xfrm flipV="1">
            <a:off x="1211620" y="1773201"/>
            <a:ext cx="0" cy="861774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9000">
                  <a:srgbClr val="0085F2"/>
                </a:gs>
                <a:gs pos="83000">
                  <a:srgbClr val="005EAC"/>
                </a:gs>
                <a:gs pos="100000">
                  <a:srgbClr val="004B87"/>
                </a:gs>
              </a:gsLst>
              <a:lin ang="5400000" scaled="1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59F132D-7600-B93F-375C-C9FFAA2EC1C5}"/>
              </a:ext>
            </a:extLst>
          </p:cNvPr>
          <p:cNvSpPr txBox="1"/>
          <p:nvPr/>
        </p:nvSpPr>
        <p:spPr>
          <a:xfrm>
            <a:off x="5819753" y="652902"/>
            <a:ext cx="2991677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0160">
              <a:buClr>
                <a:schemeClr val="bg1"/>
              </a:buClr>
              <a:defRPr/>
            </a:pPr>
            <a:r>
              <a:rPr lang="en-US" sz="1050" b="1" dirty="0">
                <a:solidFill>
                  <a:schemeClr val="bg1"/>
                </a:solidFill>
              </a:rPr>
              <a:t>DVs</a:t>
            </a:r>
            <a:endParaRPr lang="en-US" sz="105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170B6D-D0EE-3E40-BFDD-C196210BA738}"/>
              </a:ext>
            </a:extLst>
          </p:cNvPr>
          <p:cNvSpPr txBox="1"/>
          <p:nvPr/>
        </p:nvSpPr>
        <p:spPr>
          <a:xfrm>
            <a:off x="2576352" y="756278"/>
            <a:ext cx="1349975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0160">
              <a:buClr>
                <a:schemeClr val="bg1"/>
              </a:buClr>
              <a:defRPr/>
            </a:pPr>
            <a:r>
              <a:rPr lang="en-US" sz="1050" b="1" dirty="0">
                <a:solidFill>
                  <a:schemeClr val="bg1"/>
                </a:solidFill>
              </a:rPr>
              <a:t>DVs</a:t>
            </a:r>
            <a:endParaRPr lang="en-US" sz="105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02A10E-59DC-EDA0-97C1-72113AACB246}"/>
              </a:ext>
            </a:extLst>
          </p:cNvPr>
          <p:cNvSpPr txBox="1"/>
          <p:nvPr/>
        </p:nvSpPr>
        <p:spPr>
          <a:xfrm>
            <a:off x="233324" y="692432"/>
            <a:ext cx="1545145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0160">
              <a:buClr>
                <a:schemeClr val="bg1"/>
              </a:buClr>
              <a:defRPr/>
            </a:pPr>
            <a:r>
              <a:rPr lang="en-US" sz="1050" b="1" dirty="0">
                <a:solidFill>
                  <a:schemeClr val="bg1"/>
                </a:solidFill>
              </a:rPr>
              <a:t>DVs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D87940-E409-07E9-4B6B-8560C316992C}"/>
              </a:ext>
            </a:extLst>
          </p:cNvPr>
          <p:cNvCxnSpPr>
            <a:cxnSpLocks/>
          </p:cNvCxnSpPr>
          <p:nvPr/>
        </p:nvCxnSpPr>
        <p:spPr>
          <a:xfrm flipV="1">
            <a:off x="10339889" y="1480236"/>
            <a:ext cx="0" cy="172472"/>
          </a:xfrm>
          <a:prstGeom prst="straightConnector1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9000">
                  <a:srgbClr val="0085F2"/>
                </a:gs>
                <a:gs pos="83000">
                  <a:srgbClr val="005EAC"/>
                </a:gs>
                <a:gs pos="100000">
                  <a:srgbClr val="004B87"/>
                </a:gs>
              </a:gsLst>
              <a:lin ang="5400000" scaled="1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30C432-762A-215B-0382-6ED67E4FC8ED}"/>
              </a:ext>
            </a:extLst>
          </p:cNvPr>
          <p:cNvGrpSpPr/>
          <p:nvPr/>
        </p:nvGrpSpPr>
        <p:grpSpPr>
          <a:xfrm>
            <a:off x="9886345" y="1650152"/>
            <a:ext cx="872263" cy="861774"/>
            <a:chOff x="3598506" y="3524226"/>
            <a:chExt cx="716934" cy="716934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E0C6E75-319D-BB1E-1615-4E5198130E25}"/>
                </a:ext>
              </a:extLst>
            </p:cNvPr>
            <p:cNvSpPr/>
            <p:nvPr/>
          </p:nvSpPr>
          <p:spPr>
            <a:xfrm>
              <a:off x="3598506" y="3524226"/>
              <a:ext cx="716934" cy="716934"/>
            </a:xfrm>
            <a:prstGeom prst="ellipse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>
                <a:solidFill>
                  <a:schemeClr val="bg1"/>
                </a:solidFill>
                <a:latin typeface="Calibri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39AEB90-5C8E-93CB-1E73-4CF795E58AA3}"/>
                </a:ext>
              </a:extLst>
            </p:cNvPr>
            <p:cNvSpPr/>
            <p:nvPr/>
          </p:nvSpPr>
          <p:spPr>
            <a:xfrm>
              <a:off x="3694856" y="3620576"/>
              <a:ext cx="524235" cy="524235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>
                <a:defRPr/>
              </a:pPr>
              <a:endParaRPr lang="en-US">
                <a:solidFill>
                  <a:schemeClr val="bg1"/>
                </a:solidFill>
                <a:latin typeface="Calibri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B538E09-15B6-E465-E123-636DBD1ABBCA}"/>
              </a:ext>
            </a:extLst>
          </p:cNvPr>
          <p:cNvSpPr txBox="1"/>
          <p:nvPr/>
        </p:nvSpPr>
        <p:spPr>
          <a:xfrm flipH="1">
            <a:off x="9965245" y="1941190"/>
            <a:ext cx="731921" cy="2495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 defTabSz="1219170">
              <a:defRPr/>
            </a:pPr>
            <a:r>
              <a:rPr lang="en-US" sz="900" b="1">
                <a:ea typeface="Tahoma"/>
                <a:cs typeface="Tahoma"/>
              </a:rPr>
              <a:t>2024-Q4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1B5544-7193-EBF5-9B9D-2C9A4B119C52}"/>
              </a:ext>
            </a:extLst>
          </p:cNvPr>
          <p:cNvSpPr txBox="1"/>
          <p:nvPr/>
        </p:nvSpPr>
        <p:spPr>
          <a:xfrm>
            <a:off x="9145896" y="602686"/>
            <a:ext cx="2805431" cy="2539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0160">
              <a:buClr>
                <a:schemeClr val="bg1"/>
              </a:buClr>
              <a:defRPr/>
            </a:pPr>
            <a:r>
              <a:rPr lang="en-US" sz="1050" b="1" dirty="0">
                <a:solidFill>
                  <a:schemeClr val="bg1"/>
                </a:solidFill>
              </a:rPr>
              <a:t>DVs</a:t>
            </a:r>
            <a:endParaRPr lang="en-US" sz="105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8EE899-3046-FDC0-0E21-4C841C2F48D0}"/>
              </a:ext>
            </a:extLst>
          </p:cNvPr>
          <p:cNvSpPr txBox="1"/>
          <p:nvPr/>
        </p:nvSpPr>
        <p:spPr>
          <a:xfrm>
            <a:off x="9105728" y="2957313"/>
            <a:ext cx="3183833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Performing below activities in parallel to DVs:</a:t>
            </a:r>
            <a:endParaRPr lang="en-US" dirty="0">
              <a:solidFill>
                <a:schemeClr val="bg1"/>
              </a:solidFill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iOS 1.1.3 Dry runs 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Cloud 4.6.0 US Dry runs 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638810" lvl="1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v2.0  Dry runs 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iOS 2.0 weekly regression testing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iOS 1.1.3 GRS DV Testing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Hardware: Additional Laptops, RF boxes initiated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00" dirty="0">
                <a:solidFill>
                  <a:schemeClr val="bg1"/>
                </a:solidFill>
              </a:rPr>
              <a:t>Ad-hoc Testing for all the projects and identified 5+ defects</a:t>
            </a:r>
            <a:endParaRPr lang="en-US" sz="1000" dirty="0">
              <a:solidFill>
                <a:schemeClr val="bg1"/>
              </a:solidFill>
              <a:ea typeface="Tahoma"/>
              <a:cs typeface="Tahom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A90B1E-890D-5C4B-58DE-469002E2F7D5}"/>
              </a:ext>
            </a:extLst>
          </p:cNvPr>
          <p:cNvSpPr txBox="1"/>
          <p:nvPr/>
        </p:nvSpPr>
        <p:spPr>
          <a:xfrm>
            <a:off x="310545" y="860886"/>
            <a:ext cx="182089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3.0 G6/G7 DV</a:t>
            </a: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Libre 2.0 Clinical DV</a:t>
            </a: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Cloud 4.4.2 DV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B2673-F7B1-D7CA-1917-2D6E630AC2CA}"/>
              </a:ext>
            </a:extLst>
          </p:cNvPr>
          <p:cNvSpPr txBox="1"/>
          <p:nvPr/>
        </p:nvSpPr>
        <p:spPr>
          <a:xfrm>
            <a:off x="233323" y="1468422"/>
            <a:ext cx="154514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>
              <a:buClr>
                <a:schemeClr val="bg1"/>
              </a:buClr>
              <a:defRPr/>
            </a:pPr>
            <a:r>
              <a:rPr lang="en-US" sz="1050" b="1" dirty="0">
                <a:solidFill>
                  <a:schemeClr val="bg1"/>
                </a:solidFill>
              </a:rPr>
              <a:t>Team Size: 50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C5572-4C1D-8345-094E-5BA63F3863A9}"/>
              </a:ext>
            </a:extLst>
          </p:cNvPr>
          <p:cNvSpPr txBox="1"/>
          <p:nvPr/>
        </p:nvSpPr>
        <p:spPr>
          <a:xfrm>
            <a:off x="2658648" y="942518"/>
            <a:ext cx="2322963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iOS 1.0 LMR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G6 France </a:t>
            </a:r>
            <a:r>
              <a:rPr lang="en-US" sz="1050" dirty="0" err="1">
                <a:solidFill>
                  <a:schemeClr val="bg1"/>
                </a:solidFill>
              </a:rPr>
              <a:t>Glooko</a:t>
            </a:r>
            <a:r>
              <a:rPr lang="en-US" sz="1050" dirty="0">
                <a:solidFill>
                  <a:schemeClr val="bg1"/>
                </a:solidFill>
              </a:rPr>
              <a:t> XT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pl-PL" sz="1050" dirty="0">
                <a:solidFill>
                  <a:schemeClr val="bg1"/>
                </a:solidFill>
              </a:rPr>
              <a:t>Libre v2.0 Pod Reliability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v3.0.1 &amp; 9.0.3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Moonshot CT2 A-B DV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6E82B-C899-0A98-C6BA-F10287C5461D}"/>
              </a:ext>
            </a:extLst>
          </p:cNvPr>
          <p:cNvSpPr txBox="1"/>
          <p:nvPr/>
        </p:nvSpPr>
        <p:spPr>
          <a:xfrm>
            <a:off x="5819753" y="1668905"/>
            <a:ext cx="154514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>
              <a:buClr>
                <a:schemeClr val="bg1"/>
              </a:buClr>
              <a:defRPr/>
            </a:pPr>
            <a:r>
              <a:rPr lang="en-US" sz="1050" b="1" dirty="0">
                <a:solidFill>
                  <a:schemeClr val="bg1"/>
                </a:solidFill>
              </a:rPr>
              <a:t>Team Size: 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BD8726-87C1-5592-103C-BFDE5A474C58}"/>
              </a:ext>
            </a:extLst>
          </p:cNvPr>
          <p:cNvSpPr txBox="1"/>
          <p:nvPr/>
        </p:nvSpPr>
        <p:spPr>
          <a:xfrm>
            <a:off x="5899937" y="831082"/>
            <a:ext cx="2322963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iOS 1.1 FMR DV, Reg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Atlas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Smart Adjust 2.0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v3.1, 9.0.4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GRS DV’s  - v3.1, iOS 1.1 Reg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A7656-BB89-3408-22A7-E16959245DE6}"/>
              </a:ext>
            </a:extLst>
          </p:cNvPr>
          <p:cNvSpPr txBox="1"/>
          <p:nvPr/>
        </p:nvSpPr>
        <p:spPr>
          <a:xfrm>
            <a:off x="2576352" y="1822500"/>
            <a:ext cx="154514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>
              <a:buClr>
                <a:schemeClr val="bg1"/>
              </a:buClr>
              <a:defRPr/>
            </a:pPr>
            <a:r>
              <a:rPr lang="en-US" sz="1050" b="1" dirty="0">
                <a:solidFill>
                  <a:schemeClr val="bg1"/>
                </a:solidFill>
              </a:rPr>
              <a:t>Team Size: 65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E0B971-0248-7BD1-DA43-02C3991B62DE}"/>
              </a:ext>
            </a:extLst>
          </p:cNvPr>
          <p:cNvSpPr txBox="1"/>
          <p:nvPr/>
        </p:nvSpPr>
        <p:spPr>
          <a:xfrm>
            <a:off x="9223682" y="801246"/>
            <a:ext cx="23229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iOS FMR 1.1.3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iOS 18 CCC DV</a:t>
            </a:r>
            <a:endParaRPr lang="en-US" sz="1050" dirty="0">
              <a:solidFill>
                <a:schemeClr val="bg1"/>
              </a:solidFill>
              <a:ea typeface="Tahoma"/>
              <a:cs typeface="Tahoma"/>
            </a:endParaRP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r>
              <a:rPr lang="en-US" sz="1050" dirty="0">
                <a:solidFill>
                  <a:schemeClr val="bg1"/>
                </a:solidFill>
              </a:rPr>
              <a:t>v3.1.2  DV</a:t>
            </a:r>
          </a:p>
          <a:p>
            <a:pPr marL="181610" indent="-171450">
              <a:buClr>
                <a:schemeClr val="bg1"/>
              </a:buClr>
              <a:buFont typeface="Wingdings" panose="020B0604020202020204" pitchFamily="34" charset="0"/>
              <a:buChar char="ü"/>
              <a:defRPr/>
            </a:pP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3AB7B4-FE33-F673-417D-EF614F124BF6}"/>
              </a:ext>
            </a:extLst>
          </p:cNvPr>
          <p:cNvSpPr txBox="1"/>
          <p:nvPr/>
        </p:nvSpPr>
        <p:spPr>
          <a:xfrm>
            <a:off x="9145896" y="1309970"/>
            <a:ext cx="154514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">
              <a:buClr>
                <a:schemeClr val="bg1"/>
              </a:buClr>
              <a:defRPr/>
            </a:pPr>
            <a:r>
              <a:rPr lang="en-US" sz="1050" b="1" dirty="0">
                <a:solidFill>
                  <a:schemeClr val="bg1"/>
                </a:solidFill>
              </a:rPr>
              <a:t>Team Size: 72</a:t>
            </a:r>
          </a:p>
        </p:txBody>
      </p:sp>
    </p:spTree>
    <p:extLst>
      <p:ext uri="{BB962C8B-B14F-4D97-AF65-F5344CB8AC3E}">
        <p14:creationId xmlns:p14="http://schemas.microsoft.com/office/powerpoint/2010/main" val="3092818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1F0360A-86B0-8EF7-970C-C6895246E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01" y="-22274"/>
            <a:ext cx="12046687" cy="385075"/>
          </a:xfrm>
          <a:noFill/>
        </p:spPr>
        <p:txBody>
          <a:bodyPr>
            <a:noAutofit/>
          </a:bodyPr>
          <a:lstStyle/>
          <a:p>
            <a:pPr lvl="1" algn="l" defTabSz="685800" rtl="0"/>
            <a:r>
              <a:rPr lang="en-US" sz="2400" b="1" kern="12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Project</a:t>
            </a:r>
            <a:r>
              <a:rPr lang="en-US" sz="3200" b="1" i="0" u="none" strike="noStrike" kern="1200" spc="0" dirty="0">
                <a:ln>
                  <a:noFill/>
                </a:ln>
                <a:solidFill>
                  <a:schemeClr val="bg1"/>
                </a:solidFill>
                <a:latin typeface="+mj-lt"/>
                <a:ea typeface="Microsoft YaHei"/>
                <a:cs typeface="Calibri"/>
              </a:rPr>
              <a:t> </a:t>
            </a:r>
            <a:r>
              <a:rPr lang="en-US" sz="2400" b="1" kern="12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Wise</a:t>
            </a:r>
            <a:r>
              <a:rPr lang="en-US" sz="3200" b="1" i="0" u="none" strike="noStrike" kern="1200" spc="0" dirty="0">
                <a:ln>
                  <a:noFill/>
                </a:ln>
                <a:solidFill>
                  <a:schemeClr val="bg1"/>
                </a:solidFill>
                <a:latin typeface="+mj-lt"/>
                <a:ea typeface="Microsoft YaHei"/>
                <a:cs typeface="Calibri"/>
              </a:rPr>
              <a:t> </a:t>
            </a:r>
            <a:r>
              <a:rPr lang="en-US" sz="2400" b="1" kern="12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DV</a:t>
            </a:r>
            <a:r>
              <a:rPr lang="en-US" sz="3200" b="1" i="0" u="none" strike="noStrike" kern="1200" spc="0" dirty="0">
                <a:ln>
                  <a:noFill/>
                </a:ln>
                <a:solidFill>
                  <a:schemeClr val="bg1"/>
                </a:solidFill>
                <a:latin typeface="+mj-lt"/>
                <a:ea typeface="Microsoft YaHei"/>
                <a:cs typeface="Calibri"/>
              </a:rPr>
              <a:t> </a:t>
            </a:r>
            <a:r>
              <a:rPr lang="en-US" sz="2400" b="1" kern="12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Release</a:t>
            </a:r>
            <a:r>
              <a:rPr lang="en-US" sz="3200" b="1" i="0" u="none" strike="noStrike" kern="1200" spc="0" dirty="0">
                <a:ln>
                  <a:noFill/>
                </a:ln>
                <a:solidFill>
                  <a:schemeClr val="bg1"/>
                </a:solidFill>
                <a:latin typeface="+mj-lt"/>
                <a:ea typeface="Microsoft YaHei"/>
                <a:cs typeface="Calibri"/>
              </a:rPr>
              <a:t> </a:t>
            </a:r>
            <a:r>
              <a:rPr lang="en-US" sz="2400" b="1" kern="12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Trends</a:t>
            </a:r>
            <a:endParaRPr lang="en-US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5C740-3D3E-2F7A-0AC7-6EDE33AE824A}"/>
              </a:ext>
            </a:extLst>
          </p:cNvPr>
          <p:cNvSpPr txBox="1"/>
          <p:nvPr/>
        </p:nvSpPr>
        <p:spPr>
          <a:xfrm>
            <a:off x="1785257" y="5845628"/>
            <a:ext cx="87521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210" indent="-283210" algn="ctr">
              <a:buFont typeface="Wingdings,Sans-Serif"/>
              <a:buChar char="v"/>
            </a:pPr>
            <a:r>
              <a:rPr lang="en-US" sz="1200" dirty="0">
                <a:solidFill>
                  <a:srgbClr val="FFFFFF"/>
                </a:solidFill>
                <a:ea typeface="+mn-lt"/>
                <a:cs typeface="+mn-lt"/>
              </a:rPr>
              <a:t>Verified 1586 GRS Screens comparing with UX Specs/Design Documents across multiple DV's</a:t>
            </a:r>
            <a:endParaRPr lang="en-US" sz="1200" dirty="0">
              <a:solidFill>
                <a:srgbClr val="FFFFFF"/>
              </a:solidFill>
              <a:ea typeface="Tahoma"/>
              <a:cs typeface="Arial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D912069-9E31-2176-7C04-355F6A3226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9305055"/>
              </p:ext>
            </p:extLst>
          </p:nvPr>
        </p:nvGraphicFramePr>
        <p:xfrm>
          <a:off x="161544" y="735372"/>
          <a:ext cx="11689080" cy="4943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84498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Placeholder 3">
            <a:extLst>
              <a:ext uri="{FF2B5EF4-FFF2-40B4-BE49-F238E27FC236}">
                <a16:creationId xmlns:a16="http://schemas.microsoft.com/office/drawing/2014/main" id="{6B927370-FB4D-E427-EE0E-48FD8F287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9416566"/>
              </p:ext>
            </p:extLst>
          </p:nvPr>
        </p:nvGraphicFramePr>
        <p:xfrm>
          <a:off x="0" y="601902"/>
          <a:ext cx="12192000" cy="5752545"/>
        </p:xfrm>
        <a:graphic>
          <a:graphicData uri="http://schemas.openxmlformats.org/drawingml/2006/table">
            <a:tbl>
              <a:tblPr firstRow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30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0">
                        <a:solidFill>
                          <a:schemeClr val="bg1"/>
                        </a:solidFill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69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0287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sz="1400" b="1" dirty="0"/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036">
                <a:tc>
                  <a:txBody>
                    <a:bodyPr/>
                    <a:lstStyle/>
                    <a:p>
                      <a:pPr marL="10287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endParaRPr lang="en-US" sz="1400" dirty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0F332442-2FE9-F791-0CD5-0F0D0EEA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56" y="-156473"/>
            <a:ext cx="12021287" cy="580354"/>
          </a:xfrm>
        </p:spPr>
        <p:txBody>
          <a:bodyPr>
            <a:noAutofit/>
          </a:bodyPr>
          <a:lstStyle/>
          <a:p>
            <a:pPr lvl="1" algn="l" defTabSz="685800"/>
            <a:r>
              <a:rPr lang="en-US" sz="2400" b="1" kern="12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Systems DV Team</a:t>
            </a:r>
            <a:r>
              <a:rPr lang="en-US" sz="3200" b="1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lang="en-US" sz="2400" b="1" kern="1200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– BLT (Battery Life Testing)</a:t>
            </a:r>
            <a:r>
              <a:rPr lang="en-US" sz="3200" b="1" kern="0" dirty="0">
                <a:solidFill>
                  <a:schemeClr val="bg1"/>
                </a:solidFill>
                <a:latin typeface="+mn-lt"/>
                <a:cs typeface="Calibri"/>
              </a:rPr>
              <a:t>	</a:t>
            </a:r>
            <a:endParaRPr lang="en-US" sz="3200" b="1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C2005-9A8B-BF78-4A52-D395B43DBFE4}"/>
              </a:ext>
            </a:extLst>
          </p:cNvPr>
          <p:cNvSpPr txBox="1"/>
          <p:nvPr/>
        </p:nvSpPr>
        <p:spPr>
          <a:xfrm>
            <a:off x="139931" y="455138"/>
            <a:ext cx="11851804" cy="171668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274320" lvl="1" indent="-171450">
              <a:lnSpc>
                <a:spcPct val="150000"/>
              </a:lnSpc>
              <a:buSzPts val="1000"/>
              <a:buFont typeface="Wingdings,Sans-Serif"/>
              <a:buChar char="ü"/>
              <a:tabLst>
                <a:tab pos="457200" algn="l"/>
              </a:tabLst>
            </a:pPr>
            <a:r>
              <a:rPr lang="en-US" sz="1200" dirty="0">
                <a:solidFill>
                  <a:schemeClr val="bg1"/>
                </a:solidFill>
                <a:cs typeface="Arial"/>
              </a:rPr>
              <a:t>Led and played a key role in BLT testing activities across various product lines (Atlas, G6 G7, Orion, PEIT, etc.), ensuring high-quality deliverables</a:t>
            </a:r>
          </a:p>
          <a:p>
            <a:pPr marL="274320" lvl="1" indent="-171450">
              <a:lnSpc>
                <a:spcPct val="150000"/>
              </a:lnSpc>
              <a:buSzPts val="1000"/>
              <a:buFont typeface="Wingdings,Sans-Serif"/>
              <a:buChar char="ü"/>
              <a:tabLst>
                <a:tab pos="457200" algn="l"/>
              </a:tabLst>
            </a:pPr>
            <a:r>
              <a:rPr lang="en-US" sz="1200" dirty="0">
                <a:solidFill>
                  <a:schemeClr val="bg1"/>
                </a:solidFill>
                <a:cs typeface="Arial"/>
              </a:rPr>
              <a:t>Statistical accuracy and reliability in performance metrics were achieved with an increased sample size from 14 to 64</a:t>
            </a:r>
          </a:p>
          <a:p>
            <a:pPr marL="274320" lvl="1" indent="-171450">
              <a:lnSpc>
                <a:spcPct val="150000"/>
              </a:lnSpc>
              <a:buSzPts val="1000"/>
              <a:buFont typeface="Wingdings,Sans-Serif"/>
              <a:buChar char="ü"/>
              <a:tabLst>
                <a:tab pos="457200" algn="l"/>
              </a:tabLst>
            </a:pPr>
            <a:r>
              <a:rPr lang="en-US" sz="1200" dirty="0">
                <a:solidFill>
                  <a:schemeClr val="bg1"/>
                </a:solidFill>
                <a:cs typeface="Arial"/>
              </a:rPr>
              <a:t>Reduction in operational delays and maximization of resource utilization was ensured with full-time availability of trained resources from #1 to #3</a:t>
            </a:r>
          </a:p>
          <a:p>
            <a:pPr marL="274320" lvl="1" indent="-171450">
              <a:lnSpc>
                <a:spcPct val="150000"/>
              </a:lnSpc>
              <a:buSzPts val="1000"/>
              <a:buFont typeface="Wingdings,Sans-Serif"/>
              <a:buChar char="ü"/>
              <a:tabLst>
                <a:tab pos="457200" algn="l"/>
              </a:tabLst>
            </a:pPr>
            <a:r>
              <a:rPr lang="en-US" sz="1200" dirty="0">
                <a:solidFill>
                  <a:schemeClr val="bg1"/>
                </a:solidFill>
                <a:cs typeface="Arial"/>
              </a:rPr>
              <a:t>Efficiency in testing cycles and reduction in overall testing timelines achieved with parallel battery life requests on- Dash, Dash BYD, libre2.0, Atlas, 3.1, 9.0.4, OP5</a:t>
            </a:r>
          </a:p>
          <a:p>
            <a:pPr marL="274320" lvl="1" indent="-171450">
              <a:lnSpc>
                <a:spcPct val="150000"/>
              </a:lnSpc>
              <a:buSzPts val="1000"/>
              <a:buFont typeface="Wingdings,Sans-Serif"/>
              <a:buChar char="ü"/>
              <a:tabLst>
                <a:tab pos="457200" algn="l"/>
              </a:tabLst>
            </a:pPr>
            <a:r>
              <a:rPr lang="en-US" sz="1200" dirty="0">
                <a:solidFill>
                  <a:schemeClr val="bg1"/>
                </a:solidFill>
                <a:cs typeface="Arial"/>
              </a:rPr>
              <a:t>Supported Automation team on Accurate estimation of device set up and supported setting up sample size, provided understanding on typical use for operational efficiency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EC12E-19D6-6A0E-59B4-8A163E53089B}"/>
              </a:ext>
            </a:extLst>
          </p:cNvPr>
          <p:cNvSpPr txBox="1"/>
          <p:nvPr/>
        </p:nvSpPr>
        <p:spPr>
          <a:xfrm>
            <a:off x="187420" y="2219625"/>
            <a:ext cx="6429079" cy="323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1500" b="1" u="sng" dirty="0">
                <a:solidFill>
                  <a:schemeClr val="bg1"/>
                </a:solidFill>
                <a:latin typeface="+mj-lt"/>
                <a:cs typeface="Calibri"/>
              </a:rPr>
              <a:t>Battery Life Tests Summary: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90C59AF-C055-47DB-B65D-64EAA54808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8001537"/>
              </p:ext>
            </p:extLst>
          </p:nvPr>
        </p:nvGraphicFramePr>
        <p:xfrm>
          <a:off x="85356" y="2542791"/>
          <a:ext cx="5451474" cy="3811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AEE8A26-3800-47C3-98BC-71D16ECF06F0}"/>
              </a:ext>
              <a:ext uri="{147F2762-F138-4A5C-976F-8EAC2B608ADB}">
                <a16:predDERef xmlns:a16="http://schemas.microsoft.com/office/drawing/2014/main" pred="{71A7668A-BC60-41F2-F2EA-031FDD2832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2719142"/>
              </p:ext>
            </p:extLst>
          </p:nvPr>
        </p:nvGraphicFramePr>
        <p:xfrm>
          <a:off x="5622186" y="2542790"/>
          <a:ext cx="6227308" cy="3695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031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23A27D9-0378-B632-81AE-9D4AA838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5" y="-145457"/>
            <a:ext cx="11727033" cy="622787"/>
          </a:xfrm>
        </p:spPr>
        <p:txBody>
          <a:bodyPr>
            <a:noAutofit/>
          </a:bodyPr>
          <a:lstStyle/>
          <a:p>
            <a:pPr lvl="1" algn="l" defTabSz="685800"/>
            <a:r>
              <a:rPr lang="en-US" sz="2400" b="1" kern="1200" dirty="0">
                <a:solidFill>
                  <a:schemeClr val="bg2"/>
                </a:solidFill>
                <a:latin typeface="+mj-lt"/>
                <a:ea typeface="Microsoft YaHei"/>
                <a:cs typeface="Mangal"/>
              </a:rPr>
              <a:t>   Systems DV Team – Defect Summary</a:t>
            </a:r>
            <a:r>
              <a:rPr lang="en-US" sz="3200" b="1" kern="1200" dirty="0">
                <a:solidFill>
                  <a:schemeClr val="bg2"/>
                </a:solidFill>
                <a:latin typeface="+mj-lt"/>
                <a:ea typeface="Microsoft YaHei"/>
                <a:cs typeface="Calibri"/>
              </a:rPr>
              <a:t>	</a:t>
            </a:r>
            <a:r>
              <a:rPr lang="en-US" sz="3200" b="1" kern="0" dirty="0">
                <a:solidFill>
                  <a:schemeClr val="bg2"/>
                </a:solidFill>
                <a:latin typeface="Calibri"/>
                <a:cs typeface="Calibri"/>
              </a:rPr>
              <a:t>		</a:t>
            </a:r>
            <a:endParaRPr lang="en-US" sz="3200" b="1" dirty="0">
              <a:solidFill>
                <a:schemeClr val="bg2"/>
              </a:solidFill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4DBB50-A98B-942B-3DF6-04FDCBD9A3CF}"/>
              </a:ext>
            </a:extLst>
          </p:cNvPr>
          <p:cNvSpPr txBox="1"/>
          <p:nvPr/>
        </p:nvSpPr>
        <p:spPr>
          <a:xfrm>
            <a:off x="108858" y="696686"/>
            <a:ext cx="116411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74320" indent="-171450">
              <a:buFont typeface="Wingdings,Sans-Serif"/>
              <a:buChar char="ü"/>
            </a:pPr>
            <a:r>
              <a:rPr lang="en-US" sz="1200" dirty="0">
                <a:solidFill>
                  <a:srgbClr val="FFFFFF"/>
                </a:solidFill>
                <a:cs typeface="Arial"/>
              </a:rPr>
              <a:t>Overall, </a:t>
            </a:r>
            <a:r>
              <a:rPr lang="en-US" sz="1200" b="1" dirty="0">
                <a:solidFill>
                  <a:srgbClr val="FFFFFF"/>
                </a:solidFill>
                <a:cs typeface="Arial"/>
              </a:rPr>
              <a:t>369 defects </a:t>
            </a:r>
            <a:r>
              <a:rPr lang="en-US" sz="1200" dirty="0">
                <a:solidFill>
                  <a:srgbClr val="FFFFFF"/>
                </a:solidFill>
                <a:cs typeface="Arial"/>
              </a:rPr>
              <a:t>were logged across all projects in Dry Runs, DVs &amp; Exploratory Testing</a:t>
            </a:r>
            <a:r>
              <a:rPr lang="en-US" sz="1200" dirty="0">
                <a:cs typeface="Arial"/>
              </a:rPr>
              <a:t>​</a:t>
            </a:r>
          </a:p>
          <a:p>
            <a:pPr marL="274320" indent="-171450">
              <a:buFont typeface="Wingdings,Sans-Serif"/>
              <a:buChar char="ü"/>
            </a:pPr>
            <a:r>
              <a:rPr lang="en-US" sz="1200" dirty="0">
                <a:solidFill>
                  <a:srgbClr val="FFFFFF"/>
                </a:solidFill>
                <a:cs typeface="Arial"/>
              </a:rPr>
              <a:t>Logged </a:t>
            </a:r>
            <a:r>
              <a:rPr lang="en-US" sz="1200" b="1" dirty="0">
                <a:solidFill>
                  <a:srgbClr val="FFFFFF"/>
                </a:solidFill>
                <a:cs typeface="Arial"/>
              </a:rPr>
              <a:t>22%</a:t>
            </a:r>
            <a:r>
              <a:rPr lang="en-US" sz="1200" dirty="0">
                <a:solidFill>
                  <a:srgbClr val="FFFFFF"/>
                </a:solidFill>
                <a:cs typeface="Arial"/>
              </a:rPr>
              <a:t> of functional defects in multiple DV’s - Improved the quality of the product</a:t>
            </a:r>
          </a:p>
          <a:p>
            <a:pPr marL="274320" indent="-171450">
              <a:buFont typeface="Wingdings,Sans-Serif"/>
              <a:buChar char="ü"/>
            </a:pPr>
            <a:r>
              <a:rPr lang="en-US" sz="1200" dirty="0">
                <a:solidFill>
                  <a:srgbClr val="FFFFFF"/>
                </a:solidFill>
                <a:cs typeface="Arial"/>
              </a:rPr>
              <a:t>Proactively led and consistently applied efforts in ad-hoc and exploratory testing across all product lines, utilizing diverse approaches and methodologies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20C27-4B9A-5344-1F25-20045EF5D661}"/>
              </a:ext>
            </a:extLst>
          </p:cNvPr>
          <p:cNvSpPr txBox="1"/>
          <p:nvPr/>
        </p:nvSpPr>
        <p:spPr>
          <a:xfrm>
            <a:off x="748068" y="5971722"/>
            <a:ext cx="685632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210" indent="-283210">
              <a:buFont typeface="Wingdings"/>
              <a:buChar char="v"/>
            </a:pP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Identified</a:t>
            </a:r>
            <a:r>
              <a:rPr lang="en-US" sz="1200" b="1" dirty="0">
                <a:solidFill>
                  <a:schemeClr val="bg1"/>
                </a:solidFill>
                <a:ea typeface="+mn-lt"/>
                <a:cs typeface="+mn-lt"/>
              </a:rPr>
              <a:t> 130</a:t>
            </a:r>
            <a:r>
              <a:rPr lang="en-US" sz="1200" dirty="0">
                <a:solidFill>
                  <a:schemeClr val="bg1"/>
                </a:solidFill>
                <a:ea typeface="+mn-lt"/>
                <a:cs typeface="+mn-lt"/>
              </a:rPr>
              <a:t> defects for ad-hoc/exploratory</a:t>
            </a:r>
            <a:endParaRPr lang="en-US" sz="1200" dirty="0">
              <a:solidFill>
                <a:schemeClr val="bg1"/>
              </a:solidFill>
              <a:ea typeface="Tahoma"/>
              <a:cs typeface="Calibri bold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5F1FCE6-5F01-1F74-BC48-61BDC241F6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6573384"/>
              </p:ext>
            </p:extLst>
          </p:nvPr>
        </p:nvGraphicFramePr>
        <p:xfrm>
          <a:off x="359229" y="1475510"/>
          <a:ext cx="11244507" cy="4496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42420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CD1477-D120-E03B-7576-1BA052152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53" y="2488893"/>
            <a:ext cx="7148813" cy="1234182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Anek Devanagari" pitchFamily="2" charset="0"/>
                <a:cs typeface="Anek Devanagari" pitchFamily="2" charset="0"/>
              </a:rPr>
              <a:t>Let’s </a:t>
            </a:r>
            <a:r>
              <a:rPr lang="en-IN" dirty="0">
                <a:latin typeface="Anek Devanagari" pitchFamily="2" charset="0"/>
                <a:cs typeface="Anek Devanagari" pitchFamily="2" charset="0"/>
              </a:rPr>
              <a:t>engage!</a:t>
            </a:r>
          </a:p>
        </p:txBody>
      </p:sp>
    </p:spTree>
    <p:extLst>
      <p:ext uri="{BB962C8B-B14F-4D97-AF65-F5344CB8AC3E}">
        <p14:creationId xmlns:p14="http://schemas.microsoft.com/office/powerpoint/2010/main" val="2394839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gram Title">
            <a:extLst>
              <a:ext uri="{FF2B5EF4-FFF2-40B4-BE49-F238E27FC236}">
                <a16:creationId xmlns:a16="http://schemas.microsoft.com/office/drawing/2014/main" id="{3426CADB-32F1-667A-08C2-1FAFDB706E2C}"/>
              </a:ext>
            </a:extLst>
          </p:cNvPr>
          <p:cNvSpPr txBox="1"/>
          <p:nvPr/>
        </p:nvSpPr>
        <p:spPr>
          <a:xfrm>
            <a:off x="0" y="587196"/>
            <a:ext cx="12193200" cy="52322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b="1">
              <a:solidFill>
                <a:schemeClr val="bg1"/>
              </a:solidFill>
              <a:latin typeface="+mj-lt"/>
              <a:ea typeface="Microsoft YaHei"/>
              <a:cs typeface="Mang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87DB7-E076-73B3-FB59-5342C3C2AEF0}"/>
              </a:ext>
            </a:extLst>
          </p:cNvPr>
          <p:cNvSpPr txBox="1"/>
          <p:nvPr/>
        </p:nvSpPr>
        <p:spPr>
          <a:xfrm>
            <a:off x="1822245" y="2128647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713698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23" name="Connector: Elbow 5122">
            <a:extLst>
              <a:ext uri="{FF2B5EF4-FFF2-40B4-BE49-F238E27FC236}">
                <a16:creationId xmlns:a16="http://schemas.microsoft.com/office/drawing/2014/main" id="{AC95506B-3349-2B7C-8607-A1E2268B9CDA}"/>
              </a:ext>
            </a:extLst>
          </p:cNvPr>
          <p:cNvCxnSpPr>
            <a:cxnSpLocks/>
          </p:cNvCxnSpPr>
          <p:nvPr/>
        </p:nvCxnSpPr>
        <p:spPr>
          <a:xfrm>
            <a:off x="3397863" y="3756376"/>
            <a:ext cx="696907" cy="655893"/>
          </a:xfrm>
          <a:prstGeom prst="bentConnector3">
            <a:avLst>
              <a:gd name="adj1" fmla="val 50000"/>
            </a:avLst>
          </a:prstGeom>
          <a:ln>
            <a:solidFill>
              <a:srgbClr val="FFFFFF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0" name="Connector: Elbow 5119">
            <a:extLst>
              <a:ext uri="{FF2B5EF4-FFF2-40B4-BE49-F238E27FC236}">
                <a16:creationId xmlns:a16="http://schemas.microsoft.com/office/drawing/2014/main" id="{571540D6-A5F8-66E9-5541-0000276527FF}"/>
              </a:ext>
            </a:extLst>
          </p:cNvPr>
          <p:cNvCxnSpPr>
            <a:cxnSpLocks/>
          </p:cNvCxnSpPr>
          <p:nvPr/>
        </p:nvCxnSpPr>
        <p:spPr>
          <a:xfrm flipV="1">
            <a:off x="3478362" y="5299106"/>
            <a:ext cx="717593" cy="349515"/>
          </a:xfrm>
          <a:prstGeom prst="bentConnector3">
            <a:avLst>
              <a:gd name="adj1" fmla="val 50000"/>
            </a:avLst>
          </a:prstGeom>
          <a:ln>
            <a:solidFill>
              <a:srgbClr val="FFFFFF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: Elbow 251">
            <a:extLst>
              <a:ext uri="{FF2B5EF4-FFF2-40B4-BE49-F238E27FC236}">
                <a16:creationId xmlns:a16="http://schemas.microsoft.com/office/drawing/2014/main" id="{C6D763B8-595F-D28C-E1E7-3D089770E06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70748" y="3728298"/>
            <a:ext cx="1570525" cy="226960"/>
          </a:xfrm>
          <a:prstGeom prst="bentConnector3">
            <a:avLst>
              <a:gd name="adj1" fmla="val -64"/>
            </a:avLst>
          </a:prstGeom>
          <a:ln>
            <a:solidFill>
              <a:srgbClr val="FFFFFF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A3749C2-EA52-9E17-EA38-2AEB07DC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Excellence: Our Awards and Accolades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06D79BDA-7CDB-6DE2-4F17-92EB7B83E826}"/>
              </a:ext>
            </a:extLst>
          </p:cNvPr>
          <p:cNvSpPr txBox="1"/>
          <p:nvPr/>
        </p:nvSpPr>
        <p:spPr>
          <a:xfrm>
            <a:off x="0" y="2946595"/>
            <a:ext cx="3795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Leader</a:t>
            </a: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200" b="1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Innovator</a:t>
            </a: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</a:t>
            </a:r>
            <a:r>
              <a:rPr kumimoji="0" lang="en-US" sz="1200" b="1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Major player </a:t>
            </a: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the NelsonHall NEAT QE Hyper automation Insight- 2023 </a:t>
            </a:r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958EEC46-0D2A-686E-4648-18719EA2B51D}"/>
              </a:ext>
            </a:extLst>
          </p:cNvPr>
          <p:cNvGrpSpPr/>
          <p:nvPr/>
        </p:nvGrpSpPr>
        <p:grpSpPr>
          <a:xfrm>
            <a:off x="3851749" y="3152553"/>
            <a:ext cx="4374522" cy="2997746"/>
            <a:chOff x="3554874" y="2951930"/>
            <a:chExt cx="4921031" cy="337225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3881B4B-80C7-2FBB-1E6A-5A633B5A8972}"/>
                </a:ext>
              </a:extLst>
            </p:cNvPr>
            <p:cNvSpPr/>
            <p:nvPr/>
          </p:nvSpPr>
          <p:spPr>
            <a:xfrm>
              <a:off x="3554874" y="3032254"/>
              <a:ext cx="4537391" cy="3081614"/>
            </a:xfrm>
            <a:custGeom>
              <a:avLst/>
              <a:gdLst>
                <a:gd name="connsiteX0" fmla="*/ 3355435 w 4537391"/>
                <a:gd name="connsiteY0" fmla="*/ 222899 h 3081614"/>
                <a:gd name="connsiteX1" fmla="*/ 4537315 w 4537391"/>
                <a:gd name="connsiteY1" fmla="*/ 759546 h 3081614"/>
                <a:gd name="connsiteX2" fmla="*/ 3911162 w 4537391"/>
                <a:gd name="connsiteY2" fmla="*/ 2094764 h 3081614"/>
                <a:gd name="connsiteX3" fmla="*/ 2697468 w 4537391"/>
                <a:gd name="connsiteY3" fmla="*/ 3081477 h 3081614"/>
                <a:gd name="connsiteX4" fmla="*/ 69883 w 4537391"/>
                <a:gd name="connsiteY4" fmla="*/ 1841271 h 3081614"/>
                <a:gd name="connsiteX5" fmla="*/ 200538 w 4537391"/>
                <a:gd name="connsiteY5" fmla="*/ 884786 h 3081614"/>
                <a:gd name="connsiteX6" fmla="*/ 1326335 w 4537391"/>
                <a:gd name="connsiteY6" fmla="*/ 498576 h 3081614"/>
                <a:gd name="connsiteX7" fmla="*/ 3355435 w 4537391"/>
                <a:gd name="connsiteY7" fmla="*/ 222944 h 308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37391" h="3081614">
                  <a:moveTo>
                    <a:pt x="3355435" y="222899"/>
                  </a:moveTo>
                  <a:cubicBezTo>
                    <a:pt x="3622003" y="532610"/>
                    <a:pt x="4547036" y="188547"/>
                    <a:pt x="4537315" y="759546"/>
                  </a:cubicBezTo>
                  <a:cubicBezTo>
                    <a:pt x="4525917" y="1428141"/>
                    <a:pt x="3616769" y="1624849"/>
                    <a:pt x="3911162" y="2094764"/>
                  </a:cubicBezTo>
                  <a:cubicBezTo>
                    <a:pt x="4205556" y="2564679"/>
                    <a:pt x="3880458" y="3091379"/>
                    <a:pt x="2697468" y="3081477"/>
                  </a:cubicBezTo>
                  <a:cubicBezTo>
                    <a:pt x="1514478" y="3071552"/>
                    <a:pt x="-388589" y="2481813"/>
                    <a:pt x="69883" y="1841271"/>
                  </a:cubicBezTo>
                  <a:cubicBezTo>
                    <a:pt x="528377" y="1200729"/>
                    <a:pt x="222903" y="1167873"/>
                    <a:pt x="200538" y="884786"/>
                  </a:cubicBezTo>
                  <a:cubicBezTo>
                    <a:pt x="178173" y="601699"/>
                    <a:pt x="410117" y="-19264"/>
                    <a:pt x="1326335" y="498576"/>
                  </a:cubicBezTo>
                  <a:cubicBezTo>
                    <a:pt x="2242554" y="1016416"/>
                    <a:pt x="2680428" y="-561328"/>
                    <a:pt x="3355435" y="222944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8" name="Graphic 3">
              <a:extLst>
                <a:ext uri="{FF2B5EF4-FFF2-40B4-BE49-F238E27FC236}">
                  <a16:creationId xmlns:a16="http://schemas.microsoft.com/office/drawing/2014/main" id="{BC058673-A176-6322-6DD9-ECD46B664D6F}"/>
                </a:ext>
              </a:extLst>
            </p:cNvPr>
            <p:cNvGrpSpPr/>
            <p:nvPr/>
          </p:nvGrpSpPr>
          <p:grpSpPr>
            <a:xfrm>
              <a:off x="4779524" y="3319801"/>
              <a:ext cx="706674" cy="2368563"/>
              <a:chOff x="4779524" y="3319801"/>
              <a:chExt cx="706674" cy="236856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71C553-AADF-72E0-7D7E-E90E752BA6CD}"/>
                  </a:ext>
                </a:extLst>
              </p:cNvPr>
              <p:cNvSpPr/>
              <p:nvPr/>
            </p:nvSpPr>
            <p:spPr>
              <a:xfrm>
                <a:off x="4779524" y="3319801"/>
                <a:ext cx="706674" cy="2368563"/>
              </a:xfrm>
              <a:custGeom>
                <a:avLst/>
                <a:gdLst>
                  <a:gd name="connsiteX0" fmla="*/ 706675 w 706674"/>
                  <a:gd name="connsiteY0" fmla="*/ 2368563 h 2368563"/>
                  <a:gd name="connsiteX1" fmla="*/ 148 w 706674"/>
                  <a:gd name="connsiteY1" fmla="*/ 1554177 h 2368563"/>
                  <a:gd name="connsiteX2" fmla="*/ 274805 w 706674"/>
                  <a:gd name="connsiteY2" fmla="*/ 522236 h 2368563"/>
                  <a:gd name="connsiteX3" fmla="*/ 269435 w 706674"/>
                  <a:gd name="connsiteY3" fmla="*/ 511767 h 2368563"/>
                  <a:gd name="connsiteX4" fmla="*/ 230529 w 706674"/>
                  <a:gd name="connsiteY4" fmla="*/ 373407 h 2368563"/>
                  <a:gd name="connsiteX5" fmla="*/ 514453 w 706674"/>
                  <a:gd name="connsiteY5" fmla="*/ 68 h 2368563"/>
                  <a:gd name="connsiteX6" fmla="*/ 445523 w 706674"/>
                  <a:gd name="connsiteY6" fmla="*/ 325686 h 2368563"/>
                  <a:gd name="connsiteX7" fmla="*/ 323728 w 706674"/>
                  <a:gd name="connsiteY7" fmla="*/ 522938 h 2368563"/>
                  <a:gd name="connsiteX8" fmla="*/ 706675 w 706674"/>
                  <a:gd name="connsiteY8" fmla="*/ 2368563 h 2368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6674" h="2368563">
                    <a:moveTo>
                      <a:pt x="706675" y="2368563"/>
                    </a:moveTo>
                    <a:cubicBezTo>
                      <a:pt x="706675" y="2368563"/>
                      <a:pt x="-11839" y="2133651"/>
                      <a:pt x="148" y="1554177"/>
                    </a:cubicBezTo>
                    <a:cubicBezTo>
                      <a:pt x="11093" y="1024395"/>
                      <a:pt x="236261" y="592435"/>
                      <a:pt x="274805" y="522236"/>
                    </a:cubicBezTo>
                    <a:cubicBezTo>
                      <a:pt x="277230" y="517840"/>
                      <a:pt x="274443" y="512401"/>
                      <a:pt x="269435" y="511767"/>
                    </a:cubicBezTo>
                    <a:cubicBezTo>
                      <a:pt x="244691" y="508708"/>
                      <a:pt x="189764" y="489266"/>
                      <a:pt x="230529" y="373407"/>
                    </a:cubicBezTo>
                    <a:cubicBezTo>
                      <a:pt x="282079" y="226936"/>
                      <a:pt x="427577" y="-4532"/>
                      <a:pt x="514453" y="68"/>
                    </a:cubicBezTo>
                    <a:cubicBezTo>
                      <a:pt x="601330" y="4667"/>
                      <a:pt x="533465" y="184925"/>
                      <a:pt x="445523" y="325686"/>
                    </a:cubicBezTo>
                    <a:cubicBezTo>
                      <a:pt x="357581" y="466448"/>
                      <a:pt x="323728" y="522938"/>
                      <a:pt x="323728" y="522938"/>
                    </a:cubicBezTo>
                    <a:cubicBezTo>
                      <a:pt x="323728" y="522938"/>
                      <a:pt x="-548373" y="1881540"/>
                      <a:pt x="706675" y="2368563"/>
                    </a:cubicBezTo>
                    <a:close/>
                  </a:path>
                </a:pathLst>
              </a:custGeom>
              <a:solidFill>
                <a:srgbClr val="B0D4D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92D7CD2-735E-04D6-2A3E-AD72AD111517}"/>
                  </a:ext>
                </a:extLst>
              </p:cNvPr>
              <p:cNvSpPr/>
              <p:nvPr/>
            </p:nvSpPr>
            <p:spPr>
              <a:xfrm>
                <a:off x="5027815" y="3377122"/>
                <a:ext cx="261081" cy="414519"/>
              </a:xfrm>
              <a:custGeom>
                <a:avLst/>
                <a:gdLst>
                  <a:gd name="connsiteX0" fmla="*/ 24339 w 261081"/>
                  <a:gd name="connsiteY0" fmla="*/ 414497 h 414519"/>
                  <a:gd name="connsiteX1" fmla="*/ 19694 w 261081"/>
                  <a:gd name="connsiteY1" fmla="*/ 412707 h 414519"/>
                  <a:gd name="connsiteX2" fmla="*/ 411 w 261081"/>
                  <a:gd name="connsiteY2" fmla="*/ 355287 h 414519"/>
                  <a:gd name="connsiteX3" fmla="*/ 18538 w 261081"/>
                  <a:gd name="connsiteY3" fmla="*/ 299794 h 414519"/>
                  <a:gd name="connsiteX4" fmla="*/ 166687 w 261081"/>
                  <a:gd name="connsiteY4" fmla="*/ 56180 h 414519"/>
                  <a:gd name="connsiteX5" fmla="*/ 254651 w 261081"/>
                  <a:gd name="connsiteY5" fmla="*/ 166 h 414519"/>
                  <a:gd name="connsiteX6" fmla="*/ 261064 w 261081"/>
                  <a:gd name="connsiteY6" fmla="*/ 7530 h 414519"/>
                  <a:gd name="connsiteX7" fmla="*/ 253677 w 261081"/>
                  <a:gd name="connsiteY7" fmla="*/ 13943 h 414519"/>
                  <a:gd name="connsiteX8" fmla="*/ 177631 w 261081"/>
                  <a:gd name="connsiteY8" fmla="*/ 64587 h 414519"/>
                  <a:gd name="connsiteX9" fmla="*/ 31024 w 261081"/>
                  <a:gd name="connsiteY9" fmla="*/ 305663 h 414519"/>
                  <a:gd name="connsiteX10" fmla="*/ 14120 w 261081"/>
                  <a:gd name="connsiteY10" fmla="*/ 356647 h 414519"/>
                  <a:gd name="connsiteX11" fmla="*/ 28916 w 261081"/>
                  <a:gd name="connsiteY11" fmla="*/ 402487 h 414519"/>
                  <a:gd name="connsiteX12" fmla="*/ 29392 w 261081"/>
                  <a:gd name="connsiteY12" fmla="*/ 412253 h 414519"/>
                  <a:gd name="connsiteX13" fmla="*/ 24271 w 261081"/>
                  <a:gd name="connsiteY13" fmla="*/ 414519 h 414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1081" h="414519">
                    <a:moveTo>
                      <a:pt x="24339" y="414497"/>
                    </a:moveTo>
                    <a:cubicBezTo>
                      <a:pt x="22685" y="414497"/>
                      <a:pt x="21031" y="413907"/>
                      <a:pt x="19694" y="412707"/>
                    </a:cubicBezTo>
                    <a:cubicBezTo>
                      <a:pt x="5350" y="399723"/>
                      <a:pt x="-1855" y="378241"/>
                      <a:pt x="411" y="355287"/>
                    </a:cubicBezTo>
                    <a:cubicBezTo>
                      <a:pt x="2337" y="335664"/>
                      <a:pt x="10086" y="317831"/>
                      <a:pt x="18538" y="299794"/>
                    </a:cubicBezTo>
                    <a:cubicBezTo>
                      <a:pt x="58918" y="213665"/>
                      <a:pt x="108769" y="131705"/>
                      <a:pt x="166687" y="56180"/>
                    </a:cubicBezTo>
                    <a:cubicBezTo>
                      <a:pt x="187760" y="28717"/>
                      <a:pt x="216765" y="-2553"/>
                      <a:pt x="254651" y="166"/>
                    </a:cubicBezTo>
                    <a:cubicBezTo>
                      <a:pt x="258458" y="438"/>
                      <a:pt x="261336" y="3723"/>
                      <a:pt x="261064" y="7530"/>
                    </a:cubicBezTo>
                    <a:cubicBezTo>
                      <a:pt x="260792" y="11337"/>
                      <a:pt x="257484" y="14237"/>
                      <a:pt x="253677" y="13943"/>
                    </a:cubicBezTo>
                    <a:cubicBezTo>
                      <a:pt x="222429" y="11813"/>
                      <a:pt x="196597" y="39865"/>
                      <a:pt x="177631" y="64587"/>
                    </a:cubicBezTo>
                    <a:cubicBezTo>
                      <a:pt x="120303" y="139318"/>
                      <a:pt x="70973" y="220440"/>
                      <a:pt x="31024" y="305663"/>
                    </a:cubicBezTo>
                    <a:cubicBezTo>
                      <a:pt x="23093" y="322567"/>
                      <a:pt x="15842" y="339199"/>
                      <a:pt x="14120" y="356647"/>
                    </a:cubicBezTo>
                    <a:cubicBezTo>
                      <a:pt x="12284" y="375273"/>
                      <a:pt x="17813" y="392426"/>
                      <a:pt x="28916" y="402487"/>
                    </a:cubicBezTo>
                    <a:cubicBezTo>
                      <a:pt x="31749" y="405048"/>
                      <a:pt x="31953" y="409421"/>
                      <a:pt x="29392" y="412253"/>
                    </a:cubicBezTo>
                    <a:cubicBezTo>
                      <a:pt x="28033" y="413749"/>
                      <a:pt x="26152" y="414519"/>
                      <a:pt x="24271" y="4145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00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aphic 3">
              <a:extLst>
                <a:ext uri="{FF2B5EF4-FFF2-40B4-BE49-F238E27FC236}">
                  <a16:creationId xmlns:a16="http://schemas.microsoft.com/office/drawing/2014/main" id="{E22A8A6D-E5D2-5B46-A26F-5EB2F5AB4269}"/>
                </a:ext>
              </a:extLst>
            </p:cNvPr>
            <p:cNvGrpSpPr/>
            <p:nvPr/>
          </p:nvGrpSpPr>
          <p:grpSpPr>
            <a:xfrm>
              <a:off x="4829897" y="3840940"/>
              <a:ext cx="668583" cy="2148592"/>
              <a:chOff x="4829897" y="3840940"/>
              <a:chExt cx="668583" cy="2148592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81F1161-ABAD-FBBB-E7A2-2866018B1B93}"/>
                  </a:ext>
                </a:extLst>
              </p:cNvPr>
              <p:cNvSpPr/>
              <p:nvPr/>
            </p:nvSpPr>
            <p:spPr>
              <a:xfrm>
                <a:off x="4829897" y="3840940"/>
                <a:ext cx="668583" cy="2148592"/>
              </a:xfrm>
              <a:custGeom>
                <a:avLst/>
                <a:gdLst>
                  <a:gd name="connsiteX0" fmla="*/ 327058 w 668583"/>
                  <a:gd name="connsiteY0" fmla="*/ 338022 h 2148592"/>
                  <a:gd name="connsiteX1" fmla="*/ 417515 w 668583"/>
                  <a:gd name="connsiteY1" fmla="*/ 136419 h 2148592"/>
                  <a:gd name="connsiteX2" fmla="*/ 663123 w 668583"/>
                  <a:gd name="connsiteY2" fmla="*/ 20175 h 2148592"/>
                  <a:gd name="connsiteX3" fmla="*/ 348811 w 668583"/>
                  <a:gd name="connsiteY3" fmla="*/ 348128 h 2148592"/>
                  <a:gd name="connsiteX4" fmla="*/ 570535 w 668583"/>
                  <a:gd name="connsiteY4" fmla="*/ 2148593 h 2148592"/>
                  <a:gd name="connsiteX5" fmla="*/ 327058 w 668583"/>
                  <a:gd name="connsiteY5" fmla="*/ 338022 h 214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8583" h="2148592">
                    <a:moveTo>
                      <a:pt x="327058" y="338022"/>
                    </a:moveTo>
                    <a:cubicBezTo>
                      <a:pt x="327058" y="338022"/>
                      <a:pt x="290825" y="262633"/>
                      <a:pt x="417515" y="136419"/>
                    </a:cubicBezTo>
                    <a:cubicBezTo>
                      <a:pt x="528978" y="25387"/>
                      <a:pt x="618324" y="-33664"/>
                      <a:pt x="663123" y="20175"/>
                    </a:cubicBezTo>
                    <a:cubicBezTo>
                      <a:pt x="707920" y="73992"/>
                      <a:pt x="465825" y="299750"/>
                      <a:pt x="348811" y="348128"/>
                    </a:cubicBezTo>
                    <a:cubicBezTo>
                      <a:pt x="348811" y="348128"/>
                      <a:pt x="-500788" y="1603470"/>
                      <a:pt x="570535" y="2148593"/>
                    </a:cubicBezTo>
                    <a:cubicBezTo>
                      <a:pt x="570535" y="2148593"/>
                      <a:pt x="-530971" y="1817626"/>
                      <a:pt x="327058" y="338022"/>
                    </a:cubicBezTo>
                    <a:close/>
                  </a:path>
                </a:pathLst>
              </a:custGeom>
              <a:solidFill>
                <a:srgbClr val="B0D4D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552620C-B4B0-3968-3A52-0395DDA89516}"/>
                  </a:ext>
                </a:extLst>
              </p:cNvPr>
              <p:cNvSpPr/>
              <p:nvPr/>
            </p:nvSpPr>
            <p:spPr>
              <a:xfrm>
                <a:off x="5183034" y="3863716"/>
                <a:ext cx="294675" cy="267886"/>
              </a:xfrm>
              <a:custGeom>
                <a:avLst/>
                <a:gdLst>
                  <a:gd name="connsiteX0" fmla="*/ 6913 w 294675"/>
                  <a:gd name="connsiteY0" fmla="*/ 267887 h 267886"/>
                  <a:gd name="connsiteX1" fmla="*/ 6732 w 294675"/>
                  <a:gd name="connsiteY1" fmla="*/ 267887 h 267886"/>
                  <a:gd name="connsiteX2" fmla="*/ 2 w 294675"/>
                  <a:gd name="connsiteY2" fmla="*/ 260794 h 267886"/>
                  <a:gd name="connsiteX3" fmla="*/ 75753 w 294675"/>
                  <a:gd name="connsiteY3" fmla="*/ 131453 h 267886"/>
                  <a:gd name="connsiteX4" fmla="*/ 228207 w 294675"/>
                  <a:gd name="connsiteY4" fmla="*/ 8820 h 267886"/>
                  <a:gd name="connsiteX5" fmla="*/ 289365 w 294675"/>
                  <a:gd name="connsiteY5" fmla="*/ 4764 h 267886"/>
                  <a:gd name="connsiteX6" fmla="*/ 283224 w 294675"/>
                  <a:gd name="connsiteY6" fmla="*/ 42492 h 267886"/>
                  <a:gd name="connsiteX7" fmla="*/ 206929 w 294675"/>
                  <a:gd name="connsiteY7" fmla="*/ 101973 h 267886"/>
                  <a:gd name="connsiteX8" fmla="*/ 197571 w 294675"/>
                  <a:gd name="connsiteY8" fmla="*/ 99141 h 267886"/>
                  <a:gd name="connsiteX9" fmla="*/ 200403 w 294675"/>
                  <a:gd name="connsiteY9" fmla="*/ 89782 h 267886"/>
                  <a:gd name="connsiteX10" fmla="*/ 272982 w 294675"/>
                  <a:gd name="connsiteY10" fmla="*/ 33201 h 267886"/>
                  <a:gd name="connsiteX11" fmla="*/ 279531 w 294675"/>
                  <a:gd name="connsiteY11" fmla="*/ 14462 h 267886"/>
                  <a:gd name="connsiteX12" fmla="*/ 235005 w 294675"/>
                  <a:gd name="connsiteY12" fmla="*/ 20829 h 267886"/>
                  <a:gd name="connsiteX13" fmla="*/ 13824 w 294675"/>
                  <a:gd name="connsiteY13" fmla="*/ 261112 h 267886"/>
                  <a:gd name="connsiteX14" fmla="*/ 6913 w 294675"/>
                  <a:gd name="connsiteY14" fmla="*/ 267842 h 267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4675" h="267886">
                    <a:moveTo>
                      <a:pt x="6913" y="267887"/>
                    </a:moveTo>
                    <a:cubicBezTo>
                      <a:pt x="6913" y="267887"/>
                      <a:pt x="6800" y="267887"/>
                      <a:pt x="6732" y="267887"/>
                    </a:cubicBezTo>
                    <a:cubicBezTo>
                      <a:pt x="2925" y="267796"/>
                      <a:pt x="-89" y="264624"/>
                      <a:pt x="2" y="260794"/>
                    </a:cubicBezTo>
                    <a:cubicBezTo>
                      <a:pt x="1090" y="218081"/>
                      <a:pt x="47927" y="161432"/>
                      <a:pt x="75753" y="131453"/>
                    </a:cubicBezTo>
                    <a:cubicBezTo>
                      <a:pt x="120460" y="83302"/>
                      <a:pt x="177449" y="37461"/>
                      <a:pt x="228207" y="8820"/>
                    </a:cubicBezTo>
                    <a:cubicBezTo>
                      <a:pt x="236410" y="4197"/>
                      <a:pt x="278738" y="-6000"/>
                      <a:pt x="289365" y="4764"/>
                    </a:cubicBezTo>
                    <a:cubicBezTo>
                      <a:pt x="298248" y="13782"/>
                      <a:pt x="295846" y="28579"/>
                      <a:pt x="283224" y="42492"/>
                    </a:cubicBezTo>
                    <a:cubicBezTo>
                      <a:pt x="261358" y="66602"/>
                      <a:pt x="235684" y="86610"/>
                      <a:pt x="206929" y="101973"/>
                    </a:cubicBezTo>
                    <a:cubicBezTo>
                      <a:pt x="203553" y="103763"/>
                      <a:pt x="199384" y="102494"/>
                      <a:pt x="197571" y="99141"/>
                    </a:cubicBezTo>
                    <a:cubicBezTo>
                      <a:pt x="195781" y="95765"/>
                      <a:pt x="197050" y="91595"/>
                      <a:pt x="200403" y="89782"/>
                    </a:cubicBezTo>
                    <a:cubicBezTo>
                      <a:pt x="227754" y="75167"/>
                      <a:pt x="252158" y="56133"/>
                      <a:pt x="272982" y="33201"/>
                    </a:cubicBezTo>
                    <a:cubicBezTo>
                      <a:pt x="278806" y="26789"/>
                      <a:pt x="283066" y="18042"/>
                      <a:pt x="279531" y="14462"/>
                    </a:cubicBezTo>
                    <a:cubicBezTo>
                      <a:pt x="274432" y="11539"/>
                      <a:pt x="242641" y="16524"/>
                      <a:pt x="235005" y="20829"/>
                    </a:cubicBezTo>
                    <a:cubicBezTo>
                      <a:pt x="126941" y="81806"/>
                      <a:pt x="15320" y="203058"/>
                      <a:pt x="13824" y="261112"/>
                    </a:cubicBezTo>
                    <a:cubicBezTo>
                      <a:pt x="13734" y="264873"/>
                      <a:pt x="10652" y="267842"/>
                      <a:pt x="6913" y="2678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00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aphic 3">
              <a:extLst>
                <a:ext uri="{FF2B5EF4-FFF2-40B4-BE49-F238E27FC236}">
                  <a16:creationId xmlns:a16="http://schemas.microsoft.com/office/drawing/2014/main" id="{1B722230-63AB-90F4-23A4-0A920420EBF1}"/>
                </a:ext>
              </a:extLst>
            </p:cNvPr>
            <p:cNvGrpSpPr/>
            <p:nvPr/>
          </p:nvGrpSpPr>
          <p:grpSpPr>
            <a:xfrm>
              <a:off x="4220997" y="3949738"/>
              <a:ext cx="1365788" cy="2059531"/>
              <a:chOff x="4220997" y="3949738"/>
              <a:chExt cx="1365788" cy="2059531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7DE9CB1-A889-75A9-18C3-DF7B092A324E}"/>
                  </a:ext>
                </a:extLst>
              </p:cNvPr>
              <p:cNvSpPr/>
              <p:nvPr/>
            </p:nvSpPr>
            <p:spPr>
              <a:xfrm>
                <a:off x="4220997" y="3949738"/>
                <a:ext cx="1365788" cy="2059531"/>
              </a:xfrm>
              <a:custGeom>
                <a:avLst/>
                <a:gdLst>
                  <a:gd name="connsiteX0" fmla="*/ 1365788 w 1365788"/>
                  <a:gd name="connsiteY0" fmla="*/ 2059532 h 2059531"/>
                  <a:gd name="connsiteX1" fmla="*/ 152638 w 1365788"/>
                  <a:gd name="connsiteY1" fmla="*/ 23135 h 2059531"/>
                  <a:gd name="connsiteX2" fmla="*/ 20034 w 1365788"/>
                  <a:gd name="connsiteY2" fmla="*/ 70947 h 2059531"/>
                  <a:gd name="connsiteX3" fmla="*/ 1365788 w 1365788"/>
                  <a:gd name="connsiteY3" fmla="*/ 2059509 h 2059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5788" h="2059531">
                    <a:moveTo>
                      <a:pt x="1365788" y="2059532"/>
                    </a:moveTo>
                    <a:cubicBezTo>
                      <a:pt x="1365788" y="2059532"/>
                      <a:pt x="882051" y="712644"/>
                      <a:pt x="152638" y="23135"/>
                    </a:cubicBezTo>
                    <a:cubicBezTo>
                      <a:pt x="103603" y="-23204"/>
                      <a:pt x="28305" y="3806"/>
                      <a:pt x="20034" y="70947"/>
                    </a:cubicBezTo>
                    <a:cubicBezTo>
                      <a:pt x="-35210" y="519856"/>
                      <a:pt x="-77833" y="1869327"/>
                      <a:pt x="1365788" y="2059509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A356BAB-AAD1-ADAD-B3CB-FE0F0CCD8220}"/>
                  </a:ext>
                </a:extLst>
              </p:cNvPr>
              <p:cNvSpPr/>
              <p:nvPr/>
            </p:nvSpPr>
            <p:spPr>
              <a:xfrm>
                <a:off x="4413928" y="4391471"/>
                <a:ext cx="1034586" cy="1548255"/>
              </a:xfrm>
              <a:custGeom>
                <a:avLst/>
                <a:gdLst>
                  <a:gd name="connsiteX0" fmla="*/ 1033093 w 1034586"/>
                  <a:gd name="connsiteY0" fmla="*/ 1541527 h 1548255"/>
                  <a:gd name="connsiteX1" fmla="*/ 1029286 w 1034586"/>
                  <a:gd name="connsiteY1" fmla="*/ 1547645 h 1548255"/>
                  <a:gd name="connsiteX2" fmla="*/ 155 w 1034586"/>
                  <a:gd name="connsiteY2" fmla="*/ 3415 h 1548255"/>
                  <a:gd name="connsiteX3" fmla="*/ 4709 w 1034586"/>
                  <a:gd name="connsiteY3" fmla="*/ 1648 h 1548255"/>
                  <a:gd name="connsiteX4" fmla="*/ 1033093 w 1034586"/>
                  <a:gd name="connsiteY4" fmla="*/ 1541527 h 1548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4586" h="1548255">
                    <a:moveTo>
                      <a:pt x="1033093" y="1541527"/>
                    </a:moveTo>
                    <a:cubicBezTo>
                      <a:pt x="1036673" y="1544495"/>
                      <a:pt x="1033184" y="1550115"/>
                      <a:pt x="1029286" y="1547645"/>
                    </a:cubicBezTo>
                    <a:cubicBezTo>
                      <a:pt x="885851" y="1456916"/>
                      <a:pt x="317231" y="997787"/>
                      <a:pt x="155" y="3415"/>
                    </a:cubicBezTo>
                    <a:cubicBezTo>
                      <a:pt x="-865" y="220"/>
                      <a:pt x="3440" y="-1457"/>
                      <a:pt x="4709" y="1648"/>
                    </a:cubicBezTo>
                    <a:cubicBezTo>
                      <a:pt x="98294" y="230192"/>
                      <a:pt x="468688" y="1070456"/>
                      <a:pt x="1033093" y="1541527"/>
                    </a:cubicBezTo>
                    <a:close/>
                  </a:path>
                </a:pathLst>
              </a:custGeom>
              <a:solidFill>
                <a:srgbClr val="C8E2E0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7" name="Graphic 3">
              <a:extLst>
                <a:ext uri="{FF2B5EF4-FFF2-40B4-BE49-F238E27FC236}">
                  <a16:creationId xmlns:a16="http://schemas.microsoft.com/office/drawing/2014/main" id="{895C9A9E-37C2-AD7E-E4C2-48BD43FF8F2A}"/>
                </a:ext>
              </a:extLst>
            </p:cNvPr>
            <p:cNvGrpSpPr/>
            <p:nvPr/>
          </p:nvGrpSpPr>
          <p:grpSpPr>
            <a:xfrm>
              <a:off x="5153061" y="4238152"/>
              <a:ext cx="511983" cy="1527276"/>
              <a:chOff x="5153061" y="4238152"/>
              <a:chExt cx="511983" cy="1527276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B99B099-81FD-197F-566F-844F84D4E9EE}"/>
                  </a:ext>
                </a:extLst>
              </p:cNvPr>
              <p:cNvSpPr/>
              <p:nvPr/>
            </p:nvSpPr>
            <p:spPr>
              <a:xfrm>
                <a:off x="5153061" y="4238152"/>
                <a:ext cx="511983" cy="1527276"/>
              </a:xfrm>
              <a:custGeom>
                <a:avLst/>
                <a:gdLst>
                  <a:gd name="connsiteX0" fmla="*/ 485910 w 511983"/>
                  <a:gd name="connsiteY0" fmla="*/ 1527277 h 1527276"/>
                  <a:gd name="connsiteX1" fmla="*/ 360466 w 511983"/>
                  <a:gd name="connsiteY1" fmla="*/ 34688 h 1527276"/>
                  <a:gd name="connsiteX2" fmla="*/ 265296 w 511983"/>
                  <a:gd name="connsiteY2" fmla="*/ 22701 h 1527276"/>
                  <a:gd name="connsiteX3" fmla="*/ 485910 w 511983"/>
                  <a:gd name="connsiteY3" fmla="*/ 1527277 h 1527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11983" h="1527276">
                    <a:moveTo>
                      <a:pt x="485910" y="1527277"/>
                    </a:moveTo>
                    <a:cubicBezTo>
                      <a:pt x="485910" y="1527277"/>
                      <a:pt x="597033" y="633083"/>
                      <a:pt x="360466" y="34688"/>
                    </a:cubicBezTo>
                    <a:cubicBezTo>
                      <a:pt x="344559" y="-5532"/>
                      <a:pt x="290561" y="-12421"/>
                      <a:pt x="265296" y="22701"/>
                    </a:cubicBezTo>
                    <a:cubicBezTo>
                      <a:pt x="96414" y="257523"/>
                      <a:pt x="-336045" y="999489"/>
                      <a:pt x="485910" y="1527277"/>
                    </a:cubicBezTo>
                    <a:close/>
                  </a:path>
                </a:pathLst>
              </a:custGeom>
              <a:solidFill>
                <a:srgbClr val="B9D9D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C83334E-8FEA-E987-0EED-A54143C60BFC}"/>
                  </a:ext>
                </a:extLst>
              </p:cNvPr>
              <p:cNvSpPr/>
              <p:nvPr/>
            </p:nvSpPr>
            <p:spPr>
              <a:xfrm>
                <a:off x="5381210" y="4519144"/>
                <a:ext cx="195859" cy="1166262"/>
              </a:xfrm>
              <a:custGeom>
                <a:avLst/>
                <a:gdLst>
                  <a:gd name="connsiteX0" fmla="*/ 195605 w 195859"/>
                  <a:gd name="connsiteY0" fmla="*/ 1162830 h 1166262"/>
                  <a:gd name="connsiteX1" fmla="*/ 191436 w 195859"/>
                  <a:gd name="connsiteY1" fmla="*/ 1165141 h 1166262"/>
                  <a:gd name="connsiteX2" fmla="*/ 29828 w 195859"/>
                  <a:gd name="connsiteY2" fmla="*/ 1412 h 1166262"/>
                  <a:gd name="connsiteX3" fmla="*/ 33136 w 195859"/>
                  <a:gd name="connsiteY3" fmla="*/ 1752 h 1166262"/>
                  <a:gd name="connsiteX4" fmla="*/ 195605 w 195859"/>
                  <a:gd name="connsiteY4" fmla="*/ 1162830 h 1166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859" h="1166262">
                    <a:moveTo>
                      <a:pt x="195605" y="1162830"/>
                    </a:moveTo>
                    <a:cubicBezTo>
                      <a:pt x="196874" y="1165527"/>
                      <a:pt x="193067" y="1167656"/>
                      <a:pt x="191436" y="1165141"/>
                    </a:cubicBezTo>
                    <a:cubicBezTo>
                      <a:pt x="131411" y="1072531"/>
                      <a:pt x="-76605" y="649862"/>
                      <a:pt x="29828" y="1412"/>
                    </a:cubicBezTo>
                    <a:cubicBezTo>
                      <a:pt x="30167" y="-673"/>
                      <a:pt x="33294" y="-356"/>
                      <a:pt x="33136" y="1752"/>
                    </a:cubicBezTo>
                    <a:cubicBezTo>
                      <a:pt x="21285" y="156834"/>
                      <a:pt x="-6247" y="734699"/>
                      <a:pt x="195605" y="1162830"/>
                    </a:cubicBezTo>
                    <a:close/>
                  </a:path>
                </a:pathLst>
              </a:custGeom>
              <a:solidFill>
                <a:srgbClr val="C8E2E0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0" name="Graphic 3">
              <a:extLst>
                <a:ext uri="{FF2B5EF4-FFF2-40B4-BE49-F238E27FC236}">
                  <a16:creationId xmlns:a16="http://schemas.microsoft.com/office/drawing/2014/main" id="{35F30F19-8670-2F29-94FF-8E72ADDD3BFD}"/>
                </a:ext>
              </a:extLst>
            </p:cNvPr>
            <p:cNvGrpSpPr/>
            <p:nvPr/>
          </p:nvGrpSpPr>
          <p:grpSpPr>
            <a:xfrm>
              <a:off x="3584835" y="4903221"/>
              <a:ext cx="1611564" cy="1198165"/>
              <a:chOff x="3584835" y="4903221"/>
              <a:chExt cx="1611564" cy="1198165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918E425-B21D-BDD0-D7C5-8FCC48A7C135}"/>
                  </a:ext>
                </a:extLst>
              </p:cNvPr>
              <p:cNvSpPr/>
              <p:nvPr/>
            </p:nvSpPr>
            <p:spPr>
              <a:xfrm>
                <a:off x="3584835" y="4903221"/>
                <a:ext cx="1611564" cy="1198165"/>
              </a:xfrm>
              <a:custGeom>
                <a:avLst/>
                <a:gdLst>
                  <a:gd name="connsiteX0" fmla="*/ 4370 w 1611564"/>
                  <a:gd name="connsiteY0" fmla="*/ 14264 h 1198165"/>
                  <a:gd name="connsiteX1" fmla="*/ 7225 w 1611564"/>
                  <a:gd name="connsiteY1" fmla="*/ 147 h 1198165"/>
                  <a:gd name="connsiteX2" fmla="*/ 985327 w 1611564"/>
                  <a:gd name="connsiteY2" fmla="*/ 391047 h 1198165"/>
                  <a:gd name="connsiteX3" fmla="*/ 1606654 w 1611564"/>
                  <a:gd name="connsiteY3" fmla="*/ 1145613 h 1198165"/>
                  <a:gd name="connsiteX4" fmla="*/ 1578103 w 1611564"/>
                  <a:gd name="connsiteY4" fmla="*/ 1197571 h 1198165"/>
                  <a:gd name="connsiteX5" fmla="*/ 774140 w 1611564"/>
                  <a:gd name="connsiteY5" fmla="*/ 951896 h 1198165"/>
                  <a:gd name="connsiteX6" fmla="*/ 4370 w 1611564"/>
                  <a:gd name="connsiteY6" fmla="*/ 14241 h 1198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1564" h="1198165">
                    <a:moveTo>
                      <a:pt x="4370" y="14264"/>
                    </a:moveTo>
                    <a:cubicBezTo>
                      <a:pt x="-2813" y="11001"/>
                      <a:pt x="-637" y="283"/>
                      <a:pt x="7225" y="147"/>
                    </a:cubicBezTo>
                    <a:cubicBezTo>
                      <a:pt x="133077" y="-2119"/>
                      <a:pt x="593996" y="17277"/>
                      <a:pt x="985327" y="391047"/>
                    </a:cubicBezTo>
                    <a:cubicBezTo>
                      <a:pt x="1343372" y="733026"/>
                      <a:pt x="1538539" y="1031612"/>
                      <a:pt x="1606654" y="1145613"/>
                    </a:cubicBezTo>
                    <a:cubicBezTo>
                      <a:pt x="1620114" y="1168159"/>
                      <a:pt x="1604365" y="1196869"/>
                      <a:pt x="1578103" y="1197571"/>
                    </a:cubicBezTo>
                    <a:cubicBezTo>
                      <a:pt x="1422499" y="1201718"/>
                      <a:pt x="986211" y="1190501"/>
                      <a:pt x="774140" y="951896"/>
                    </a:cubicBezTo>
                    <a:cubicBezTo>
                      <a:pt x="520692" y="666770"/>
                      <a:pt x="346825" y="170207"/>
                      <a:pt x="4370" y="14241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1D55E2D4-A7E1-EFE3-A548-94A6AD2899C6}"/>
                  </a:ext>
                </a:extLst>
              </p:cNvPr>
              <p:cNvSpPr/>
              <p:nvPr/>
            </p:nvSpPr>
            <p:spPr>
              <a:xfrm>
                <a:off x="3981057" y="5086955"/>
                <a:ext cx="1178594" cy="969785"/>
              </a:xfrm>
              <a:custGeom>
                <a:avLst/>
                <a:gdLst>
                  <a:gd name="connsiteX0" fmla="*/ 0 w 1178594"/>
                  <a:gd name="connsiteY0" fmla="*/ 0 h 969785"/>
                  <a:gd name="connsiteX1" fmla="*/ 1178594 w 1178594"/>
                  <a:gd name="connsiteY1" fmla="*/ 969786 h 969785"/>
                  <a:gd name="connsiteX2" fmla="*/ 0 w 1178594"/>
                  <a:gd name="connsiteY2" fmla="*/ 0 h 969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78594" h="969785">
                    <a:moveTo>
                      <a:pt x="0" y="0"/>
                    </a:moveTo>
                    <a:cubicBezTo>
                      <a:pt x="0" y="0"/>
                      <a:pt x="423440" y="101379"/>
                      <a:pt x="1178594" y="969786"/>
                    </a:cubicBezTo>
                    <a:cubicBezTo>
                      <a:pt x="1178594" y="969786"/>
                      <a:pt x="373430" y="137272"/>
                      <a:pt x="0" y="0"/>
                    </a:cubicBezTo>
                    <a:close/>
                  </a:path>
                </a:pathLst>
              </a:custGeom>
              <a:solidFill>
                <a:srgbClr val="C8E2E0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4" name="Graphic 3">
              <a:extLst>
                <a:ext uri="{FF2B5EF4-FFF2-40B4-BE49-F238E27FC236}">
                  <a16:creationId xmlns:a16="http://schemas.microsoft.com/office/drawing/2014/main" id="{362792A4-4148-779A-D4B8-D19EFB5D32A5}"/>
                </a:ext>
              </a:extLst>
            </p:cNvPr>
            <p:cNvGrpSpPr/>
            <p:nvPr/>
          </p:nvGrpSpPr>
          <p:grpSpPr>
            <a:xfrm>
              <a:off x="6561511" y="4429553"/>
              <a:ext cx="467002" cy="704217"/>
              <a:chOff x="6561511" y="4429553"/>
              <a:chExt cx="467002" cy="704217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2CF0FA8-5306-3CB0-46F1-96188C74444F}"/>
                  </a:ext>
                </a:extLst>
              </p:cNvPr>
              <p:cNvSpPr/>
              <p:nvPr/>
            </p:nvSpPr>
            <p:spPr>
              <a:xfrm>
                <a:off x="6561511" y="4429553"/>
                <a:ext cx="467002" cy="704217"/>
              </a:xfrm>
              <a:custGeom>
                <a:avLst/>
                <a:gdLst>
                  <a:gd name="connsiteX0" fmla="*/ 0 w 467002"/>
                  <a:gd name="connsiteY0" fmla="*/ 704217 h 704217"/>
                  <a:gd name="connsiteX1" fmla="*/ 414807 w 467002"/>
                  <a:gd name="connsiteY1" fmla="*/ 7910 h 704217"/>
                  <a:gd name="connsiteX2" fmla="*/ 460149 w 467002"/>
                  <a:gd name="connsiteY2" fmla="*/ 24248 h 704217"/>
                  <a:gd name="connsiteX3" fmla="*/ 0 w 467002"/>
                  <a:gd name="connsiteY3" fmla="*/ 704195 h 704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7002" h="704217">
                    <a:moveTo>
                      <a:pt x="0" y="704217"/>
                    </a:moveTo>
                    <a:cubicBezTo>
                      <a:pt x="0" y="704217"/>
                      <a:pt x="165392" y="243684"/>
                      <a:pt x="414807" y="7910"/>
                    </a:cubicBezTo>
                    <a:cubicBezTo>
                      <a:pt x="431575" y="-7929"/>
                      <a:pt x="457316" y="1294"/>
                      <a:pt x="460149" y="24248"/>
                    </a:cubicBezTo>
                    <a:cubicBezTo>
                      <a:pt x="479047" y="177744"/>
                      <a:pt x="493617" y="639162"/>
                      <a:pt x="0" y="704195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87A7CD0-F87C-30E3-DC6C-09D6F2553F24}"/>
                  </a:ext>
                </a:extLst>
              </p:cNvPr>
              <p:cNvSpPr/>
              <p:nvPr/>
            </p:nvSpPr>
            <p:spPr>
              <a:xfrm>
                <a:off x="6608791" y="4580596"/>
                <a:ext cx="353732" cy="529385"/>
              </a:xfrm>
              <a:custGeom>
                <a:avLst/>
                <a:gdLst>
                  <a:gd name="connsiteX0" fmla="*/ 509 w 353732"/>
                  <a:gd name="connsiteY0" fmla="*/ 527093 h 529385"/>
                  <a:gd name="connsiteX1" fmla="*/ 1801 w 353732"/>
                  <a:gd name="connsiteY1" fmla="*/ 529177 h 529385"/>
                  <a:gd name="connsiteX2" fmla="*/ 353682 w 353732"/>
                  <a:gd name="connsiteY2" fmla="*/ 1163 h 529385"/>
                  <a:gd name="connsiteX3" fmla="*/ 352118 w 353732"/>
                  <a:gd name="connsiteY3" fmla="*/ 551 h 529385"/>
                  <a:gd name="connsiteX4" fmla="*/ 486 w 353732"/>
                  <a:gd name="connsiteY4" fmla="*/ 527070 h 529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3732" h="529385">
                    <a:moveTo>
                      <a:pt x="509" y="527093"/>
                    </a:moveTo>
                    <a:cubicBezTo>
                      <a:pt x="-714" y="528112"/>
                      <a:pt x="486" y="530016"/>
                      <a:pt x="1801" y="529177"/>
                    </a:cubicBezTo>
                    <a:cubicBezTo>
                      <a:pt x="50836" y="498156"/>
                      <a:pt x="245278" y="341171"/>
                      <a:pt x="353682" y="1163"/>
                    </a:cubicBezTo>
                    <a:cubicBezTo>
                      <a:pt x="354022" y="75"/>
                      <a:pt x="352549" y="-491"/>
                      <a:pt x="352118" y="551"/>
                    </a:cubicBezTo>
                    <a:cubicBezTo>
                      <a:pt x="320123" y="78704"/>
                      <a:pt x="193478" y="366006"/>
                      <a:pt x="486" y="527070"/>
                    </a:cubicBezTo>
                    <a:close/>
                  </a:path>
                </a:pathLst>
              </a:custGeom>
              <a:solidFill>
                <a:srgbClr val="DCE5FE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9" name="Graphic 3">
              <a:extLst>
                <a:ext uri="{FF2B5EF4-FFF2-40B4-BE49-F238E27FC236}">
                  <a16:creationId xmlns:a16="http://schemas.microsoft.com/office/drawing/2014/main" id="{39EF128A-9495-B4F0-6B04-F9F62282B830}"/>
                </a:ext>
              </a:extLst>
            </p:cNvPr>
            <p:cNvGrpSpPr/>
            <p:nvPr/>
          </p:nvGrpSpPr>
          <p:grpSpPr>
            <a:xfrm>
              <a:off x="6605380" y="4538646"/>
              <a:ext cx="1094655" cy="1705693"/>
              <a:chOff x="6605380" y="4538646"/>
              <a:chExt cx="1094655" cy="1705693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F045D288-F004-740A-025F-9590ADC8BB66}"/>
                  </a:ext>
                </a:extLst>
              </p:cNvPr>
              <p:cNvSpPr/>
              <p:nvPr/>
            </p:nvSpPr>
            <p:spPr>
              <a:xfrm>
                <a:off x="6605380" y="4538646"/>
                <a:ext cx="1094655" cy="1705693"/>
              </a:xfrm>
              <a:custGeom>
                <a:avLst/>
                <a:gdLst>
                  <a:gd name="connsiteX0" fmla="*/ 0 w 1094655"/>
                  <a:gd name="connsiteY0" fmla="*/ 1705694 h 1705693"/>
                  <a:gd name="connsiteX1" fmla="*/ 934845 w 1094655"/>
                  <a:gd name="connsiteY1" fmla="*/ 20068 h 1705693"/>
                  <a:gd name="connsiteX2" fmla="*/ 1052856 w 1094655"/>
                  <a:gd name="connsiteY2" fmla="*/ 56210 h 1705693"/>
                  <a:gd name="connsiteX3" fmla="*/ 0 w 1094655"/>
                  <a:gd name="connsiteY3" fmla="*/ 1705694 h 170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4655" h="1705693">
                    <a:moveTo>
                      <a:pt x="0" y="1705694"/>
                    </a:moveTo>
                    <a:cubicBezTo>
                      <a:pt x="0" y="1705694"/>
                      <a:pt x="341435" y="597571"/>
                      <a:pt x="934845" y="20068"/>
                    </a:cubicBezTo>
                    <a:cubicBezTo>
                      <a:pt x="974726" y="-18748"/>
                      <a:pt x="1041753" y="1668"/>
                      <a:pt x="1052856" y="56210"/>
                    </a:cubicBezTo>
                    <a:cubicBezTo>
                      <a:pt x="1127157" y="420917"/>
                      <a:pt x="1243197" y="1519953"/>
                      <a:pt x="0" y="1705694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ED2DC8C-E5FC-CEDF-BA5E-1AD097A79C9E}"/>
                  </a:ext>
                </a:extLst>
              </p:cNvPr>
              <p:cNvSpPr/>
              <p:nvPr/>
            </p:nvSpPr>
            <p:spPr>
              <a:xfrm>
                <a:off x="6721228" y="4900793"/>
                <a:ext cx="808635" cy="1283842"/>
              </a:xfrm>
              <a:custGeom>
                <a:avLst/>
                <a:gdLst>
                  <a:gd name="connsiteX0" fmla="*/ 1121 w 808635"/>
                  <a:gd name="connsiteY0" fmla="*/ 1278401 h 1283842"/>
                  <a:gd name="connsiteX1" fmla="*/ 4792 w 808635"/>
                  <a:gd name="connsiteY1" fmla="*/ 1283295 h 1283842"/>
                  <a:gd name="connsiteX2" fmla="*/ 808551 w 808635"/>
                  <a:gd name="connsiteY2" fmla="*/ 2733 h 1283842"/>
                  <a:gd name="connsiteX3" fmla="*/ 804472 w 808635"/>
                  <a:gd name="connsiteY3" fmla="*/ 1396 h 1283842"/>
                  <a:gd name="connsiteX4" fmla="*/ 1121 w 808635"/>
                  <a:gd name="connsiteY4" fmla="*/ 1278401 h 1283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8635" h="1283842">
                    <a:moveTo>
                      <a:pt x="1121" y="1278401"/>
                    </a:moveTo>
                    <a:cubicBezTo>
                      <a:pt x="-1802" y="1280916"/>
                      <a:pt x="1551" y="1285402"/>
                      <a:pt x="4792" y="1283295"/>
                    </a:cubicBezTo>
                    <a:cubicBezTo>
                      <a:pt x="124117" y="1206275"/>
                      <a:pt x="591290" y="819974"/>
                      <a:pt x="808551" y="2733"/>
                    </a:cubicBezTo>
                    <a:cubicBezTo>
                      <a:pt x="809253" y="104"/>
                      <a:pt x="805401" y="-1165"/>
                      <a:pt x="804472" y="1396"/>
                    </a:cubicBezTo>
                    <a:cubicBezTo>
                      <a:pt x="736538" y="189674"/>
                      <a:pt x="463920" y="882424"/>
                      <a:pt x="1121" y="1278401"/>
                    </a:cubicBezTo>
                    <a:close/>
                  </a:path>
                </a:pathLst>
              </a:custGeom>
              <a:solidFill>
                <a:srgbClr val="C8E2E0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4" name="Graphic 3">
              <a:extLst>
                <a:ext uri="{FF2B5EF4-FFF2-40B4-BE49-F238E27FC236}">
                  <a16:creationId xmlns:a16="http://schemas.microsoft.com/office/drawing/2014/main" id="{1D5E6C3E-B1E0-B00D-C216-F0CEF43FD3A2}"/>
                </a:ext>
              </a:extLst>
            </p:cNvPr>
            <p:cNvGrpSpPr/>
            <p:nvPr/>
          </p:nvGrpSpPr>
          <p:grpSpPr>
            <a:xfrm>
              <a:off x="6864341" y="5023022"/>
              <a:ext cx="1611564" cy="1198165"/>
              <a:chOff x="6864341" y="5023022"/>
              <a:chExt cx="1611564" cy="1198165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0B0B3029-1A61-6366-4F8F-C0B2A0408195}"/>
                  </a:ext>
                </a:extLst>
              </p:cNvPr>
              <p:cNvSpPr/>
              <p:nvPr/>
            </p:nvSpPr>
            <p:spPr>
              <a:xfrm>
                <a:off x="6864341" y="5023022"/>
                <a:ext cx="1611564" cy="1198165"/>
              </a:xfrm>
              <a:custGeom>
                <a:avLst/>
                <a:gdLst>
                  <a:gd name="connsiteX0" fmla="*/ 1607194 w 1611564"/>
                  <a:gd name="connsiteY0" fmla="*/ 14264 h 1198165"/>
                  <a:gd name="connsiteX1" fmla="*/ 1604339 w 1611564"/>
                  <a:gd name="connsiteY1" fmla="*/ 147 h 1198165"/>
                  <a:gd name="connsiteX2" fmla="*/ 626237 w 1611564"/>
                  <a:gd name="connsiteY2" fmla="*/ 391047 h 1198165"/>
                  <a:gd name="connsiteX3" fmla="*/ 4911 w 1611564"/>
                  <a:gd name="connsiteY3" fmla="*/ 1145613 h 1198165"/>
                  <a:gd name="connsiteX4" fmla="*/ 33462 w 1611564"/>
                  <a:gd name="connsiteY4" fmla="*/ 1197571 h 1198165"/>
                  <a:gd name="connsiteX5" fmla="*/ 837424 w 1611564"/>
                  <a:gd name="connsiteY5" fmla="*/ 951896 h 1198165"/>
                  <a:gd name="connsiteX6" fmla="*/ 1607194 w 1611564"/>
                  <a:gd name="connsiteY6" fmla="*/ 14241 h 1198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1564" h="1198165">
                    <a:moveTo>
                      <a:pt x="1607194" y="14264"/>
                    </a:moveTo>
                    <a:cubicBezTo>
                      <a:pt x="1614377" y="11001"/>
                      <a:pt x="1612202" y="283"/>
                      <a:pt x="1604339" y="147"/>
                    </a:cubicBezTo>
                    <a:cubicBezTo>
                      <a:pt x="1478487" y="-2119"/>
                      <a:pt x="1017568" y="17277"/>
                      <a:pt x="626237" y="391047"/>
                    </a:cubicBezTo>
                    <a:cubicBezTo>
                      <a:pt x="268192" y="733026"/>
                      <a:pt x="73025" y="1031612"/>
                      <a:pt x="4911" y="1145613"/>
                    </a:cubicBezTo>
                    <a:cubicBezTo>
                      <a:pt x="-8549" y="1168159"/>
                      <a:pt x="7199" y="1196869"/>
                      <a:pt x="33462" y="1197571"/>
                    </a:cubicBezTo>
                    <a:cubicBezTo>
                      <a:pt x="189065" y="1201718"/>
                      <a:pt x="625353" y="1190501"/>
                      <a:pt x="837424" y="951896"/>
                    </a:cubicBezTo>
                    <a:cubicBezTo>
                      <a:pt x="1090872" y="666770"/>
                      <a:pt x="1264739" y="170207"/>
                      <a:pt x="1607194" y="14241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544F9AC-C6AA-1096-2544-F89A645E832C}"/>
                  </a:ext>
                </a:extLst>
              </p:cNvPr>
              <p:cNvSpPr/>
              <p:nvPr/>
            </p:nvSpPr>
            <p:spPr>
              <a:xfrm>
                <a:off x="6901111" y="5206757"/>
                <a:ext cx="1178594" cy="969785"/>
              </a:xfrm>
              <a:custGeom>
                <a:avLst/>
                <a:gdLst>
                  <a:gd name="connsiteX0" fmla="*/ 1178594 w 1178594"/>
                  <a:gd name="connsiteY0" fmla="*/ 0 h 969785"/>
                  <a:gd name="connsiteX1" fmla="*/ 0 w 1178594"/>
                  <a:gd name="connsiteY1" fmla="*/ 969786 h 969785"/>
                  <a:gd name="connsiteX2" fmla="*/ 1178594 w 1178594"/>
                  <a:gd name="connsiteY2" fmla="*/ 0 h 969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78594" h="969785">
                    <a:moveTo>
                      <a:pt x="1178594" y="0"/>
                    </a:moveTo>
                    <a:cubicBezTo>
                      <a:pt x="1178594" y="0"/>
                      <a:pt x="755154" y="101379"/>
                      <a:pt x="0" y="969786"/>
                    </a:cubicBezTo>
                    <a:cubicBezTo>
                      <a:pt x="0" y="969786"/>
                      <a:pt x="805164" y="137272"/>
                      <a:pt x="1178594" y="0"/>
                    </a:cubicBezTo>
                    <a:close/>
                  </a:path>
                </a:pathLst>
              </a:custGeom>
              <a:solidFill>
                <a:srgbClr val="C8E2E0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8" name="Graphic 3">
              <a:extLst>
                <a:ext uri="{FF2B5EF4-FFF2-40B4-BE49-F238E27FC236}">
                  <a16:creationId xmlns:a16="http://schemas.microsoft.com/office/drawing/2014/main" id="{A867D83A-80ED-8894-F95B-CED93E8389B3}"/>
                </a:ext>
              </a:extLst>
            </p:cNvPr>
            <p:cNvGrpSpPr/>
            <p:nvPr/>
          </p:nvGrpSpPr>
          <p:grpSpPr>
            <a:xfrm>
              <a:off x="4095864" y="5845006"/>
              <a:ext cx="706459" cy="453952"/>
              <a:chOff x="4095864" y="5845006"/>
              <a:chExt cx="706459" cy="453952"/>
            </a:xfrm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8B915F3E-7C3E-88C7-80A0-E81D79CBDE26}"/>
                  </a:ext>
                </a:extLst>
              </p:cNvPr>
              <p:cNvSpPr/>
              <p:nvPr/>
            </p:nvSpPr>
            <p:spPr>
              <a:xfrm>
                <a:off x="4095864" y="5845006"/>
                <a:ext cx="706459" cy="453952"/>
              </a:xfrm>
              <a:custGeom>
                <a:avLst/>
                <a:gdLst>
                  <a:gd name="connsiteX0" fmla="*/ 702753 w 706459"/>
                  <a:gd name="connsiteY0" fmla="*/ 429970 h 453952"/>
                  <a:gd name="connsiteX1" fmla="*/ 33252 w 706459"/>
                  <a:gd name="connsiteY1" fmla="*/ 1228 h 453952"/>
                  <a:gd name="connsiteX2" fmla="*/ 1052 w 706459"/>
                  <a:gd name="connsiteY2" fmla="*/ 32543 h 453952"/>
                  <a:gd name="connsiteX3" fmla="*/ 696544 w 706459"/>
                  <a:gd name="connsiteY3" fmla="*/ 449140 h 453952"/>
                  <a:gd name="connsiteX4" fmla="*/ 702753 w 706459"/>
                  <a:gd name="connsiteY4" fmla="*/ 429970 h 45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6459" h="453952">
                    <a:moveTo>
                      <a:pt x="702753" y="429970"/>
                    </a:moveTo>
                    <a:cubicBezTo>
                      <a:pt x="623852" y="359929"/>
                      <a:pt x="305280" y="87334"/>
                      <a:pt x="33252" y="1228"/>
                    </a:cubicBezTo>
                    <a:cubicBezTo>
                      <a:pt x="13832" y="-4913"/>
                      <a:pt x="-4658" y="12988"/>
                      <a:pt x="1052" y="32543"/>
                    </a:cubicBezTo>
                    <a:cubicBezTo>
                      <a:pt x="37194" y="156129"/>
                      <a:pt x="184255" y="498402"/>
                      <a:pt x="696544" y="449140"/>
                    </a:cubicBezTo>
                    <a:cubicBezTo>
                      <a:pt x="706083" y="448234"/>
                      <a:pt x="709913" y="436337"/>
                      <a:pt x="702753" y="42997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3AD90F2-5C76-480E-F31E-6638F7B8F9FB}"/>
                  </a:ext>
                </a:extLst>
              </p:cNvPr>
              <p:cNvSpPr/>
              <p:nvPr/>
            </p:nvSpPr>
            <p:spPr>
              <a:xfrm>
                <a:off x="4205727" y="5940044"/>
                <a:ext cx="588094" cy="350590"/>
              </a:xfrm>
              <a:custGeom>
                <a:avLst/>
                <a:gdLst>
                  <a:gd name="connsiteX0" fmla="*/ 578863 w 588094"/>
                  <a:gd name="connsiteY0" fmla="*/ 350568 h 350590"/>
                  <a:gd name="connsiteX1" fmla="*/ 575985 w 588094"/>
                  <a:gd name="connsiteY1" fmla="*/ 350092 h 350590"/>
                  <a:gd name="connsiteX2" fmla="*/ 137817 w 588094"/>
                  <a:gd name="connsiteY2" fmla="*/ 133081 h 350590"/>
                  <a:gd name="connsiteX3" fmla="*/ 2153 w 588094"/>
                  <a:gd name="connsiteY3" fmla="*/ 15137 h 350590"/>
                  <a:gd name="connsiteX4" fmla="*/ 3286 w 588094"/>
                  <a:gd name="connsiteY4" fmla="*/ 2153 h 350590"/>
                  <a:gd name="connsiteX5" fmla="*/ 16270 w 588094"/>
                  <a:gd name="connsiteY5" fmla="*/ 3286 h 350590"/>
                  <a:gd name="connsiteX6" fmla="*/ 581764 w 588094"/>
                  <a:gd name="connsiteY6" fmla="*/ 332599 h 350590"/>
                  <a:gd name="connsiteX7" fmla="*/ 587632 w 588094"/>
                  <a:gd name="connsiteY7" fmla="*/ 344246 h 350590"/>
                  <a:gd name="connsiteX8" fmla="*/ 578886 w 588094"/>
                  <a:gd name="connsiteY8" fmla="*/ 350590 h 350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8094" h="350590">
                    <a:moveTo>
                      <a:pt x="578863" y="350568"/>
                    </a:moveTo>
                    <a:cubicBezTo>
                      <a:pt x="577912" y="350568"/>
                      <a:pt x="576937" y="350409"/>
                      <a:pt x="575985" y="350092"/>
                    </a:cubicBezTo>
                    <a:cubicBezTo>
                      <a:pt x="367109" y="281297"/>
                      <a:pt x="222405" y="194103"/>
                      <a:pt x="137817" y="133081"/>
                    </a:cubicBezTo>
                    <a:cubicBezTo>
                      <a:pt x="45796" y="66688"/>
                      <a:pt x="3876" y="17200"/>
                      <a:pt x="2153" y="15137"/>
                    </a:cubicBezTo>
                    <a:cubicBezTo>
                      <a:pt x="-1110" y="11240"/>
                      <a:pt x="-611" y="5439"/>
                      <a:pt x="3286" y="2153"/>
                    </a:cubicBezTo>
                    <a:cubicBezTo>
                      <a:pt x="7184" y="-1110"/>
                      <a:pt x="13007" y="-611"/>
                      <a:pt x="16270" y="3286"/>
                    </a:cubicBezTo>
                    <a:cubicBezTo>
                      <a:pt x="17925" y="5258"/>
                      <a:pt x="187101" y="202646"/>
                      <a:pt x="581764" y="332599"/>
                    </a:cubicBezTo>
                    <a:cubicBezTo>
                      <a:pt x="586590" y="334185"/>
                      <a:pt x="589219" y="339396"/>
                      <a:pt x="587632" y="344246"/>
                    </a:cubicBezTo>
                    <a:cubicBezTo>
                      <a:pt x="586364" y="348120"/>
                      <a:pt x="582761" y="350590"/>
                      <a:pt x="578886" y="350590"/>
                    </a:cubicBezTo>
                    <a:close/>
                  </a:path>
                </a:pathLst>
              </a:custGeom>
              <a:solidFill>
                <a:srgbClr val="C8E2E0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3" name="Graphic 3">
              <a:extLst>
                <a:ext uri="{FF2B5EF4-FFF2-40B4-BE49-F238E27FC236}">
                  <a16:creationId xmlns:a16="http://schemas.microsoft.com/office/drawing/2014/main" id="{220E6D35-887F-BF3A-7212-4283924D7A08}"/>
                </a:ext>
              </a:extLst>
            </p:cNvPr>
            <p:cNvGrpSpPr/>
            <p:nvPr/>
          </p:nvGrpSpPr>
          <p:grpSpPr>
            <a:xfrm>
              <a:off x="5709238" y="4748172"/>
              <a:ext cx="811281" cy="1567569"/>
              <a:chOff x="5709238" y="4748172"/>
              <a:chExt cx="811281" cy="1567569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0B12EB7F-3398-6441-9ACE-F4113790E058}"/>
                  </a:ext>
                </a:extLst>
              </p:cNvPr>
              <p:cNvSpPr/>
              <p:nvPr/>
            </p:nvSpPr>
            <p:spPr>
              <a:xfrm>
                <a:off x="5873588" y="4748172"/>
                <a:ext cx="646931" cy="1567569"/>
              </a:xfrm>
              <a:custGeom>
                <a:avLst/>
                <a:gdLst>
                  <a:gd name="connsiteX0" fmla="*/ 91590 w 646931"/>
                  <a:gd name="connsiteY0" fmla="*/ 0 h 1567569"/>
                  <a:gd name="connsiteX1" fmla="*/ 555342 w 646931"/>
                  <a:gd name="connsiteY1" fmla="*/ 0 h 1567569"/>
                  <a:gd name="connsiteX2" fmla="*/ 646932 w 646931"/>
                  <a:gd name="connsiteY2" fmla="*/ 91590 h 1567569"/>
                  <a:gd name="connsiteX3" fmla="*/ 646932 w 646931"/>
                  <a:gd name="connsiteY3" fmla="*/ 1567569 h 1567569"/>
                  <a:gd name="connsiteX4" fmla="*/ 0 w 646931"/>
                  <a:gd name="connsiteY4" fmla="*/ 1567569 h 1567569"/>
                  <a:gd name="connsiteX5" fmla="*/ 0 w 646931"/>
                  <a:gd name="connsiteY5" fmla="*/ 91590 h 1567569"/>
                  <a:gd name="connsiteX6" fmla="*/ 91590 w 646931"/>
                  <a:gd name="connsiteY6" fmla="*/ 0 h 1567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6931" h="1567569">
                    <a:moveTo>
                      <a:pt x="91590" y="0"/>
                    </a:moveTo>
                    <a:lnTo>
                      <a:pt x="555342" y="0"/>
                    </a:lnTo>
                    <a:cubicBezTo>
                      <a:pt x="605895" y="0"/>
                      <a:pt x="646932" y="41037"/>
                      <a:pt x="646932" y="91590"/>
                    </a:cubicBezTo>
                    <a:lnTo>
                      <a:pt x="646932" y="1567569"/>
                    </a:lnTo>
                    <a:lnTo>
                      <a:pt x="0" y="1567569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rgbClr val="D3CDB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F4C50CAD-E28E-08BD-F32C-092D1739956B}"/>
                  </a:ext>
                </a:extLst>
              </p:cNvPr>
              <p:cNvSpPr/>
              <p:nvPr/>
            </p:nvSpPr>
            <p:spPr>
              <a:xfrm>
                <a:off x="5709238" y="4748172"/>
                <a:ext cx="646931" cy="1567569"/>
              </a:xfrm>
              <a:custGeom>
                <a:avLst/>
                <a:gdLst>
                  <a:gd name="connsiteX0" fmla="*/ 91590 w 646931"/>
                  <a:gd name="connsiteY0" fmla="*/ 0 h 1567569"/>
                  <a:gd name="connsiteX1" fmla="*/ 555342 w 646931"/>
                  <a:gd name="connsiteY1" fmla="*/ 0 h 1567569"/>
                  <a:gd name="connsiteX2" fmla="*/ 646932 w 646931"/>
                  <a:gd name="connsiteY2" fmla="*/ 91590 h 1567569"/>
                  <a:gd name="connsiteX3" fmla="*/ 646932 w 646931"/>
                  <a:gd name="connsiteY3" fmla="*/ 1567569 h 1567569"/>
                  <a:gd name="connsiteX4" fmla="*/ 0 w 646931"/>
                  <a:gd name="connsiteY4" fmla="*/ 1567569 h 1567569"/>
                  <a:gd name="connsiteX5" fmla="*/ 0 w 646931"/>
                  <a:gd name="connsiteY5" fmla="*/ 91590 h 1567569"/>
                  <a:gd name="connsiteX6" fmla="*/ 91590 w 646931"/>
                  <a:gd name="connsiteY6" fmla="*/ 0 h 1567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6931" h="1567569">
                    <a:moveTo>
                      <a:pt x="91590" y="0"/>
                    </a:moveTo>
                    <a:lnTo>
                      <a:pt x="555342" y="0"/>
                    </a:lnTo>
                    <a:cubicBezTo>
                      <a:pt x="605895" y="0"/>
                      <a:pt x="646932" y="41037"/>
                      <a:pt x="646932" y="91590"/>
                    </a:cubicBezTo>
                    <a:lnTo>
                      <a:pt x="646932" y="1567569"/>
                    </a:lnTo>
                    <a:lnTo>
                      <a:pt x="0" y="1567569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rgbClr val="C6BE9A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77" name="Graphic 3">
                <a:extLst>
                  <a:ext uri="{FF2B5EF4-FFF2-40B4-BE49-F238E27FC236}">
                    <a16:creationId xmlns:a16="http://schemas.microsoft.com/office/drawing/2014/main" id="{5B0753FD-5EA0-F48A-FE41-84A3A28151D4}"/>
                  </a:ext>
                </a:extLst>
              </p:cNvPr>
              <p:cNvGrpSpPr/>
              <p:nvPr/>
            </p:nvGrpSpPr>
            <p:grpSpPr>
              <a:xfrm>
                <a:off x="5745697" y="4815312"/>
                <a:ext cx="213181" cy="345015"/>
                <a:chOff x="5745697" y="4815312"/>
                <a:chExt cx="213181" cy="345015"/>
              </a:xfrm>
            </p:grpSpPr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5C7FC308-A7B4-6B20-41B1-37715CEDC5F0}"/>
                    </a:ext>
                  </a:extLst>
                </p:cNvPr>
                <p:cNvSpPr/>
                <p:nvPr/>
              </p:nvSpPr>
              <p:spPr>
                <a:xfrm>
                  <a:off x="5745697" y="4815312"/>
                  <a:ext cx="213181" cy="227094"/>
                </a:xfrm>
                <a:custGeom>
                  <a:avLst/>
                  <a:gdLst>
                    <a:gd name="connsiteX0" fmla="*/ 6911 w 213181"/>
                    <a:gd name="connsiteY0" fmla="*/ 227095 h 227094"/>
                    <a:gd name="connsiteX1" fmla="*/ 0 w 213181"/>
                    <a:gd name="connsiteY1" fmla="*/ 220183 h 227094"/>
                    <a:gd name="connsiteX2" fmla="*/ 0 w 213181"/>
                    <a:gd name="connsiteY2" fmla="*/ 108970 h 227094"/>
                    <a:gd name="connsiteX3" fmla="*/ 82028 w 213181"/>
                    <a:gd name="connsiteY3" fmla="*/ 0 h 227094"/>
                    <a:gd name="connsiteX4" fmla="*/ 206270 w 213181"/>
                    <a:gd name="connsiteY4" fmla="*/ 0 h 227094"/>
                    <a:gd name="connsiteX5" fmla="*/ 213182 w 213181"/>
                    <a:gd name="connsiteY5" fmla="*/ 6911 h 227094"/>
                    <a:gd name="connsiteX6" fmla="*/ 206270 w 213181"/>
                    <a:gd name="connsiteY6" fmla="*/ 13822 h 227094"/>
                    <a:gd name="connsiteX7" fmla="*/ 82028 w 213181"/>
                    <a:gd name="connsiteY7" fmla="*/ 13822 h 227094"/>
                    <a:gd name="connsiteX8" fmla="*/ 13822 w 213181"/>
                    <a:gd name="connsiteY8" fmla="*/ 108970 h 227094"/>
                    <a:gd name="connsiteX9" fmla="*/ 13822 w 213181"/>
                    <a:gd name="connsiteY9" fmla="*/ 220183 h 227094"/>
                    <a:gd name="connsiteX10" fmla="*/ 6911 w 213181"/>
                    <a:gd name="connsiteY10" fmla="*/ 227095 h 227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13181" h="227094">
                      <a:moveTo>
                        <a:pt x="6911" y="227095"/>
                      </a:moveTo>
                      <a:cubicBezTo>
                        <a:pt x="3082" y="227095"/>
                        <a:pt x="0" y="223990"/>
                        <a:pt x="0" y="220183"/>
                      </a:cubicBezTo>
                      <a:lnTo>
                        <a:pt x="0" y="108970"/>
                      </a:lnTo>
                      <a:cubicBezTo>
                        <a:pt x="0" y="48877"/>
                        <a:pt x="36799" y="0"/>
                        <a:pt x="82028" y="0"/>
                      </a:cubicBezTo>
                      <a:lnTo>
                        <a:pt x="206270" y="0"/>
                      </a:lnTo>
                      <a:cubicBezTo>
                        <a:pt x="210077" y="0"/>
                        <a:pt x="213182" y="3104"/>
                        <a:pt x="213182" y="6911"/>
                      </a:cubicBezTo>
                      <a:cubicBezTo>
                        <a:pt x="213182" y="10718"/>
                        <a:pt x="210077" y="13822"/>
                        <a:pt x="206270" y="13822"/>
                      </a:cubicBezTo>
                      <a:lnTo>
                        <a:pt x="82028" y="13822"/>
                      </a:lnTo>
                      <a:cubicBezTo>
                        <a:pt x="44413" y="13822"/>
                        <a:pt x="13822" y="56513"/>
                        <a:pt x="13822" y="108970"/>
                      </a:cubicBezTo>
                      <a:lnTo>
                        <a:pt x="13822" y="220183"/>
                      </a:lnTo>
                      <a:cubicBezTo>
                        <a:pt x="13822" y="223990"/>
                        <a:pt x="10718" y="227095"/>
                        <a:pt x="6911" y="227095"/>
                      </a:cubicBezTo>
                      <a:close/>
                    </a:path>
                  </a:pathLst>
                </a:custGeom>
                <a:solidFill>
                  <a:srgbClr val="D3CDB1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2A33E662-6843-270A-CE9C-C5B3EBC0E5F3}"/>
                    </a:ext>
                  </a:extLst>
                </p:cNvPr>
                <p:cNvSpPr/>
                <p:nvPr/>
              </p:nvSpPr>
              <p:spPr>
                <a:xfrm>
                  <a:off x="5745697" y="5101186"/>
                  <a:ext cx="13822" cy="59141"/>
                </a:xfrm>
                <a:custGeom>
                  <a:avLst/>
                  <a:gdLst>
                    <a:gd name="connsiteX0" fmla="*/ 6911 w 13822"/>
                    <a:gd name="connsiteY0" fmla="*/ 59142 h 59141"/>
                    <a:gd name="connsiteX1" fmla="*/ 0 w 13822"/>
                    <a:gd name="connsiteY1" fmla="*/ 52230 h 59141"/>
                    <a:gd name="connsiteX2" fmla="*/ 0 w 13822"/>
                    <a:gd name="connsiteY2" fmla="*/ 6911 h 59141"/>
                    <a:gd name="connsiteX3" fmla="*/ 6911 w 13822"/>
                    <a:gd name="connsiteY3" fmla="*/ 0 h 59141"/>
                    <a:gd name="connsiteX4" fmla="*/ 13822 w 13822"/>
                    <a:gd name="connsiteY4" fmla="*/ 6911 h 59141"/>
                    <a:gd name="connsiteX5" fmla="*/ 13822 w 13822"/>
                    <a:gd name="connsiteY5" fmla="*/ 52230 h 59141"/>
                    <a:gd name="connsiteX6" fmla="*/ 6911 w 13822"/>
                    <a:gd name="connsiteY6" fmla="*/ 59142 h 591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822" h="59141">
                      <a:moveTo>
                        <a:pt x="6911" y="59142"/>
                      </a:moveTo>
                      <a:cubicBezTo>
                        <a:pt x="3082" y="59142"/>
                        <a:pt x="0" y="56037"/>
                        <a:pt x="0" y="52230"/>
                      </a:cubicBezTo>
                      <a:lnTo>
                        <a:pt x="0" y="6911"/>
                      </a:lnTo>
                      <a:cubicBezTo>
                        <a:pt x="0" y="3104"/>
                        <a:pt x="3104" y="0"/>
                        <a:pt x="6911" y="0"/>
                      </a:cubicBezTo>
                      <a:cubicBezTo>
                        <a:pt x="10718" y="0"/>
                        <a:pt x="13822" y="3104"/>
                        <a:pt x="13822" y="6911"/>
                      </a:cubicBezTo>
                      <a:lnTo>
                        <a:pt x="13822" y="52230"/>
                      </a:lnTo>
                      <a:cubicBezTo>
                        <a:pt x="13822" y="56037"/>
                        <a:pt x="10718" y="59142"/>
                        <a:pt x="6911" y="59142"/>
                      </a:cubicBezTo>
                      <a:close/>
                    </a:path>
                  </a:pathLst>
                </a:custGeom>
                <a:solidFill>
                  <a:srgbClr val="D3CDB1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80" name="Graphic 3">
              <a:extLst>
                <a:ext uri="{FF2B5EF4-FFF2-40B4-BE49-F238E27FC236}">
                  <a16:creationId xmlns:a16="http://schemas.microsoft.com/office/drawing/2014/main" id="{AD607323-6ADA-22CD-FD4A-2A54D88C2A43}"/>
                </a:ext>
              </a:extLst>
            </p:cNvPr>
            <p:cNvGrpSpPr/>
            <p:nvPr/>
          </p:nvGrpSpPr>
          <p:grpSpPr>
            <a:xfrm>
              <a:off x="5051815" y="5208569"/>
              <a:ext cx="721798" cy="1107171"/>
              <a:chOff x="5051815" y="5208569"/>
              <a:chExt cx="721798" cy="1107171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BC1B87E-2422-B24D-1660-83B307BB0034}"/>
                  </a:ext>
                </a:extLst>
              </p:cNvPr>
              <p:cNvSpPr/>
              <p:nvPr/>
            </p:nvSpPr>
            <p:spPr>
              <a:xfrm>
                <a:off x="5216165" y="5208569"/>
                <a:ext cx="557448" cy="1107171"/>
              </a:xfrm>
              <a:custGeom>
                <a:avLst/>
                <a:gdLst>
                  <a:gd name="connsiteX0" fmla="*/ 91613 w 557448"/>
                  <a:gd name="connsiteY0" fmla="*/ 0 h 1107171"/>
                  <a:gd name="connsiteX1" fmla="*/ 465859 w 557448"/>
                  <a:gd name="connsiteY1" fmla="*/ 0 h 1107171"/>
                  <a:gd name="connsiteX2" fmla="*/ 557449 w 557448"/>
                  <a:gd name="connsiteY2" fmla="*/ 91590 h 1107171"/>
                  <a:gd name="connsiteX3" fmla="*/ 557449 w 557448"/>
                  <a:gd name="connsiteY3" fmla="*/ 1107171 h 1107171"/>
                  <a:gd name="connsiteX4" fmla="*/ 0 w 557448"/>
                  <a:gd name="connsiteY4" fmla="*/ 1107171 h 1107171"/>
                  <a:gd name="connsiteX5" fmla="*/ 0 w 557448"/>
                  <a:gd name="connsiteY5" fmla="*/ 91590 h 1107171"/>
                  <a:gd name="connsiteX6" fmla="*/ 91590 w 557448"/>
                  <a:gd name="connsiteY6" fmla="*/ 0 h 1107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448" h="1107171">
                    <a:moveTo>
                      <a:pt x="91613" y="0"/>
                    </a:moveTo>
                    <a:lnTo>
                      <a:pt x="465859" y="0"/>
                    </a:lnTo>
                    <a:cubicBezTo>
                      <a:pt x="516412" y="0"/>
                      <a:pt x="557449" y="41037"/>
                      <a:pt x="557449" y="91590"/>
                    </a:cubicBezTo>
                    <a:lnTo>
                      <a:pt x="557449" y="1107171"/>
                    </a:lnTo>
                    <a:lnTo>
                      <a:pt x="0" y="1107171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887DE699-0FD1-F67C-D637-55DFCBD0CA43}"/>
                  </a:ext>
                </a:extLst>
              </p:cNvPr>
              <p:cNvSpPr/>
              <p:nvPr/>
            </p:nvSpPr>
            <p:spPr>
              <a:xfrm>
                <a:off x="5051815" y="5208569"/>
                <a:ext cx="557449" cy="1107171"/>
              </a:xfrm>
              <a:custGeom>
                <a:avLst/>
                <a:gdLst>
                  <a:gd name="connsiteX0" fmla="*/ 91613 w 557449"/>
                  <a:gd name="connsiteY0" fmla="*/ 0 h 1107171"/>
                  <a:gd name="connsiteX1" fmla="*/ 465859 w 557449"/>
                  <a:gd name="connsiteY1" fmla="*/ 0 h 1107171"/>
                  <a:gd name="connsiteX2" fmla="*/ 557449 w 557449"/>
                  <a:gd name="connsiteY2" fmla="*/ 91590 h 1107171"/>
                  <a:gd name="connsiteX3" fmla="*/ 557449 w 557449"/>
                  <a:gd name="connsiteY3" fmla="*/ 1107171 h 1107171"/>
                  <a:gd name="connsiteX4" fmla="*/ 0 w 557449"/>
                  <a:gd name="connsiteY4" fmla="*/ 1107171 h 1107171"/>
                  <a:gd name="connsiteX5" fmla="*/ 0 w 557449"/>
                  <a:gd name="connsiteY5" fmla="*/ 91590 h 1107171"/>
                  <a:gd name="connsiteX6" fmla="*/ 91590 w 557449"/>
                  <a:gd name="connsiteY6" fmla="*/ 0 h 1107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449" h="1107171">
                    <a:moveTo>
                      <a:pt x="91613" y="0"/>
                    </a:moveTo>
                    <a:lnTo>
                      <a:pt x="465859" y="0"/>
                    </a:lnTo>
                    <a:cubicBezTo>
                      <a:pt x="516413" y="0"/>
                      <a:pt x="557449" y="41037"/>
                      <a:pt x="557449" y="91590"/>
                    </a:cubicBezTo>
                    <a:lnTo>
                      <a:pt x="557449" y="1107171"/>
                    </a:lnTo>
                    <a:lnTo>
                      <a:pt x="0" y="1107171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83" name="Graphic 3">
                <a:extLst>
                  <a:ext uri="{FF2B5EF4-FFF2-40B4-BE49-F238E27FC236}">
                    <a16:creationId xmlns:a16="http://schemas.microsoft.com/office/drawing/2014/main" id="{AE1F58FE-1229-4A2A-1E1C-315526D8722A}"/>
                  </a:ext>
                </a:extLst>
              </p:cNvPr>
              <p:cNvGrpSpPr/>
              <p:nvPr/>
            </p:nvGrpSpPr>
            <p:grpSpPr>
              <a:xfrm>
                <a:off x="5090948" y="5259916"/>
                <a:ext cx="249051" cy="404587"/>
                <a:chOff x="5090948" y="5259916"/>
                <a:chExt cx="249051" cy="404587"/>
              </a:xfrm>
            </p:grpSpPr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3E905418-49C9-B0F1-5A4B-674D8C66FA66}"/>
                    </a:ext>
                  </a:extLst>
                </p:cNvPr>
                <p:cNvSpPr/>
                <p:nvPr/>
              </p:nvSpPr>
              <p:spPr>
                <a:xfrm>
                  <a:off x="5090948" y="5259916"/>
                  <a:ext cx="249051" cy="265457"/>
                </a:xfrm>
                <a:custGeom>
                  <a:avLst/>
                  <a:gdLst>
                    <a:gd name="connsiteX0" fmla="*/ 6911 w 249051"/>
                    <a:gd name="connsiteY0" fmla="*/ 265457 h 265457"/>
                    <a:gd name="connsiteX1" fmla="*/ 0 w 249051"/>
                    <a:gd name="connsiteY1" fmla="*/ 258546 h 265457"/>
                    <a:gd name="connsiteX2" fmla="*/ 0 w 249051"/>
                    <a:gd name="connsiteY2" fmla="*/ 127324 h 265457"/>
                    <a:gd name="connsiteX3" fmla="*/ 95556 w 249051"/>
                    <a:gd name="connsiteY3" fmla="*/ 0 h 265457"/>
                    <a:gd name="connsiteX4" fmla="*/ 242141 w 249051"/>
                    <a:gd name="connsiteY4" fmla="*/ 0 h 265457"/>
                    <a:gd name="connsiteX5" fmla="*/ 249052 w 249051"/>
                    <a:gd name="connsiteY5" fmla="*/ 6911 h 265457"/>
                    <a:gd name="connsiteX6" fmla="*/ 242141 w 249051"/>
                    <a:gd name="connsiteY6" fmla="*/ 13822 h 265457"/>
                    <a:gd name="connsiteX7" fmla="*/ 95556 w 249051"/>
                    <a:gd name="connsiteY7" fmla="*/ 13822 h 265457"/>
                    <a:gd name="connsiteX8" fmla="*/ 13822 w 249051"/>
                    <a:gd name="connsiteY8" fmla="*/ 127324 h 265457"/>
                    <a:gd name="connsiteX9" fmla="*/ 13822 w 249051"/>
                    <a:gd name="connsiteY9" fmla="*/ 258546 h 265457"/>
                    <a:gd name="connsiteX10" fmla="*/ 6911 w 249051"/>
                    <a:gd name="connsiteY10" fmla="*/ 265457 h 265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49051" h="265457">
                      <a:moveTo>
                        <a:pt x="6911" y="265457"/>
                      </a:moveTo>
                      <a:cubicBezTo>
                        <a:pt x="3082" y="265457"/>
                        <a:pt x="0" y="262353"/>
                        <a:pt x="0" y="258546"/>
                      </a:cubicBezTo>
                      <a:lnTo>
                        <a:pt x="0" y="127324"/>
                      </a:lnTo>
                      <a:cubicBezTo>
                        <a:pt x="0" y="57125"/>
                        <a:pt x="42872" y="0"/>
                        <a:pt x="95556" y="0"/>
                      </a:cubicBezTo>
                      <a:lnTo>
                        <a:pt x="242141" y="0"/>
                      </a:lnTo>
                      <a:cubicBezTo>
                        <a:pt x="245947" y="0"/>
                        <a:pt x="249052" y="3104"/>
                        <a:pt x="249052" y="6911"/>
                      </a:cubicBezTo>
                      <a:cubicBezTo>
                        <a:pt x="249052" y="10718"/>
                        <a:pt x="245947" y="13822"/>
                        <a:pt x="242141" y="13822"/>
                      </a:cubicBezTo>
                      <a:lnTo>
                        <a:pt x="95556" y="13822"/>
                      </a:lnTo>
                      <a:cubicBezTo>
                        <a:pt x="50486" y="13822"/>
                        <a:pt x="13822" y="64739"/>
                        <a:pt x="13822" y="127324"/>
                      </a:cubicBezTo>
                      <a:lnTo>
                        <a:pt x="13822" y="258546"/>
                      </a:lnTo>
                      <a:cubicBezTo>
                        <a:pt x="13822" y="262353"/>
                        <a:pt x="10718" y="265457"/>
                        <a:pt x="6911" y="26545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AE3FE"/>
                    </a:gs>
                    <a:gs pos="50000">
                      <a:srgbClr val="E1E9FD"/>
                    </a:gs>
                    <a:gs pos="100000">
                      <a:srgbClr val="E9EFFD"/>
                    </a:gs>
                  </a:gsLst>
                  <a:lin ang="10800000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8215819B-72C9-13D2-D1F0-0CD1EA4780F6}"/>
                    </a:ext>
                  </a:extLst>
                </p:cNvPr>
                <p:cNvSpPr/>
                <p:nvPr/>
              </p:nvSpPr>
              <p:spPr>
                <a:xfrm>
                  <a:off x="5090948" y="5597227"/>
                  <a:ext cx="13822" cy="67276"/>
                </a:xfrm>
                <a:custGeom>
                  <a:avLst/>
                  <a:gdLst>
                    <a:gd name="connsiteX0" fmla="*/ 6911 w 13822"/>
                    <a:gd name="connsiteY0" fmla="*/ 67276 h 67276"/>
                    <a:gd name="connsiteX1" fmla="*/ 0 w 13822"/>
                    <a:gd name="connsiteY1" fmla="*/ 60365 h 67276"/>
                    <a:gd name="connsiteX2" fmla="*/ 0 w 13822"/>
                    <a:gd name="connsiteY2" fmla="*/ 6911 h 67276"/>
                    <a:gd name="connsiteX3" fmla="*/ 6911 w 13822"/>
                    <a:gd name="connsiteY3" fmla="*/ 0 h 67276"/>
                    <a:gd name="connsiteX4" fmla="*/ 13822 w 13822"/>
                    <a:gd name="connsiteY4" fmla="*/ 6911 h 67276"/>
                    <a:gd name="connsiteX5" fmla="*/ 13822 w 13822"/>
                    <a:gd name="connsiteY5" fmla="*/ 60365 h 67276"/>
                    <a:gd name="connsiteX6" fmla="*/ 6911 w 13822"/>
                    <a:gd name="connsiteY6" fmla="*/ 67276 h 67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822" h="67276">
                      <a:moveTo>
                        <a:pt x="6911" y="67276"/>
                      </a:moveTo>
                      <a:cubicBezTo>
                        <a:pt x="3082" y="67276"/>
                        <a:pt x="0" y="64172"/>
                        <a:pt x="0" y="60365"/>
                      </a:cubicBezTo>
                      <a:lnTo>
                        <a:pt x="0" y="6911"/>
                      </a:lnTo>
                      <a:cubicBezTo>
                        <a:pt x="0" y="3104"/>
                        <a:pt x="3104" y="0"/>
                        <a:pt x="6911" y="0"/>
                      </a:cubicBezTo>
                      <a:cubicBezTo>
                        <a:pt x="10718" y="0"/>
                        <a:pt x="13822" y="3104"/>
                        <a:pt x="13822" y="6911"/>
                      </a:cubicBezTo>
                      <a:lnTo>
                        <a:pt x="13822" y="60365"/>
                      </a:lnTo>
                      <a:cubicBezTo>
                        <a:pt x="13822" y="64172"/>
                        <a:pt x="10718" y="67276"/>
                        <a:pt x="6911" y="67276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AE3FE"/>
                    </a:gs>
                    <a:gs pos="50000">
                      <a:srgbClr val="E1E9FD"/>
                    </a:gs>
                    <a:gs pos="100000">
                      <a:srgbClr val="E9EFFD"/>
                    </a:gs>
                  </a:gsLst>
                  <a:lin ang="10800000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87" name="Graphic 3">
              <a:extLst>
                <a:ext uri="{FF2B5EF4-FFF2-40B4-BE49-F238E27FC236}">
                  <a16:creationId xmlns:a16="http://schemas.microsoft.com/office/drawing/2014/main" id="{AD4A71E9-5E2D-ABC5-7DBB-DC8BB0D4AC93}"/>
                </a:ext>
              </a:extLst>
            </p:cNvPr>
            <p:cNvGrpSpPr/>
            <p:nvPr/>
          </p:nvGrpSpPr>
          <p:grpSpPr>
            <a:xfrm>
              <a:off x="5702185" y="5556724"/>
              <a:ext cx="301486" cy="759032"/>
              <a:chOff x="5702185" y="5556724"/>
              <a:chExt cx="301486" cy="759032"/>
            </a:xfrm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5483685E-3D5A-FD3A-45EA-8A4E7036AE27}"/>
                  </a:ext>
                </a:extLst>
              </p:cNvPr>
              <p:cNvSpPr/>
              <p:nvPr/>
            </p:nvSpPr>
            <p:spPr>
              <a:xfrm>
                <a:off x="5711345" y="5556724"/>
                <a:ext cx="292326" cy="759032"/>
              </a:xfrm>
              <a:custGeom>
                <a:avLst/>
                <a:gdLst>
                  <a:gd name="connsiteX0" fmla="*/ 289296 w 292325"/>
                  <a:gd name="connsiteY0" fmla="*/ 3138 h 759032"/>
                  <a:gd name="connsiteX1" fmla="*/ 20190 w 292325"/>
                  <a:gd name="connsiteY1" fmla="*/ 758201 h 759032"/>
                  <a:gd name="connsiteX2" fmla="*/ 68 w 292325"/>
                  <a:gd name="connsiteY2" fmla="*/ 743450 h 759032"/>
                  <a:gd name="connsiteX3" fmla="*/ 140535 w 292325"/>
                  <a:gd name="connsiteY3" fmla="*/ 255656 h 759032"/>
                  <a:gd name="connsiteX4" fmla="*/ 283721 w 292325"/>
                  <a:gd name="connsiteY4" fmla="*/ 1416 h 759032"/>
                  <a:gd name="connsiteX5" fmla="*/ 289296 w 292325"/>
                  <a:gd name="connsiteY5" fmla="*/ 3161 h 759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2325" h="759032">
                    <a:moveTo>
                      <a:pt x="289296" y="3138"/>
                    </a:moveTo>
                    <a:cubicBezTo>
                      <a:pt x="295278" y="92756"/>
                      <a:pt x="319320" y="642819"/>
                      <a:pt x="20190" y="758201"/>
                    </a:cubicBezTo>
                    <a:cubicBezTo>
                      <a:pt x="11126" y="761691"/>
                      <a:pt x="227" y="753692"/>
                      <a:pt x="68" y="743450"/>
                    </a:cubicBezTo>
                    <a:cubicBezTo>
                      <a:pt x="-951" y="678258"/>
                      <a:pt x="7773" y="473415"/>
                      <a:pt x="140535" y="255656"/>
                    </a:cubicBezTo>
                    <a:cubicBezTo>
                      <a:pt x="236317" y="98557"/>
                      <a:pt x="272278" y="26296"/>
                      <a:pt x="283721" y="1416"/>
                    </a:cubicBezTo>
                    <a:cubicBezTo>
                      <a:pt x="284922" y="-1213"/>
                      <a:pt x="289092" y="79"/>
                      <a:pt x="289296" y="3161"/>
                    </a:cubicBezTo>
                    <a:close/>
                  </a:path>
                </a:pathLst>
              </a:custGeom>
              <a:solidFill>
                <a:srgbClr val="D3CDB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EFA140F9-8D36-9A45-D688-109639E6C45F}"/>
                  </a:ext>
                </a:extLst>
              </p:cNvPr>
              <p:cNvSpPr/>
              <p:nvPr/>
            </p:nvSpPr>
            <p:spPr>
              <a:xfrm>
                <a:off x="5702185" y="5732091"/>
                <a:ext cx="260395" cy="577281"/>
              </a:xfrm>
              <a:custGeom>
                <a:avLst/>
                <a:gdLst>
                  <a:gd name="connsiteX0" fmla="*/ 9205 w 260395"/>
                  <a:gd name="connsiteY0" fmla="*/ 577282 h 577281"/>
                  <a:gd name="connsiteX1" fmla="*/ 4039 w 260395"/>
                  <a:gd name="connsiteY1" fmla="*/ 575696 h 577281"/>
                  <a:gd name="connsiteX2" fmla="*/ 1592 w 260395"/>
                  <a:gd name="connsiteY2" fmla="*/ 562893 h 577281"/>
                  <a:gd name="connsiteX3" fmla="*/ 242101 w 260395"/>
                  <a:gd name="connsiteY3" fmla="*/ 9591 h 577281"/>
                  <a:gd name="connsiteX4" fmla="*/ 249125 w 260395"/>
                  <a:gd name="connsiteY4" fmla="*/ 255 h 577281"/>
                  <a:gd name="connsiteX5" fmla="*/ 260274 w 260395"/>
                  <a:gd name="connsiteY5" fmla="*/ 7030 h 577281"/>
                  <a:gd name="connsiteX6" fmla="*/ 200430 w 260395"/>
                  <a:gd name="connsiteY6" fmla="*/ 204939 h 577281"/>
                  <a:gd name="connsiteX7" fmla="*/ 16842 w 260395"/>
                  <a:gd name="connsiteY7" fmla="*/ 573249 h 577281"/>
                  <a:gd name="connsiteX8" fmla="*/ 9205 w 260395"/>
                  <a:gd name="connsiteY8" fmla="*/ 577282 h 577281"/>
                  <a:gd name="connsiteX9" fmla="*/ 242350 w 260395"/>
                  <a:gd name="connsiteY9" fmla="*/ 11381 h 577281"/>
                  <a:gd name="connsiteX10" fmla="*/ 242395 w 260395"/>
                  <a:gd name="connsiteY10" fmla="*/ 11381 h 577281"/>
                  <a:gd name="connsiteX11" fmla="*/ 242350 w 260395"/>
                  <a:gd name="connsiteY11" fmla="*/ 11381 h 577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0395" h="577281">
                    <a:moveTo>
                      <a:pt x="9205" y="577282"/>
                    </a:moveTo>
                    <a:cubicBezTo>
                      <a:pt x="7415" y="577282"/>
                      <a:pt x="5625" y="576761"/>
                      <a:pt x="4039" y="575696"/>
                    </a:cubicBezTo>
                    <a:cubicBezTo>
                      <a:pt x="-176" y="572841"/>
                      <a:pt x="-1263" y="567108"/>
                      <a:pt x="1592" y="562893"/>
                    </a:cubicBezTo>
                    <a:cubicBezTo>
                      <a:pt x="158396" y="331878"/>
                      <a:pt x="239971" y="27809"/>
                      <a:pt x="242101" y="9591"/>
                    </a:cubicBezTo>
                    <a:cubicBezTo>
                      <a:pt x="241920" y="5285"/>
                      <a:pt x="244797" y="1320"/>
                      <a:pt x="249125" y="255"/>
                    </a:cubicBezTo>
                    <a:cubicBezTo>
                      <a:pt x="254065" y="-923"/>
                      <a:pt x="259050" y="2090"/>
                      <a:pt x="260274" y="7030"/>
                    </a:cubicBezTo>
                    <a:cubicBezTo>
                      <a:pt x="262404" y="15822"/>
                      <a:pt x="236458" y="107956"/>
                      <a:pt x="200430" y="204939"/>
                    </a:cubicBezTo>
                    <a:cubicBezTo>
                      <a:pt x="163789" y="303531"/>
                      <a:pt x="102223" y="447465"/>
                      <a:pt x="16842" y="573249"/>
                    </a:cubicBezTo>
                    <a:cubicBezTo>
                      <a:pt x="15052" y="575877"/>
                      <a:pt x="12151" y="577282"/>
                      <a:pt x="9205" y="577282"/>
                    </a:cubicBezTo>
                    <a:close/>
                    <a:moveTo>
                      <a:pt x="242350" y="11381"/>
                    </a:moveTo>
                    <a:lnTo>
                      <a:pt x="242395" y="11381"/>
                    </a:lnTo>
                    <a:lnTo>
                      <a:pt x="242350" y="11381"/>
                    </a:lnTo>
                    <a:close/>
                  </a:path>
                </a:pathLst>
              </a:custGeom>
              <a:solidFill>
                <a:srgbClr val="C6BE9A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1" name="Graphic 3">
              <a:extLst>
                <a:ext uri="{FF2B5EF4-FFF2-40B4-BE49-F238E27FC236}">
                  <a16:creationId xmlns:a16="http://schemas.microsoft.com/office/drawing/2014/main" id="{B4D9628E-63A7-242E-8B68-4E8DB8DEFC0C}"/>
                </a:ext>
              </a:extLst>
            </p:cNvPr>
            <p:cNvGrpSpPr/>
            <p:nvPr/>
          </p:nvGrpSpPr>
          <p:grpSpPr>
            <a:xfrm>
              <a:off x="5688231" y="5983977"/>
              <a:ext cx="333856" cy="340208"/>
              <a:chOff x="5688231" y="5983977"/>
              <a:chExt cx="333856" cy="340208"/>
            </a:xfrm>
          </p:grpSpPr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ABA028B0-386A-2D17-0319-7F1ECDAC2424}"/>
                  </a:ext>
                </a:extLst>
              </p:cNvPr>
              <p:cNvSpPr/>
              <p:nvPr/>
            </p:nvSpPr>
            <p:spPr>
              <a:xfrm>
                <a:off x="5697080" y="5983977"/>
                <a:ext cx="325006" cy="340208"/>
              </a:xfrm>
              <a:custGeom>
                <a:avLst/>
                <a:gdLst>
                  <a:gd name="connsiteX0" fmla="*/ 324951 w 325006"/>
                  <a:gd name="connsiteY0" fmla="*/ 3697 h 340208"/>
                  <a:gd name="connsiteX1" fmla="*/ 10458 w 325006"/>
                  <a:gd name="connsiteY1" fmla="*/ 332511 h 340208"/>
                  <a:gd name="connsiteX2" fmla="*/ 352 w 325006"/>
                  <a:gd name="connsiteY2" fmla="*/ 314995 h 340208"/>
                  <a:gd name="connsiteX3" fmla="*/ 182173 w 325006"/>
                  <a:gd name="connsiteY3" fmla="*/ 87991 h 340208"/>
                  <a:gd name="connsiteX4" fmla="*/ 321711 w 325006"/>
                  <a:gd name="connsiteY4" fmla="*/ 230 h 340208"/>
                  <a:gd name="connsiteX5" fmla="*/ 324951 w 325006"/>
                  <a:gd name="connsiteY5" fmla="*/ 3697 h 340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5006" h="340208">
                    <a:moveTo>
                      <a:pt x="324951" y="3697"/>
                    </a:moveTo>
                    <a:cubicBezTo>
                      <a:pt x="311876" y="59281"/>
                      <a:pt x="223617" y="394893"/>
                      <a:pt x="10458" y="332511"/>
                    </a:cubicBezTo>
                    <a:cubicBezTo>
                      <a:pt x="4000" y="330630"/>
                      <a:pt x="-1461" y="321136"/>
                      <a:pt x="352" y="314995"/>
                    </a:cubicBezTo>
                    <a:cubicBezTo>
                      <a:pt x="11976" y="276021"/>
                      <a:pt x="56185" y="158735"/>
                      <a:pt x="182173" y="87991"/>
                    </a:cubicBezTo>
                    <a:cubicBezTo>
                      <a:pt x="273061" y="36939"/>
                      <a:pt x="309679" y="9929"/>
                      <a:pt x="321711" y="230"/>
                    </a:cubicBezTo>
                    <a:cubicBezTo>
                      <a:pt x="322980" y="-789"/>
                      <a:pt x="325404" y="1794"/>
                      <a:pt x="324951" y="3697"/>
                    </a:cubicBezTo>
                    <a:close/>
                  </a:path>
                </a:pathLst>
              </a:custGeom>
              <a:solidFill>
                <a:srgbClr val="D3CDB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4E749F16-5A3F-9504-090D-8B7F36A7362E}"/>
                  </a:ext>
                </a:extLst>
              </p:cNvPr>
              <p:cNvSpPr/>
              <p:nvPr/>
            </p:nvSpPr>
            <p:spPr>
              <a:xfrm>
                <a:off x="5688231" y="6065120"/>
                <a:ext cx="278658" cy="243074"/>
              </a:xfrm>
              <a:custGeom>
                <a:avLst/>
                <a:gdLst>
                  <a:gd name="connsiteX0" fmla="*/ 9224 w 278658"/>
                  <a:gd name="connsiteY0" fmla="*/ 243075 h 243074"/>
                  <a:gd name="connsiteX1" fmla="*/ 885 w 278658"/>
                  <a:gd name="connsiteY1" fmla="*/ 237795 h 243074"/>
                  <a:gd name="connsiteX2" fmla="*/ 5281 w 278658"/>
                  <a:gd name="connsiteY2" fmla="*/ 225514 h 243074"/>
                  <a:gd name="connsiteX3" fmla="*/ 260723 w 278658"/>
                  <a:gd name="connsiteY3" fmla="*/ 6237 h 243074"/>
                  <a:gd name="connsiteX4" fmla="*/ 269878 w 278658"/>
                  <a:gd name="connsiteY4" fmla="*/ 5 h 243074"/>
                  <a:gd name="connsiteX5" fmla="*/ 278647 w 278658"/>
                  <a:gd name="connsiteY5" fmla="*/ 9635 h 243074"/>
                  <a:gd name="connsiteX6" fmla="*/ 13144 w 278658"/>
                  <a:gd name="connsiteY6" fmla="*/ 242168 h 243074"/>
                  <a:gd name="connsiteX7" fmla="*/ 9201 w 278658"/>
                  <a:gd name="connsiteY7" fmla="*/ 243052 h 243074"/>
                  <a:gd name="connsiteX8" fmla="*/ 260247 w 278658"/>
                  <a:gd name="connsiteY8" fmla="*/ 8774 h 243074"/>
                  <a:gd name="connsiteX9" fmla="*/ 260247 w 278658"/>
                  <a:gd name="connsiteY9" fmla="*/ 8774 h 243074"/>
                  <a:gd name="connsiteX10" fmla="*/ 260247 w 278658"/>
                  <a:gd name="connsiteY10" fmla="*/ 8774 h 243074"/>
                  <a:gd name="connsiteX11" fmla="*/ 260247 w 278658"/>
                  <a:gd name="connsiteY11" fmla="*/ 8774 h 243074"/>
                  <a:gd name="connsiteX12" fmla="*/ 260247 w 278658"/>
                  <a:gd name="connsiteY12" fmla="*/ 8774 h 243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8658" h="243074">
                    <a:moveTo>
                      <a:pt x="9224" y="243075"/>
                    </a:moveTo>
                    <a:cubicBezTo>
                      <a:pt x="5780" y="243075"/>
                      <a:pt x="2472" y="241126"/>
                      <a:pt x="885" y="237795"/>
                    </a:cubicBezTo>
                    <a:cubicBezTo>
                      <a:pt x="-1290" y="233195"/>
                      <a:pt x="682" y="227712"/>
                      <a:pt x="5281" y="225514"/>
                    </a:cubicBezTo>
                    <a:cubicBezTo>
                      <a:pt x="146632" y="158600"/>
                      <a:pt x="253608" y="19084"/>
                      <a:pt x="260723" y="6237"/>
                    </a:cubicBezTo>
                    <a:cubicBezTo>
                      <a:pt x="262015" y="2452"/>
                      <a:pt x="265618" y="-131"/>
                      <a:pt x="269878" y="5"/>
                    </a:cubicBezTo>
                    <a:cubicBezTo>
                      <a:pt x="274953" y="254"/>
                      <a:pt x="278896" y="4560"/>
                      <a:pt x="278647" y="9635"/>
                    </a:cubicBezTo>
                    <a:cubicBezTo>
                      <a:pt x="278058" y="22302"/>
                      <a:pt x="161134" y="172127"/>
                      <a:pt x="13144" y="242168"/>
                    </a:cubicBezTo>
                    <a:cubicBezTo>
                      <a:pt x="11875" y="242780"/>
                      <a:pt x="10538" y="243052"/>
                      <a:pt x="9201" y="243052"/>
                    </a:cubicBezTo>
                    <a:close/>
                    <a:moveTo>
                      <a:pt x="260247" y="8774"/>
                    </a:moveTo>
                    <a:cubicBezTo>
                      <a:pt x="260247" y="8774"/>
                      <a:pt x="260247" y="8774"/>
                      <a:pt x="260247" y="8774"/>
                    </a:cubicBezTo>
                    <a:cubicBezTo>
                      <a:pt x="260247" y="8774"/>
                      <a:pt x="260247" y="8774"/>
                      <a:pt x="260247" y="8774"/>
                    </a:cubicBezTo>
                    <a:close/>
                    <a:moveTo>
                      <a:pt x="260247" y="8774"/>
                    </a:moveTo>
                    <a:lnTo>
                      <a:pt x="260247" y="8774"/>
                    </a:lnTo>
                    <a:close/>
                  </a:path>
                </a:pathLst>
              </a:custGeom>
              <a:solidFill>
                <a:srgbClr val="C6BE9A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4" name="Graphic 3">
              <a:extLst>
                <a:ext uri="{FF2B5EF4-FFF2-40B4-BE49-F238E27FC236}">
                  <a16:creationId xmlns:a16="http://schemas.microsoft.com/office/drawing/2014/main" id="{BAF35A61-A58F-1067-6589-D580F782B65F}"/>
                </a:ext>
              </a:extLst>
            </p:cNvPr>
            <p:cNvGrpSpPr/>
            <p:nvPr/>
          </p:nvGrpSpPr>
          <p:grpSpPr>
            <a:xfrm>
              <a:off x="4631705" y="5765520"/>
              <a:ext cx="721799" cy="550220"/>
              <a:chOff x="4631705" y="5765520"/>
              <a:chExt cx="721799" cy="550220"/>
            </a:xfrm>
          </p:grpSpPr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6D3D7CE8-45CB-A01B-E2E4-CEEEFB2C0ECA}"/>
                  </a:ext>
                </a:extLst>
              </p:cNvPr>
              <p:cNvSpPr/>
              <p:nvPr/>
            </p:nvSpPr>
            <p:spPr>
              <a:xfrm>
                <a:off x="4796056" y="5765520"/>
                <a:ext cx="557449" cy="550220"/>
              </a:xfrm>
              <a:custGeom>
                <a:avLst/>
                <a:gdLst>
                  <a:gd name="connsiteX0" fmla="*/ 91613 w 557449"/>
                  <a:gd name="connsiteY0" fmla="*/ 0 h 550220"/>
                  <a:gd name="connsiteX1" fmla="*/ 465859 w 557449"/>
                  <a:gd name="connsiteY1" fmla="*/ 0 h 550220"/>
                  <a:gd name="connsiteX2" fmla="*/ 557449 w 557449"/>
                  <a:gd name="connsiteY2" fmla="*/ 91590 h 550220"/>
                  <a:gd name="connsiteX3" fmla="*/ 557449 w 557449"/>
                  <a:gd name="connsiteY3" fmla="*/ 550221 h 550220"/>
                  <a:gd name="connsiteX4" fmla="*/ 0 w 557449"/>
                  <a:gd name="connsiteY4" fmla="*/ 550221 h 550220"/>
                  <a:gd name="connsiteX5" fmla="*/ 0 w 557449"/>
                  <a:gd name="connsiteY5" fmla="*/ 91590 h 550220"/>
                  <a:gd name="connsiteX6" fmla="*/ 91590 w 557449"/>
                  <a:gd name="connsiteY6" fmla="*/ 0 h 550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449" h="550220">
                    <a:moveTo>
                      <a:pt x="91613" y="0"/>
                    </a:moveTo>
                    <a:lnTo>
                      <a:pt x="465859" y="0"/>
                    </a:lnTo>
                    <a:cubicBezTo>
                      <a:pt x="516413" y="0"/>
                      <a:pt x="557449" y="41037"/>
                      <a:pt x="557449" y="91590"/>
                    </a:cubicBezTo>
                    <a:lnTo>
                      <a:pt x="557449" y="550221"/>
                    </a:lnTo>
                    <a:lnTo>
                      <a:pt x="0" y="550221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rgbClr val="D3CDB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CC7C9249-722A-521F-6BE3-B77CF6F7DF9C}"/>
                  </a:ext>
                </a:extLst>
              </p:cNvPr>
              <p:cNvSpPr/>
              <p:nvPr/>
            </p:nvSpPr>
            <p:spPr>
              <a:xfrm>
                <a:off x="4631705" y="5765520"/>
                <a:ext cx="557448" cy="550220"/>
              </a:xfrm>
              <a:custGeom>
                <a:avLst/>
                <a:gdLst>
                  <a:gd name="connsiteX0" fmla="*/ 91613 w 557448"/>
                  <a:gd name="connsiteY0" fmla="*/ 0 h 550220"/>
                  <a:gd name="connsiteX1" fmla="*/ 465859 w 557448"/>
                  <a:gd name="connsiteY1" fmla="*/ 0 h 550220"/>
                  <a:gd name="connsiteX2" fmla="*/ 557449 w 557448"/>
                  <a:gd name="connsiteY2" fmla="*/ 91590 h 550220"/>
                  <a:gd name="connsiteX3" fmla="*/ 557449 w 557448"/>
                  <a:gd name="connsiteY3" fmla="*/ 550221 h 550220"/>
                  <a:gd name="connsiteX4" fmla="*/ 0 w 557448"/>
                  <a:gd name="connsiteY4" fmla="*/ 550221 h 550220"/>
                  <a:gd name="connsiteX5" fmla="*/ 0 w 557448"/>
                  <a:gd name="connsiteY5" fmla="*/ 91590 h 550220"/>
                  <a:gd name="connsiteX6" fmla="*/ 91590 w 557448"/>
                  <a:gd name="connsiteY6" fmla="*/ 0 h 550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448" h="550220">
                    <a:moveTo>
                      <a:pt x="91613" y="0"/>
                    </a:moveTo>
                    <a:lnTo>
                      <a:pt x="465859" y="0"/>
                    </a:lnTo>
                    <a:cubicBezTo>
                      <a:pt x="516412" y="0"/>
                      <a:pt x="557449" y="41037"/>
                      <a:pt x="557449" y="91590"/>
                    </a:cubicBezTo>
                    <a:lnTo>
                      <a:pt x="557449" y="550221"/>
                    </a:lnTo>
                    <a:lnTo>
                      <a:pt x="0" y="550221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rgbClr val="C6BE9A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97" name="Graphic 3">
                <a:extLst>
                  <a:ext uri="{FF2B5EF4-FFF2-40B4-BE49-F238E27FC236}">
                    <a16:creationId xmlns:a16="http://schemas.microsoft.com/office/drawing/2014/main" id="{2572C4DC-6B59-D577-AAFF-2C1E9F95C73B}"/>
                  </a:ext>
                </a:extLst>
              </p:cNvPr>
              <p:cNvGrpSpPr/>
              <p:nvPr/>
            </p:nvGrpSpPr>
            <p:grpSpPr>
              <a:xfrm>
                <a:off x="4664449" y="5807825"/>
                <a:ext cx="249051" cy="404587"/>
                <a:chOff x="4664449" y="5807825"/>
                <a:chExt cx="249051" cy="404587"/>
              </a:xfrm>
            </p:grpSpPr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D2DDF458-46BE-0202-5503-AFE1A3D64F94}"/>
                    </a:ext>
                  </a:extLst>
                </p:cNvPr>
                <p:cNvSpPr/>
                <p:nvPr/>
              </p:nvSpPr>
              <p:spPr>
                <a:xfrm>
                  <a:off x="4664449" y="5807825"/>
                  <a:ext cx="249051" cy="265457"/>
                </a:xfrm>
                <a:custGeom>
                  <a:avLst/>
                  <a:gdLst>
                    <a:gd name="connsiteX0" fmla="*/ 6911 w 249051"/>
                    <a:gd name="connsiteY0" fmla="*/ 265457 h 265457"/>
                    <a:gd name="connsiteX1" fmla="*/ 0 w 249051"/>
                    <a:gd name="connsiteY1" fmla="*/ 258546 h 265457"/>
                    <a:gd name="connsiteX2" fmla="*/ 0 w 249051"/>
                    <a:gd name="connsiteY2" fmla="*/ 127324 h 265457"/>
                    <a:gd name="connsiteX3" fmla="*/ 95556 w 249051"/>
                    <a:gd name="connsiteY3" fmla="*/ 0 h 265457"/>
                    <a:gd name="connsiteX4" fmla="*/ 242141 w 249051"/>
                    <a:gd name="connsiteY4" fmla="*/ 0 h 265457"/>
                    <a:gd name="connsiteX5" fmla="*/ 249052 w 249051"/>
                    <a:gd name="connsiteY5" fmla="*/ 6911 h 265457"/>
                    <a:gd name="connsiteX6" fmla="*/ 242141 w 249051"/>
                    <a:gd name="connsiteY6" fmla="*/ 13822 h 265457"/>
                    <a:gd name="connsiteX7" fmla="*/ 95556 w 249051"/>
                    <a:gd name="connsiteY7" fmla="*/ 13822 h 265457"/>
                    <a:gd name="connsiteX8" fmla="*/ 13822 w 249051"/>
                    <a:gd name="connsiteY8" fmla="*/ 127324 h 265457"/>
                    <a:gd name="connsiteX9" fmla="*/ 13822 w 249051"/>
                    <a:gd name="connsiteY9" fmla="*/ 258546 h 265457"/>
                    <a:gd name="connsiteX10" fmla="*/ 6911 w 249051"/>
                    <a:gd name="connsiteY10" fmla="*/ 265457 h 265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49051" h="265457">
                      <a:moveTo>
                        <a:pt x="6911" y="265457"/>
                      </a:moveTo>
                      <a:cubicBezTo>
                        <a:pt x="3082" y="265457"/>
                        <a:pt x="0" y="262353"/>
                        <a:pt x="0" y="258546"/>
                      </a:cubicBezTo>
                      <a:lnTo>
                        <a:pt x="0" y="127324"/>
                      </a:lnTo>
                      <a:cubicBezTo>
                        <a:pt x="0" y="57125"/>
                        <a:pt x="42872" y="0"/>
                        <a:pt x="95556" y="0"/>
                      </a:cubicBezTo>
                      <a:lnTo>
                        <a:pt x="242141" y="0"/>
                      </a:lnTo>
                      <a:cubicBezTo>
                        <a:pt x="245970" y="0"/>
                        <a:pt x="249052" y="3104"/>
                        <a:pt x="249052" y="6911"/>
                      </a:cubicBezTo>
                      <a:cubicBezTo>
                        <a:pt x="249052" y="10718"/>
                        <a:pt x="245947" y="13822"/>
                        <a:pt x="242141" y="13822"/>
                      </a:cubicBezTo>
                      <a:lnTo>
                        <a:pt x="95556" y="13822"/>
                      </a:lnTo>
                      <a:cubicBezTo>
                        <a:pt x="50486" y="13822"/>
                        <a:pt x="13822" y="64739"/>
                        <a:pt x="13822" y="127324"/>
                      </a:cubicBezTo>
                      <a:lnTo>
                        <a:pt x="13822" y="258546"/>
                      </a:lnTo>
                      <a:cubicBezTo>
                        <a:pt x="13822" y="262353"/>
                        <a:pt x="10718" y="265457"/>
                        <a:pt x="6911" y="265457"/>
                      </a:cubicBezTo>
                      <a:close/>
                    </a:path>
                  </a:pathLst>
                </a:custGeom>
                <a:solidFill>
                  <a:srgbClr val="D3CDB1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CAADD2E5-C412-BA10-7155-42DD27E14E00}"/>
                    </a:ext>
                  </a:extLst>
                </p:cNvPr>
                <p:cNvSpPr/>
                <p:nvPr/>
              </p:nvSpPr>
              <p:spPr>
                <a:xfrm>
                  <a:off x="4664449" y="6145136"/>
                  <a:ext cx="13822" cy="67276"/>
                </a:xfrm>
                <a:custGeom>
                  <a:avLst/>
                  <a:gdLst>
                    <a:gd name="connsiteX0" fmla="*/ 6911 w 13822"/>
                    <a:gd name="connsiteY0" fmla="*/ 67277 h 67276"/>
                    <a:gd name="connsiteX1" fmla="*/ 0 w 13822"/>
                    <a:gd name="connsiteY1" fmla="*/ 60365 h 67276"/>
                    <a:gd name="connsiteX2" fmla="*/ 0 w 13822"/>
                    <a:gd name="connsiteY2" fmla="*/ 6911 h 67276"/>
                    <a:gd name="connsiteX3" fmla="*/ 6911 w 13822"/>
                    <a:gd name="connsiteY3" fmla="*/ 0 h 67276"/>
                    <a:gd name="connsiteX4" fmla="*/ 13822 w 13822"/>
                    <a:gd name="connsiteY4" fmla="*/ 6911 h 67276"/>
                    <a:gd name="connsiteX5" fmla="*/ 13822 w 13822"/>
                    <a:gd name="connsiteY5" fmla="*/ 60365 h 67276"/>
                    <a:gd name="connsiteX6" fmla="*/ 6911 w 13822"/>
                    <a:gd name="connsiteY6" fmla="*/ 67277 h 67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822" h="67276">
                      <a:moveTo>
                        <a:pt x="6911" y="67277"/>
                      </a:moveTo>
                      <a:cubicBezTo>
                        <a:pt x="3082" y="67277"/>
                        <a:pt x="0" y="64172"/>
                        <a:pt x="0" y="60365"/>
                      </a:cubicBezTo>
                      <a:lnTo>
                        <a:pt x="0" y="6911"/>
                      </a:lnTo>
                      <a:cubicBezTo>
                        <a:pt x="0" y="3104"/>
                        <a:pt x="3104" y="0"/>
                        <a:pt x="6911" y="0"/>
                      </a:cubicBezTo>
                      <a:cubicBezTo>
                        <a:pt x="10718" y="0"/>
                        <a:pt x="13822" y="3104"/>
                        <a:pt x="13822" y="6911"/>
                      </a:cubicBezTo>
                      <a:lnTo>
                        <a:pt x="13822" y="60365"/>
                      </a:lnTo>
                      <a:cubicBezTo>
                        <a:pt x="13822" y="64172"/>
                        <a:pt x="10718" y="67277"/>
                        <a:pt x="6911" y="6727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5400000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03" name="Graphic 3">
              <a:extLst>
                <a:ext uri="{FF2B5EF4-FFF2-40B4-BE49-F238E27FC236}">
                  <a16:creationId xmlns:a16="http://schemas.microsoft.com/office/drawing/2014/main" id="{B3787925-6BFA-5D77-F335-46CB29EB43FC}"/>
                </a:ext>
              </a:extLst>
            </p:cNvPr>
            <p:cNvGrpSpPr/>
            <p:nvPr/>
          </p:nvGrpSpPr>
          <p:grpSpPr>
            <a:xfrm>
              <a:off x="6426029" y="5208569"/>
              <a:ext cx="721799" cy="1107171"/>
              <a:chOff x="6426029" y="5208569"/>
              <a:chExt cx="721799" cy="1107171"/>
            </a:xfrm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08621CD6-0412-C889-D7B1-2BAAB6DD3937}"/>
                  </a:ext>
                </a:extLst>
              </p:cNvPr>
              <p:cNvSpPr/>
              <p:nvPr/>
            </p:nvSpPr>
            <p:spPr>
              <a:xfrm>
                <a:off x="6590379" y="5208569"/>
                <a:ext cx="557449" cy="1107171"/>
              </a:xfrm>
              <a:custGeom>
                <a:avLst/>
                <a:gdLst>
                  <a:gd name="connsiteX0" fmla="*/ 91613 w 557449"/>
                  <a:gd name="connsiteY0" fmla="*/ 0 h 1107171"/>
                  <a:gd name="connsiteX1" fmla="*/ 465859 w 557449"/>
                  <a:gd name="connsiteY1" fmla="*/ 0 h 1107171"/>
                  <a:gd name="connsiteX2" fmla="*/ 557449 w 557449"/>
                  <a:gd name="connsiteY2" fmla="*/ 91590 h 1107171"/>
                  <a:gd name="connsiteX3" fmla="*/ 557449 w 557449"/>
                  <a:gd name="connsiteY3" fmla="*/ 1107171 h 1107171"/>
                  <a:gd name="connsiteX4" fmla="*/ 0 w 557449"/>
                  <a:gd name="connsiteY4" fmla="*/ 1107171 h 1107171"/>
                  <a:gd name="connsiteX5" fmla="*/ 0 w 557449"/>
                  <a:gd name="connsiteY5" fmla="*/ 91590 h 1107171"/>
                  <a:gd name="connsiteX6" fmla="*/ 91590 w 557449"/>
                  <a:gd name="connsiteY6" fmla="*/ 0 h 1107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449" h="1107171">
                    <a:moveTo>
                      <a:pt x="91613" y="0"/>
                    </a:moveTo>
                    <a:lnTo>
                      <a:pt x="465859" y="0"/>
                    </a:lnTo>
                    <a:cubicBezTo>
                      <a:pt x="516413" y="0"/>
                      <a:pt x="557449" y="41037"/>
                      <a:pt x="557449" y="91590"/>
                    </a:cubicBezTo>
                    <a:lnTo>
                      <a:pt x="557449" y="1107171"/>
                    </a:lnTo>
                    <a:lnTo>
                      <a:pt x="0" y="1107171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F7837E4D-6A17-29E3-B653-02AF53C4789C}"/>
                  </a:ext>
                </a:extLst>
              </p:cNvPr>
              <p:cNvSpPr/>
              <p:nvPr/>
            </p:nvSpPr>
            <p:spPr>
              <a:xfrm>
                <a:off x="6426029" y="5208569"/>
                <a:ext cx="557449" cy="1107171"/>
              </a:xfrm>
              <a:custGeom>
                <a:avLst/>
                <a:gdLst>
                  <a:gd name="connsiteX0" fmla="*/ 91613 w 557449"/>
                  <a:gd name="connsiteY0" fmla="*/ 0 h 1107171"/>
                  <a:gd name="connsiteX1" fmla="*/ 465859 w 557449"/>
                  <a:gd name="connsiteY1" fmla="*/ 0 h 1107171"/>
                  <a:gd name="connsiteX2" fmla="*/ 557449 w 557449"/>
                  <a:gd name="connsiteY2" fmla="*/ 91590 h 1107171"/>
                  <a:gd name="connsiteX3" fmla="*/ 557449 w 557449"/>
                  <a:gd name="connsiteY3" fmla="*/ 1107171 h 1107171"/>
                  <a:gd name="connsiteX4" fmla="*/ 0 w 557449"/>
                  <a:gd name="connsiteY4" fmla="*/ 1107171 h 1107171"/>
                  <a:gd name="connsiteX5" fmla="*/ 0 w 557449"/>
                  <a:gd name="connsiteY5" fmla="*/ 91590 h 1107171"/>
                  <a:gd name="connsiteX6" fmla="*/ 91590 w 557449"/>
                  <a:gd name="connsiteY6" fmla="*/ 0 h 1107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449" h="1107171">
                    <a:moveTo>
                      <a:pt x="91613" y="0"/>
                    </a:moveTo>
                    <a:lnTo>
                      <a:pt x="465859" y="0"/>
                    </a:lnTo>
                    <a:cubicBezTo>
                      <a:pt x="516413" y="0"/>
                      <a:pt x="557449" y="41037"/>
                      <a:pt x="557449" y="91590"/>
                    </a:cubicBezTo>
                    <a:lnTo>
                      <a:pt x="557449" y="1107171"/>
                    </a:lnTo>
                    <a:lnTo>
                      <a:pt x="0" y="1107171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20" name="Graphic 3">
                <a:extLst>
                  <a:ext uri="{FF2B5EF4-FFF2-40B4-BE49-F238E27FC236}">
                    <a16:creationId xmlns:a16="http://schemas.microsoft.com/office/drawing/2014/main" id="{FFBB9FA4-C307-FEE2-D988-B085803F0F5D}"/>
                  </a:ext>
                </a:extLst>
              </p:cNvPr>
              <p:cNvGrpSpPr/>
              <p:nvPr/>
            </p:nvGrpSpPr>
            <p:grpSpPr>
              <a:xfrm>
                <a:off x="6465162" y="5259916"/>
                <a:ext cx="249051" cy="404587"/>
                <a:chOff x="6465162" y="5259916"/>
                <a:chExt cx="249051" cy="404587"/>
              </a:xfrm>
            </p:grpSpPr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344E7D8E-34C3-9B4C-E3BC-001DB03559D8}"/>
                    </a:ext>
                  </a:extLst>
                </p:cNvPr>
                <p:cNvSpPr/>
                <p:nvPr/>
              </p:nvSpPr>
              <p:spPr>
                <a:xfrm>
                  <a:off x="6465162" y="5259916"/>
                  <a:ext cx="249051" cy="265457"/>
                </a:xfrm>
                <a:custGeom>
                  <a:avLst/>
                  <a:gdLst>
                    <a:gd name="connsiteX0" fmla="*/ 6911 w 249051"/>
                    <a:gd name="connsiteY0" fmla="*/ 265457 h 265457"/>
                    <a:gd name="connsiteX1" fmla="*/ 0 w 249051"/>
                    <a:gd name="connsiteY1" fmla="*/ 258546 h 265457"/>
                    <a:gd name="connsiteX2" fmla="*/ 0 w 249051"/>
                    <a:gd name="connsiteY2" fmla="*/ 127324 h 265457"/>
                    <a:gd name="connsiteX3" fmla="*/ 95556 w 249051"/>
                    <a:gd name="connsiteY3" fmla="*/ 0 h 265457"/>
                    <a:gd name="connsiteX4" fmla="*/ 242141 w 249051"/>
                    <a:gd name="connsiteY4" fmla="*/ 0 h 265457"/>
                    <a:gd name="connsiteX5" fmla="*/ 249052 w 249051"/>
                    <a:gd name="connsiteY5" fmla="*/ 6911 h 265457"/>
                    <a:gd name="connsiteX6" fmla="*/ 242141 w 249051"/>
                    <a:gd name="connsiteY6" fmla="*/ 13822 h 265457"/>
                    <a:gd name="connsiteX7" fmla="*/ 95556 w 249051"/>
                    <a:gd name="connsiteY7" fmla="*/ 13822 h 265457"/>
                    <a:gd name="connsiteX8" fmla="*/ 13822 w 249051"/>
                    <a:gd name="connsiteY8" fmla="*/ 127324 h 265457"/>
                    <a:gd name="connsiteX9" fmla="*/ 13822 w 249051"/>
                    <a:gd name="connsiteY9" fmla="*/ 258546 h 265457"/>
                    <a:gd name="connsiteX10" fmla="*/ 6911 w 249051"/>
                    <a:gd name="connsiteY10" fmla="*/ 265457 h 265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49051" h="265457">
                      <a:moveTo>
                        <a:pt x="6911" y="265457"/>
                      </a:moveTo>
                      <a:cubicBezTo>
                        <a:pt x="3082" y="265457"/>
                        <a:pt x="0" y="262353"/>
                        <a:pt x="0" y="258546"/>
                      </a:cubicBezTo>
                      <a:lnTo>
                        <a:pt x="0" y="127324"/>
                      </a:lnTo>
                      <a:cubicBezTo>
                        <a:pt x="0" y="57125"/>
                        <a:pt x="42872" y="0"/>
                        <a:pt x="95556" y="0"/>
                      </a:cubicBezTo>
                      <a:lnTo>
                        <a:pt x="242141" y="0"/>
                      </a:lnTo>
                      <a:cubicBezTo>
                        <a:pt x="245970" y="0"/>
                        <a:pt x="249052" y="3104"/>
                        <a:pt x="249052" y="6911"/>
                      </a:cubicBezTo>
                      <a:cubicBezTo>
                        <a:pt x="249052" y="10718"/>
                        <a:pt x="245947" y="13822"/>
                        <a:pt x="242141" y="13822"/>
                      </a:cubicBezTo>
                      <a:lnTo>
                        <a:pt x="95556" y="13822"/>
                      </a:lnTo>
                      <a:cubicBezTo>
                        <a:pt x="50486" y="13822"/>
                        <a:pt x="13822" y="64739"/>
                        <a:pt x="13822" y="127324"/>
                      </a:cubicBezTo>
                      <a:lnTo>
                        <a:pt x="13822" y="258546"/>
                      </a:lnTo>
                      <a:cubicBezTo>
                        <a:pt x="13822" y="262353"/>
                        <a:pt x="10718" y="265457"/>
                        <a:pt x="6911" y="265457"/>
                      </a:cubicBezTo>
                      <a:close/>
                    </a:path>
                  </a:pathLst>
                </a:custGeom>
                <a:solidFill>
                  <a:srgbClr val="0F837D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69F66493-B9EC-B720-6CB0-5E8EA22AA2F1}"/>
                    </a:ext>
                  </a:extLst>
                </p:cNvPr>
                <p:cNvSpPr/>
                <p:nvPr/>
              </p:nvSpPr>
              <p:spPr>
                <a:xfrm>
                  <a:off x="6465162" y="5597227"/>
                  <a:ext cx="13822" cy="67276"/>
                </a:xfrm>
                <a:custGeom>
                  <a:avLst/>
                  <a:gdLst>
                    <a:gd name="connsiteX0" fmla="*/ 6911 w 13822"/>
                    <a:gd name="connsiteY0" fmla="*/ 67276 h 67276"/>
                    <a:gd name="connsiteX1" fmla="*/ 0 w 13822"/>
                    <a:gd name="connsiteY1" fmla="*/ 60365 h 67276"/>
                    <a:gd name="connsiteX2" fmla="*/ 0 w 13822"/>
                    <a:gd name="connsiteY2" fmla="*/ 6911 h 67276"/>
                    <a:gd name="connsiteX3" fmla="*/ 6911 w 13822"/>
                    <a:gd name="connsiteY3" fmla="*/ 0 h 67276"/>
                    <a:gd name="connsiteX4" fmla="*/ 13822 w 13822"/>
                    <a:gd name="connsiteY4" fmla="*/ 6911 h 67276"/>
                    <a:gd name="connsiteX5" fmla="*/ 13822 w 13822"/>
                    <a:gd name="connsiteY5" fmla="*/ 60365 h 67276"/>
                    <a:gd name="connsiteX6" fmla="*/ 6911 w 13822"/>
                    <a:gd name="connsiteY6" fmla="*/ 67276 h 67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822" h="67276">
                      <a:moveTo>
                        <a:pt x="6911" y="67276"/>
                      </a:moveTo>
                      <a:cubicBezTo>
                        <a:pt x="3082" y="67276"/>
                        <a:pt x="0" y="64172"/>
                        <a:pt x="0" y="60365"/>
                      </a:cubicBezTo>
                      <a:lnTo>
                        <a:pt x="0" y="6911"/>
                      </a:lnTo>
                      <a:cubicBezTo>
                        <a:pt x="0" y="3104"/>
                        <a:pt x="3104" y="0"/>
                        <a:pt x="6911" y="0"/>
                      </a:cubicBezTo>
                      <a:cubicBezTo>
                        <a:pt x="10718" y="0"/>
                        <a:pt x="13822" y="3104"/>
                        <a:pt x="13822" y="6911"/>
                      </a:cubicBezTo>
                      <a:lnTo>
                        <a:pt x="13822" y="60365"/>
                      </a:lnTo>
                      <a:cubicBezTo>
                        <a:pt x="13822" y="64172"/>
                        <a:pt x="10718" y="67276"/>
                        <a:pt x="6911" y="67276"/>
                      </a:cubicBezTo>
                      <a:close/>
                    </a:path>
                  </a:pathLst>
                </a:custGeom>
                <a:solidFill>
                  <a:srgbClr val="0F837D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35" name="Graphic 3">
              <a:extLst>
                <a:ext uri="{FF2B5EF4-FFF2-40B4-BE49-F238E27FC236}">
                  <a16:creationId xmlns:a16="http://schemas.microsoft.com/office/drawing/2014/main" id="{FB289702-D318-4195-5AAE-67083F87EB00}"/>
                </a:ext>
              </a:extLst>
            </p:cNvPr>
            <p:cNvGrpSpPr/>
            <p:nvPr/>
          </p:nvGrpSpPr>
          <p:grpSpPr>
            <a:xfrm>
              <a:off x="6631968" y="5592790"/>
              <a:ext cx="323049" cy="722950"/>
              <a:chOff x="6631968" y="5592790"/>
              <a:chExt cx="323049" cy="722950"/>
            </a:xfrm>
          </p:grpSpPr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F211CEA0-D3F1-1674-B3FE-AB9ABCFBD1E7}"/>
                  </a:ext>
                </a:extLst>
              </p:cNvPr>
              <p:cNvSpPr/>
              <p:nvPr/>
            </p:nvSpPr>
            <p:spPr>
              <a:xfrm>
                <a:off x="6631968" y="5592790"/>
                <a:ext cx="323049" cy="722950"/>
              </a:xfrm>
              <a:custGeom>
                <a:avLst/>
                <a:gdLst>
                  <a:gd name="connsiteX0" fmla="*/ 513 w 323049"/>
                  <a:gd name="connsiteY0" fmla="*/ 6160 h 722950"/>
                  <a:gd name="connsiteX1" fmla="*/ 9350 w 323049"/>
                  <a:gd name="connsiteY1" fmla="*/ 3531 h 722950"/>
                  <a:gd name="connsiteX2" fmla="*/ 154961 w 323049"/>
                  <a:gd name="connsiteY2" fmla="*/ 277304 h 722950"/>
                  <a:gd name="connsiteX3" fmla="*/ 312264 w 323049"/>
                  <a:gd name="connsiteY3" fmla="*/ 722951 h 722950"/>
                  <a:gd name="connsiteX4" fmla="*/ 513 w 323049"/>
                  <a:gd name="connsiteY4" fmla="*/ 6160 h 72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049" h="722950">
                    <a:moveTo>
                      <a:pt x="513" y="6160"/>
                    </a:moveTo>
                    <a:cubicBezTo>
                      <a:pt x="649" y="-435"/>
                      <a:pt x="7220" y="-2383"/>
                      <a:pt x="9350" y="3531"/>
                    </a:cubicBezTo>
                    <a:cubicBezTo>
                      <a:pt x="30038" y="60678"/>
                      <a:pt x="87752" y="208238"/>
                      <a:pt x="154961" y="277304"/>
                    </a:cubicBezTo>
                    <a:cubicBezTo>
                      <a:pt x="264407" y="389764"/>
                      <a:pt x="354955" y="594380"/>
                      <a:pt x="312264" y="722951"/>
                    </a:cubicBezTo>
                    <a:cubicBezTo>
                      <a:pt x="312264" y="722951"/>
                      <a:pt x="-14669" y="723653"/>
                      <a:pt x="513" y="616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AB1E34E8-AA31-65CE-B9D5-5D51FC95CD0E}"/>
                  </a:ext>
                </a:extLst>
              </p:cNvPr>
              <p:cNvSpPr/>
              <p:nvPr/>
            </p:nvSpPr>
            <p:spPr>
              <a:xfrm>
                <a:off x="6651379" y="5680089"/>
                <a:ext cx="264530" cy="573278"/>
              </a:xfrm>
              <a:custGeom>
                <a:avLst/>
                <a:gdLst>
                  <a:gd name="connsiteX0" fmla="*/ 4691 w 264530"/>
                  <a:gd name="connsiteY0" fmla="*/ 2202 h 573278"/>
                  <a:gd name="connsiteX1" fmla="*/ 10333 w 264530"/>
                  <a:gd name="connsiteY1" fmla="*/ 20692 h 573278"/>
                  <a:gd name="connsiteX2" fmla="*/ 16270 w 264530"/>
                  <a:gd name="connsiteY2" fmla="*/ 39409 h 573278"/>
                  <a:gd name="connsiteX3" fmla="*/ 28687 w 264530"/>
                  <a:gd name="connsiteY3" fmla="*/ 76661 h 573278"/>
                  <a:gd name="connsiteX4" fmla="*/ 54724 w 264530"/>
                  <a:gd name="connsiteY4" fmla="*/ 150713 h 573278"/>
                  <a:gd name="connsiteX5" fmla="*/ 112347 w 264530"/>
                  <a:gd name="connsiteY5" fmla="*/ 296573 h 573278"/>
                  <a:gd name="connsiteX6" fmla="*/ 144637 w 264530"/>
                  <a:gd name="connsiteY6" fmla="*/ 367928 h 573278"/>
                  <a:gd name="connsiteX7" fmla="*/ 161790 w 264530"/>
                  <a:gd name="connsiteY7" fmla="*/ 403118 h 573278"/>
                  <a:gd name="connsiteX8" fmla="*/ 179940 w 264530"/>
                  <a:gd name="connsiteY8" fmla="*/ 437788 h 573278"/>
                  <a:gd name="connsiteX9" fmla="*/ 219232 w 264530"/>
                  <a:gd name="connsiteY9" fmla="*/ 505404 h 573278"/>
                  <a:gd name="connsiteX10" fmla="*/ 264030 w 264530"/>
                  <a:gd name="connsiteY10" fmla="*/ 569530 h 573278"/>
                  <a:gd name="connsiteX11" fmla="*/ 264053 w 264530"/>
                  <a:gd name="connsiteY11" fmla="*/ 569530 h 573278"/>
                  <a:gd name="connsiteX12" fmla="*/ 263645 w 264530"/>
                  <a:gd name="connsiteY12" fmla="*/ 572793 h 573278"/>
                  <a:gd name="connsiteX13" fmla="*/ 260518 w 264530"/>
                  <a:gd name="connsiteY13" fmla="*/ 572522 h 573278"/>
                  <a:gd name="connsiteX14" fmla="*/ 169064 w 264530"/>
                  <a:gd name="connsiteY14" fmla="*/ 443815 h 573278"/>
                  <a:gd name="connsiteX15" fmla="*/ 132151 w 264530"/>
                  <a:gd name="connsiteY15" fmla="*/ 373933 h 573278"/>
                  <a:gd name="connsiteX16" fmla="*/ 99408 w 264530"/>
                  <a:gd name="connsiteY16" fmla="*/ 302079 h 573278"/>
                  <a:gd name="connsiteX17" fmla="*/ 43598 w 264530"/>
                  <a:gd name="connsiteY17" fmla="*/ 154542 h 573278"/>
                  <a:gd name="connsiteX18" fmla="*/ 20077 w 264530"/>
                  <a:gd name="connsiteY18" fmla="*/ 79312 h 573278"/>
                  <a:gd name="connsiteX19" fmla="*/ 9517 w 264530"/>
                  <a:gd name="connsiteY19" fmla="*/ 41335 h 573278"/>
                  <a:gd name="connsiteX20" fmla="*/ 46 w 264530"/>
                  <a:gd name="connsiteY20" fmla="*/ 2745 h 573278"/>
                  <a:gd name="connsiteX21" fmla="*/ 1813 w 264530"/>
                  <a:gd name="connsiteY21" fmla="*/ 49 h 573278"/>
                  <a:gd name="connsiteX22" fmla="*/ 4487 w 264530"/>
                  <a:gd name="connsiteY22" fmla="*/ 1658 h 573278"/>
                  <a:gd name="connsiteX23" fmla="*/ 4623 w 264530"/>
                  <a:gd name="connsiteY23" fmla="*/ 2157 h 573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530" h="573278">
                    <a:moveTo>
                      <a:pt x="4691" y="2202"/>
                    </a:moveTo>
                    <a:cubicBezTo>
                      <a:pt x="6300" y="7957"/>
                      <a:pt x="8407" y="14551"/>
                      <a:pt x="10333" y="20692"/>
                    </a:cubicBezTo>
                    <a:lnTo>
                      <a:pt x="16270" y="39409"/>
                    </a:lnTo>
                    <a:cubicBezTo>
                      <a:pt x="20326" y="51849"/>
                      <a:pt x="24428" y="64289"/>
                      <a:pt x="28687" y="76661"/>
                    </a:cubicBezTo>
                    <a:cubicBezTo>
                      <a:pt x="37072" y="101451"/>
                      <a:pt x="45795" y="126127"/>
                      <a:pt x="54724" y="150713"/>
                    </a:cubicBezTo>
                    <a:cubicBezTo>
                      <a:pt x="72738" y="199839"/>
                      <a:pt x="91636" y="248602"/>
                      <a:pt x="112347" y="296573"/>
                    </a:cubicBezTo>
                    <a:cubicBezTo>
                      <a:pt x="122725" y="320546"/>
                      <a:pt x="133307" y="344430"/>
                      <a:pt x="144637" y="367928"/>
                    </a:cubicBezTo>
                    <a:cubicBezTo>
                      <a:pt x="150211" y="379734"/>
                      <a:pt x="156035" y="391403"/>
                      <a:pt x="161790" y="403118"/>
                    </a:cubicBezTo>
                    <a:cubicBezTo>
                      <a:pt x="167750" y="414720"/>
                      <a:pt x="173709" y="426322"/>
                      <a:pt x="179940" y="437788"/>
                    </a:cubicBezTo>
                    <a:cubicBezTo>
                      <a:pt x="192290" y="460742"/>
                      <a:pt x="205228" y="483424"/>
                      <a:pt x="219232" y="505404"/>
                    </a:cubicBezTo>
                    <a:cubicBezTo>
                      <a:pt x="233055" y="527520"/>
                      <a:pt x="248010" y="548887"/>
                      <a:pt x="264030" y="569530"/>
                    </a:cubicBezTo>
                    <a:lnTo>
                      <a:pt x="264053" y="569530"/>
                    </a:lnTo>
                    <a:cubicBezTo>
                      <a:pt x="264823" y="570573"/>
                      <a:pt x="264642" y="572023"/>
                      <a:pt x="263645" y="572793"/>
                    </a:cubicBezTo>
                    <a:cubicBezTo>
                      <a:pt x="262693" y="573541"/>
                      <a:pt x="261334" y="573405"/>
                      <a:pt x="260518" y="572522"/>
                    </a:cubicBezTo>
                    <a:cubicBezTo>
                      <a:pt x="225033" y="533502"/>
                      <a:pt x="195122" y="489565"/>
                      <a:pt x="169064" y="443815"/>
                    </a:cubicBezTo>
                    <a:cubicBezTo>
                      <a:pt x="155921" y="420951"/>
                      <a:pt x="143685" y="397612"/>
                      <a:pt x="132151" y="373933"/>
                    </a:cubicBezTo>
                    <a:cubicBezTo>
                      <a:pt x="120618" y="350253"/>
                      <a:pt x="109605" y="326347"/>
                      <a:pt x="99408" y="302079"/>
                    </a:cubicBezTo>
                    <a:cubicBezTo>
                      <a:pt x="78743" y="253678"/>
                      <a:pt x="60252" y="204394"/>
                      <a:pt x="43598" y="154542"/>
                    </a:cubicBezTo>
                    <a:cubicBezTo>
                      <a:pt x="35213" y="129639"/>
                      <a:pt x="27419" y="104533"/>
                      <a:pt x="20077" y="79312"/>
                    </a:cubicBezTo>
                    <a:cubicBezTo>
                      <a:pt x="16429" y="66691"/>
                      <a:pt x="12939" y="54024"/>
                      <a:pt x="9517" y="41335"/>
                    </a:cubicBezTo>
                    <a:cubicBezTo>
                      <a:pt x="6096" y="28532"/>
                      <a:pt x="2856" y="16205"/>
                      <a:pt x="46" y="2745"/>
                    </a:cubicBezTo>
                    <a:cubicBezTo>
                      <a:pt x="-204" y="1522"/>
                      <a:pt x="590" y="298"/>
                      <a:pt x="1813" y="49"/>
                    </a:cubicBezTo>
                    <a:cubicBezTo>
                      <a:pt x="2991" y="-200"/>
                      <a:pt x="4147" y="525"/>
                      <a:pt x="4487" y="1658"/>
                    </a:cubicBezTo>
                    <a:lnTo>
                      <a:pt x="4623" y="2157"/>
                    </a:lnTo>
                    <a:close/>
                  </a:path>
                </a:pathLst>
              </a:custGeom>
              <a:solidFill>
                <a:srgbClr val="B9D9D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5" name="Graphic 3">
              <a:extLst>
                <a:ext uri="{FF2B5EF4-FFF2-40B4-BE49-F238E27FC236}">
                  <a16:creationId xmlns:a16="http://schemas.microsoft.com/office/drawing/2014/main" id="{1D0D7CA8-9490-C9BD-1EE2-63E8494B8474}"/>
                </a:ext>
              </a:extLst>
            </p:cNvPr>
            <p:cNvGrpSpPr/>
            <p:nvPr/>
          </p:nvGrpSpPr>
          <p:grpSpPr>
            <a:xfrm>
              <a:off x="6912690" y="5765520"/>
              <a:ext cx="721799" cy="550220"/>
              <a:chOff x="6912690" y="5765520"/>
              <a:chExt cx="721799" cy="550220"/>
            </a:xfrm>
          </p:grpSpPr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948CB7C4-9DAD-45FB-4BAC-31DD659AD071}"/>
                  </a:ext>
                </a:extLst>
              </p:cNvPr>
              <p:cNvSpPr/>
              <p:nvPr/>
            </p:nvSpPr>
            <p:spPr>
              <a:xfrm>
                <a:off x="7077040" y="5765520"/>
                <a:ext cx="557449" cy="550220"/>
              </a:xfrm>
              <a:custGeom>
                <a:avLst/>
                <a:gdLst>
                  <a:gd name="connsiteX0" fmla="*/ 91613 w 557449"/>
                  <a:gd name="connsiteY0" fmla="*/ 0 h 550220"/>
                  <a:gd name="connsiteX1" fmla="*/ 465859 w 557449"/>
                  <a:gd name="connsiteY1" fmla="*/ 0 h 550220"/>
                  <a:gd name="connsiteX2" fmla="*/ 557449 w 557449"/>
                  <a:gd name="connsiteY2" fmla="*/ 91590 h 550220"/>
                  <a:gd name="connsiteX3" fmla="*/ 557449 w 557449"/>
                  <a:gd name="connsiteY3" fmla="*/ 550221 h 550220"/>
                  <a:gd name="connsiteX4" fmla="*/ 0 w 557449"/>
                  <a:gd name="connsiteY4" fmla="*/ 550221 h 550220"/>
                  <a:gd name="connsiteX5" fmla="*/ 0 w 557449"/>
                  <a:gd name="connsiteY5" fmla="*/ 91590 h 550220"/>
                  <a:gd name="connsiteX6" fmla="*/ 91590 w 557449"/>
                  <a:gd name="connsiteY6" fmla="*/ 0 h 550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449" h="550220">
                    <a:moveTo>
                      <a:pt x="91613" y="0"/>
                    </a:moveTo>
                    <a:lnTo>
                      <a:pt x="465859" y="0"/>
                    </a:lnTo>
                    <a:cubicBezTo>
                      <a:pt x="516413" y="0"/>
                      <a:pt x="557449" y="41037"/>
                      <a:pt x="557449" y="91590"/>
                    </a:cubicBezTo>
                    <a:lnTo>
                      <a:pt x="557449" y="550221"/>
                    </a:lnTo>
                    <a:lnTo>
                      <a:pt x="0" y="550221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rgbClr val="D3CDB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E20DCF08-32F2-7820-E45F-99DFA83810EC}"/>
                  </a:ext>
                </a:extLst>
              </p:cNvPr>
              <p:cNvSpPr/>
              <p:nvPr/>
            </p:nvSpPr>
            <p:spPr>
              <a:xfrm>
                <a:off x="6912690" y="5765520"/>
                <a:ext cx="557449" cy="550220"/>
              </a:xfrm>
              <a:custGeom>
                <a:avLst/>
                <a:gdLst>
                  <a:gd name="connsiteX0" fmla="*/ 91613 w 557449"/>
                  <a:gd name="connsiteY0" fmla="*/ 0 h 550220"/>
                  <a:gd name="connsiteX1" fmla="*/ 465859 w 557449"/>
                  <a:gd name="connsiteY1" fmla="*/ 0 h 550220"/>
                  <a:gd name="connsiteX2" fmla="*/ 557449 w 557449"/>
                  <a:gd name="connsiteY2" fmla="*/ 91590 h 550220"/>
                  <a:gd name="connsiteX3" fmla="*/ 557449 w 557449"/>
                  <a:gd name="connsiteY3" fmla="*/ 550221 h 550220"/>
                  <a:gd name="connsiteX4" fmla="*/ 0 w 557449"/>
                  <a:gd name="connsiteY4" fmla="*/ 550221 h 550220"/>
                  <a:gd name="connsiteX5" fmla="*/ 0 w 557449"/>
                  <a:gd name="connsiteY5" fmla="*/ 91590 h 550220"/>
                  <a:gd name="connsiteX6" fmla="*/ 91590 w 557449"/>
                  <a:gd name="connsiteY6" fmla="*/ 0 h 550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7449" h="550220">
                    <a:moveTo>
                      <a:pt x="91613" y="0"/>
                    </a:moveTo>
                    <a:lnTo>
                      <a:pt x="465859" y="0"/>
                    </a:lnTo>
                    <a:cubicBezTo>
                      <a:pt x="516413" y="0"/>
                      <a:pt x="557449" y="41037"/>
                      <a:pt x="557449" y="91590"/>
                    </a:cubicBezTo>
                    <a:lnTo>
                      <a:pt x="557449" y="550221"/>
                    </a:lnTo>
                    <a:lnTo>
                      <a:pt x="0" y="550221"/>
                    </a:lnTo>
                    <a:lnTo>
                      <a:pt x="0" y="91590"/>
                    </a:lnTo>
                    <a:cubicBezTo>
                      <a:pt x="0" y="41037"/>
                      <a:pt x="41037" y="0"/>
                      <a:pt x="91590" y="0"/>
                    </a:cubicBezTo>
                    <a:close/>
                  </a:path>
                </a:pathLst>
              </a:custGeom>
              <a:solidFill>
                <a:srgbClr val="C6BE9A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52" name="Graphic 3">
                <a:extLst>
                  <a:ext uri="{FF2B5EF4-FFF2-40B4-BE49-F238E27FC236}">
                    <a16:creationId xmlns:a16="http://schemas.microsoft.com/office/drawing/2014/main" id="{DF91A366-B9E3-4B3F-1359-5F1A86B4926E}"/>
                  </a:ext>
                </a:extLst>
              </p:cNvPr>
              <p:cNvGrpSpPr/>
              <p:nvPr/>
            </p:nvGrpSpPr>
            <p:grpSpPr>
              <a:xfrm>
                <a:off x="6945433" y="5807825"/>
                <a:ext cx="249051" cy="404587"/>
                <a:chOff x="6945433" y="5807825"/>
                <a:chExt cx="249051" cy="404587"/>
              </a:xfrm>
            </p:grpSpPr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4FF5326E-748D-B3B3-6286-12BC25648696}"/>
                    </a:ext>
                  </a:extLst>
                </p:cNvPr>
                <p:cNvSpPr/>
                <p:nvPr/>
              </p:nvSpPr>
              <p:spPr>
                <a:xfrm>
                  <a:off x="6945433" y="5807825"/>
                  <a:ext cx="249051" cy="265457"/>
                </a:xfrm>
                <a:custGeom>
                  <a:avLst/>
                  <a:gdLst>
                    <a:gd name="connsiteX0" fmla="*/ 6911 w 249051"/>
                    <a:gd name="connsiteY0" fmla="*/ 265457 h 265457"/>
                    <a:gd name="connsiteX1" fmla="*/ 0 w 249051"/>
                    <a:gd name="connsiteY1" fmla="*/ 258546 h 265457"/>
                    <a:gd name="connsiteX2" fmla="*/ 0 w 249051"/>
                    <a:gd name="connsiteY2" fmla="*/ 127324 h 265457"/>
                    <a:gd name="connsiteX3" fmla="*/ 95555 w 249051"/>
                    <a:gd name="connsiteY3" fmla="*/ 0 h 265457"/>
                    <a:gd name="connsiteX4" fmla="*/ 242141 w 249051"/>
                    <a:gd name="connsiteY4" fmla="*/ 0 h 265457"/>
                    <a:gd name="connsiteX5" fmla="*/ 249052 w 249051"/>
                    <a:gd name="connsiteY5" fmla="*/ 6911 h 265457"/>
                    <a:gd name="connsiteX6" fmla="*/ 242141 w 249051"/>
                    <a:gd name="connsiteY6" fmla="*/ 13822 h 265457"/>
                    <a:gd name="connsiteX7" fmla="*/ 95555 w 249051"/>
                    <a:gd name="connsiteY7" fmla="*/ 13822 h 265457"/>
                    <a:gd name="connsiteX8" fmla="*/ 13822 w 249051"/>
                    <a:gd name="connsiteY8" fmla="*/ 127324 h 265457"/>
                    <a:gd name="connsiteX9" fmla="*/ 13822 w 249051"/>
                    <a:gd name="connsiteY9" fmla="*/ 258546 h 265457"/>
                    <a:gd name="connsiteX10" fmla="*/ 6911 w 249051"/>
                    <a:gd name="connsiteY10" fmla="*/ 265457 h 265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49051" h="265457">
                      <a:moveTo>
                        <a:pt x="6911" y="265457"/>
                      </a:moveTo>
                      <a:cubicBezTo>
                        <a:pt x="3082" y="265457"/>
                        <a:pt x="0" y="262353"/>
                        <a:pt x="0" y="258546"/>
                      </a:cubicBezTo>
                      <a:lnTo>
                        <a:pt x="0" y="127324"/>
                      </a:lnTo>
                      <a:cubicBezTo>
                        <a:pt x="0" y="57125"/>
                        <a:pt x="42872" y="0"/>
                        <a:pt x="95555" y="0"/>
                      </a:cubicBezTo>
                      <a:lnTo>
                        <a:pt x="242141" y="0"/>
                      </a:lnTo>
                      <a:cubicBezTo>
                        <a:pt x="245947" y="0"/>
                        <a:pt x="249052" y="3104"/>
                        <a:pt x="249052" y="6911"/>
                      </a:cubicBezTo>
                      <a:cubicBezTo>
                        <a:pt x="249052" y="10718"/>
                        <a:pt x="245947" y="13822"/>
                        <a:pt x="242141" y="13822"/>
                      </a:cubicBezTo>
                      <a:lnTo>
                        <a:pt x="95555" y="13822"/>
                      </a:lnTo>
                      <a:cubicBezTo>
                        <a:pt x="50485" y="13822"/>
                        <a:pt x="13822" y="64739"/>
                        <a:pt x="13822" y="127324"/>
                      </a:cubicBezTo>
                      <a:lnTo>
                        <a:pt x="13822" y="258546"/>
                      </a:lnTo>
                      <a:cubicBezTo>
                        <a:pt x="13822" y="262353"/>
                        <a:pt x="10718" y="265457"/>
                        <a:pt x="6911" y="265457"/>
                      </a:cubicBezTo>
                      <a:close/>
                    </a:path>
                  </a:pathLst>
                </a:custGeom>
                <a:solidFill>
                  <a:srgbClr val="D3CDB1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99B70A9B-18BB-C98D-4E65-526BB4BD155D}"/>
                    </a:ext>
                  </a:extLst>
                </p:cNvPr>
                <p:cNvSpPr/>
                <p:nvPr/>
              </p:nvSpPr>
              <p:spPr>
                <a:xfrm>
                  <a:off x="6945433" y="6145136"/>
                  <a:ext cx="13822" cy="67276"/>
                </a:xfrm>
                <a:custGeom>
                  <a:avLst/>
                  <a:gdLst>
                    <a:gd name="connsiteX0" fmla="*/ 6911 w 13822"/>
                    <a:gd name="connsiteY0" fmla="*/ 67277 h 67276"/>
                    <a:gd name="connsiteX1" fmla="*/ 0 w 13822"/>
                    <a:gd name="connsiteY1" fmla="*/ 60365 h 67276"/>
                    <a:gd name="connsiteX2" fmla="*/ 0 w 13822"/>
                    <a:gd name="connsiteY2" fmla="*/ 6911 h 67276"/>
                    <a:gd name="connsiteX3" fmla="*/ 6911 w 13822"/>
                    <a:gd name="connsiteY3" fmla="*/ 0 h 67276"/>
                    <a:gd name="connsiteX4" fmla="*/ 13822 w 13822"/>
                    <a:gd name="connsiteY4" fmla="*/ 6911 h 67276"/>
                    <a:gd name="connsiteX5" fmla="*/ 13822 w 13822"/>
                    <a:gd name="connsiteY5" fmla="*/ 60365 h 67276"/>
                    <a:gd name="connsiteX6" fmla="*/ 6911 w 13822"/>
                    <a:gd name="connsiteY6" fmla="*/ 67277 h 672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822" h="67276">
                      <a:moveTo>
                        <a:pt x="6911" y="67277"/>
                      </a:moveTo>
                      <a:cubicBezTo>
                        <a:pt x="3082" y="67277"/>
                        <a:pt x="0" y="64172"/>
                        <a:pt x="0" y="60365"/>
                      </a:cubicBezTo>
                      <a:lnTo>
                        <a:pt x="0" y="6911"/>
                      </a:lnTo>
                      <a:cubicBezTo>
                        <a:pt x="0" y="3104"/>
                        <a:pt x="3104" y="0"/>
                        <a:pt x="6911" y="0"/>
                      </a:cubicBezTo>
                      <a:cubicBezTo>
                        <a:pt x="10718" y="0"/>
                        <a:pt x="13822" y="3104"/>
                        <a:pt x="13822" y="6911"/>
                      </a:cubicBezTo>
                      <a:lnTo>
                        <a:pt x="13822" y="60365"/>
                      </a:lnTo>
                      <a:cubicBezTo>
                        <a:pt x="13822" y="64172"/>
                        <a:pt x="10718" y="67277"/>
                        <a:pt x="6911" y="6727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5795995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55" name="Graphic 3">
              <a:extLst>
                <a:ext uri="{FF2B5EF4-FFF2-40B4-BE49-F238E27FC236}">
                  <a16:creationId xmlns:a16="http://schemas.microsoft.com/office/drawing/2014/main" id="{D70025C0-A155-A953-58D2-3A8498E0EF91}"/>
                </a:ext>
              </a:extLst>
            </p:cNvPr>
            <p:cNvGrpSpPr/>
            <p:nvPr/>
          </p:nvGrpSpPr>
          <p:grpSpPr>
            <a:xfrm>
              <a:off x="6463026" y="5783513"/>
              <a:ext cx="490223" cy="532243"/>
              <a:chOff x="6463026" y="5783513"/>
              <a:chExt cx="490223" cy="532243"/>
            </a:xfrm>
          </p:grpSpPr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A19422C2-0461-E17F-E3A5-3F3CA541A970}"/>
                  </a:ext>
                </a:extLst>
              </p:cNvPr>
              <p:cNvSpPr/>
              <p:nvPr/>
            </p:nvSpPr>
            <p:spPr>
              <a:xfrm>
                <a:off x="6463026" y="5783513"/>
                <a:ext cx="490223" cy="532243"/>
              </a:xfrm>
              <a:custGeom>
                <a:avLst/>
                <a:gdLst>
                  <a:gd name="connsiteX0" fmla="*/ 490224 w 490223"/>
                  <a:gd name="connsiteY0" fmla="*/ 528058 h 532243"/>
                  <a:gd name="connsiteX1" fmla="*/ 376926 w 490223"/>
                  <a:gd name="connsiteY1" fmla="*/ 338216 h 532243"/>
                  <a:gd name="connsiteX2" fmla="*/ 8118 w 490223"/>
                  <a:gd name="connsiteY2" fmla="*/ 2061 h 532243"/>
                  <a:gd name="connsiteX3" fmla="*/ 74 w 490223"/>
                  <a:gd name="connsiteY3" fmla="*/ 9199 h 532243"/>
                  <a:gd name="connsiteX4" fmla="*/ 151644 w 490223"/>
                  <a:gd name="connsiteY4" fmla="*/ 396089 h 532243"/>
                  <a:gd name="connsiteX5" fmla="*/ 490224 w 490223"/>
                  <a:gd name="connsiteY5" fmla="*/ 528081 h 532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0223" h="532243">
                    <a:moveTo>
                      <a:pt x="490224" y="528058"/>
                    </a:moveTo>
                    <a:cubicBezTo>
                      <a:pt x="490224" y="528058"/>
                      <a:pt x="473546" y="411384"/>
                      <a:pt x="376926" y="338216"/>
                    </a:cubicBezTo>
                    <a:cubicBezTo>
                      <a:pt x="287284" y="270328"/>
                      <a:pt x="68959" y="119460"/>
                      <a:pt x="8118" y="2061"/>
                    </a:cubicBezTo>
                    <a:cubicBezTo>
                      <a:pt x="5422" y="-3128"/>
                      <a:pt x="-742" y="2310"/>
                      <a:pt x="74" y="9199"/>
                    </a:cubicBezTo>
                    <a:cubicBezTo>
                      <a:pt x="8911" y="82956"/>
                      <a:pt x="41042" y="262216"/>
                      <a:pt x="151644" y="396089"/>
                    </a:cubicBezTo>
                    <a:cubicBezTo>
                      <a:pt x="294286" y="568710"/>
                      <a:pt x="490224" y="528081"/>
                      <a:pt x="490224" y="528081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3012FD5B-5D23-A966-D4FC-F4664B5E2EC6}"/>
                  </a:ext>
                </a:extLst>
              </p:cNvPr>
              <p:cNvSpPr/>
              <p:nvPr/>
            </p:nvSpPr>
            <p:spPr>
              <a:xfrm>
                <a:off x="6517163" y="5900118"/>
                <a:ext cx="412898" cy="404143"/>
              </a:xfrm>
              <a:custGeom>
                <a:avLst/>
                <a:gdLst>
                  <a:gd name="connsiteX0" fmla="*/ 547 w 412898"/>
                  <a:gd name="connsiteY0" fmla="*/ 249 h 404143"/>
                  <a:gd name="connsiteX1" fmla="*/ 30549 w 412898"/>
                  <a:gd name="connsiteY1" fmla="*/ 67005 h 404143"/>
                  <a:gd name="connsiteX2" fmla="*/ 39635 w 412898"/>
                  <a:gd name="connsiteY2" fmla="*/ 82798 h 404143"/>
                  <a:gd name="connsiteX3" fmla="*/ 49311 w 412898"/>
                  <a:gd name="connsiteY3" fmla="*/ 98207 h 404143"/>
                  <a:gd name="connsiteX4" fmla="*/ 59462 w 412898"/>
                  <a:gd name="connsiteY4" fmla="*/ 113253 h 404143"/>
                  <a:gd name="connsiteX5" fmla="*/ 70226 w 412898"/>
                  <a:gd name="connsiteY5" fmla="*/ 127846 h 404143"/>
                  <a:gd name="connsiteX6" fmla="*/ 118581 w 412898"/>
                  <a:gd name="connsiteY6" fmla="*/ 181526 h 404143"/>
                  <a:gd name="connsiteX7" fmla="*/ 125198 w 412898"/>
                  <a:gd name="connsiteY7" fmla="*/ 187667 h 404143"/>
                  <a:gd name="connsiteX8" fmla="*/ 131996 w 412898"/>
                  <a:gd name="connsiteY8" fmla="*/ 193604 h 404143"/>
                  <a:gd name="connsiteX9" fmla="*/ 138794 w 412898"/>
                  <a:gd name="connsiteY9" fmla="*/ 199541 h 404143"/>
                  <a:gd name="connsiteX10" fmla="*/ 145773 w 412898"/>
                  <a:gd name="connsiteY10" fmla="*/ 205251 h 404143"/>
                  <a:gd name="connsiteX11" fmla="*/ 174754 w 412898"/>
                  <a:gd name="connsiteY11" fmla="*/ 227004 h 404143"/>
                  <a:gd name="connsiteX12" fmla="*/ 189710 w 412898"/>
                  <a:gd name="connsiteY12" fmla="*/ 237586 h 404143"/>
                  <a:gd name="connsiteX13" fmla="*/ 204846 w 412898"/>
                  <a:gd name="connsiteY13" fmla="*/ 247896 h 404143"/>
                  <a:gd name="connsiteX14" fmla="*/ 235278 w 412898"/>
                  <a:gd name="connsiteY14" fmla="*/ 268313 h 404143"/>
                  <a:gd name="connsiteX15" fmla="*/ 266140 w 412898"/>
                  <a:gd name="connsiteY15" fmla="*/ 288162 h 404143"/>
                  <a:gd name="connsiteX16" fmla="*/ 297161 w 412898"/>
                  <a:gd name="connsiteY16" fmla="*/ 307899 h 404143"/>
                  <a:gd name="connsiteX17" fmla="*/ 328273 w 412898"/>
                  <a:gd name="connsiteY17" fmla="*/ 327749 h 404143"/>
                  <a:gd name="connsiteX18" fmla="*/ 343727 w 412898"/>
                  <a:gd name="connsiteY18" fmla="*/ 337968 h 404143"/>
                  <a:gd name="connsiteX19" fmla="*/ 358954 w 412898"/>
                  <a:gd name="connsiteY19" fmla="*/ 348618 h 404143"/>
                  <a:gd name="connsiteX20" fmla="*/ 388027 w 412898"/>
                  <a:gd name="connsiteY20" fmla="*/ 372116 h 404143"/>
                  <a:gd name="connsiteX21" fmla="*/ 412499 w 412898"/>
                  <a:gd name="connsiteY21" fmla="*/ 400554 h 404143"/>
                  <a:gd name="connsiteX22" fmla="*/ 411887 w 412898"/>
                  <a:gd name="connsiteY22" fmla="*/ 403749 h 404143"/>
                  <a:gd name="connsiteX23" fmla="*/ 408828 w 412898"/>
                  <a:gd name="connsiteY23" fmla="*/ 403341 h 404143"/>
                  <a:gd name="connsiteX24" fmla="*/ 408783 w 412898"/>
                  <a:gd name="connsiteY24" fmla="*/ 403273 h 404143"/>
                  <a:gd name="connsiteX25" fmla="*/ 382634 w 412898"/>
                  <a:gd name="connsiteY25" fmla="*/ 378370 h 404143"/>
                  <a:gd name="connsiteX26" fmla="*/ 352723 w 412898"/>
                  <a:gd name="connsiteY26" fmla="*/ 357773 h 404143"/>
                  <a:gd name="connsiteX27" fmla="*/ 289412 w 412898"/>
                  <a:gd name="connsiteY27" fmla="*/ 320656 h 404143"/>
                  <a:gd name="connsiteX28" fmla="*/ 164467 w 412898"/>
                  <a:gd name="connsiteY28" fmla="*/ 241461 h 404143"/>
                  <a:gd name="connsiteX29" fmla="*/ 134579 w 412898"/>
                  <a:gd name="connsiteY29" fmla="*/ 218937 h 404143"/>
                  <a:gd name="connsiteX30" fmla="*/ 127418 w 412898"/>
                  <a:gd name="connsiteY30" fmla="*/ 212842 h 404143"/>
                  <a:gd name="connsiteX31" fmla="*/ 120439 w 412898"/>
                  <a:gd name="connsiteY31" fmla="*/ 206542 h 404143"/>
                  <a:gd name="connsiteX32" fmla="*/ 113483 w 412898"/>
                  <a:gd name="connsiteY32" fmla="*/ 200243 h 404143"/>
                  <a:gd name="connsiteX33" fmla="*/ 106730 w 412898"/>
                  <a:gd name="connsiteY33" fmla="*/ 193717 h 404143"/>
                  <a:gd name="connsiteX34" fmla="*/ 93656 w 412898"/>
                  <a:gd name="connsiteY34" fmla="*/ 180212 h 404143"/>
                  <a:gd name="connsiteX35" fmla="*/ 81397 w 412898"/>
                  <a:gd name="connsiteY35" fmla="*/ 166004 h 404143"/>
                  <a:gd name="connsiteX36" fmla="*/ 69682 w 412898"/>
                  <a:gd name="connsiteY36" fmla="*/ 151366 h 404143"/>
                  <a:gd name="connsiteX37" fmla="*/ 58578 w 412898"/>
                  <a:gd name="connsiteY37" fmla="*/ 136275 h 404143"/>
                  <a:gd name="connsiteX38" fmla="*/ 22278 w 412898"/>
                  <a:gd name="connsiteY38" fmla="*/ 71061 h 404143"/>
                  <a:gd name="connsiteX39" fmla="*/ 3 w 412898"/>
                  <a:gd name="connsiteY39" fmla="*/ 340 h 404143"/>
                  <a:gd name="connsiteX40" fmla="*/ 230 w 412898"/>
                  <a:gd name="connsiteY40" fmla="*/ 0 h 404143"/>
                  <a:gd name="connsiteX41" fmla="*/ 547 w 412898"/>
                  <a:gd name="connsiteY41" fmla="*/ 204 h 404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412898" h="404143">
                    <a:moveTo>
                      <a:pt x="547" y="249"/>
                    </a:moveTo>
                    <a:cubicBezTo>
                      <a:pt x="8455" y="23521"/>
                      <a:pt x="18788" y="45727"/>
                      <a:pt x="30549" y="67005"/>
                    </a:cubicBezTo>
                    <a:cubicBezTo>
                      <a:pt x="33449" y="72352"/>
                      <a:pt x="36372" y="77655"/>
                      <a:pt x="39635" y="82798"/>
                    </a:cubicBezTo>
                    <a:cubicBezTo>
                      <a:pt x="42807" y="87965"/>
                      <a:pt x="45889" y="93199"/>
                      <a:pt x="49311" y="98207"/>
                    </a:cubicBezTo>
                    <a:cubicBezTo>
                      <a:pt x="52710" y="103215"/>
                      <a:pt x="55859" y="108404"/>
                      <a:pt x="59462" y="113253"/>
                    </a:cubicBezTo>
                    <a:lnTo>
                      <a:pt x="70226" y="127846"/>
                    </a:lnTo>
                    <a:cubicBezTo>
                      <a:pt x="85045" y="146925"/>
                      <a:pt x="101178" y="164894"/>
                      <a:pt x="118581" y="181526"/>
                    </a:cubicBezTo>
                    <a:cubicBezTo>
                      <a:pt x="120666" y="183702"/>
                      <a:pt x="122886" y="185741"/>
                      <a:pt x="125198" y="187667"/>
                    </a:cubicBezTo>
                    <a:lnTo>
                      <a:pt x="131996" y="193604"/>
                    </a:lnTo>
                    <a:lnTo>
                      <a:pt x="138794" y="199541"/>
                    </a:lnTo>
                    <a:cubicBezTo>
                      <a:pt x="141037" y="201557"/>
                      <a:pt x="143325" y="203506"/>
                      <a:pt x="145773" y="205251"/>
                    </a:cubicBezTo>
                    <a:cubicBezTo>
                      <a:pt x="155448" y="212434"/>
                      <a:pt x="164558" y="220138"/>
                      <a:pt x="174754" y="227004"/>
                    </a:cubicBezTo>
                    <a:lnTo>
                      <a:pt x="189710" y="237586"/>
                    </a:lnTo>
                    <a:lnTo>
                      <a:pt x="204846" y="247896"/>
                    </a:lnTo>
                    <a:cubicBezTo>
                      <a:pt x="214930" y="254785"/>
                      <a:pt x="225104" y="261560"/>
                      <a:pt x="235278" y="268313"/>
                    </a:cubicBezTo>
                    <a:cubicBezTo>
                      <a:pt x="245520" y="274975"/>
                      <a:pt x="255762" y="281659"/>
                      <a:pt x="266140" y="288162"/>
                    </a:cubicBezTo>
                    <a:lnTo>
                      <a:pt x="297161" y="307899"/>
                    </a:lnTo>
                    <a:cubicBezTo>
                      <a:pt x="307562" y="314425"/>
                      <a:pt x="317963" y="320973"/>
                      <a:pt x="328273" y="327749"/>
                    </a:cubicBezTo>
                    <a:cubicBezTo>
                      <a:pt x="333439" y="331148"/>
                      <a:pt x="338606" y="334478"/>
                      <a:pt x="343727" y="337968"/>
                    </a:cubicBezTo>
                    <a:cubicBezTo>
                      <a:pt x="348871" y="341390"/>
                      <a:pt x="353969" y="344902"/>
                      <a:pt x="358954" y="348618"/>
                    </a:cubicBezTo>
                    <a:cubicBezTo>
                      <a:pt x="369038" y="355847"/>
                      <a:pt x="378827" y="363642"/>
                      <a:pt x="388027" y="372116"/>
                    </a:cubicBezTo>
                    <a:cubicBezTo>
                      <a:pt x="397181" y="380659"/>
                      <a:pt x="405474" y="390221"/>
                      <a:pt x="412499" y="400554"/>
                    </a:cubicBezTo>
                    <a:cubicBezTo>
                      <a:pt x="413224" y="401597"/>
                      <a:pt x="412929" y="403046"/>
                      <a:pt x="411887" y="403749"/>
                    </a:cubicBezTo>
                    <a:cubicBezTo>
                      <a:pt x="410913" y="404406"/>
                      <a:pt x="409599" y="404225"/>
                      <a:pt x="408828" y="403341"/>
                    </a:cubicBezTo>
                    <a:lnTo>
                      <a:pt x="408783" y="403273"/>
                    </a:lnTo>
                    <a:cubicBezTo>
                      <a:pt x="400920" y="394073"/>
                      <a:pt x="392082" y="385871"/>
                      <a:pt x="382634" y="378370"/>
                    </a:cubicBezTo>
                    <a:cubicBezTo>
                      <a:pt x="372981" y="371096"/>
                      <a:pt x="363146" y="364117"/>
                      <a:pt x="352723" y="357773"/>
                    </a:cubicBezTo>
                    <a:cubicBezTo>
                      <a:pt x="332125" y="344834"/>
                      <a:pt x="310621" y="333074"/>
                      <a:pt x="289412" y="320656"/>
                    </a:cubicBezTo>
                    <a:cubicBezTo>
                      <a:pt x="246721" y="296274"/>
                      <a:pt x="204688" y="270125"/>
                      <a:pt x="164467" y="241461"/>
                    </a:cubicBezTo>
                    <a:cubicBezTo>
                      <a:pt x="154315" y="234572"/>
                      <a:pt x="144436" y="226619"/>
                      <a:pt x="134579" y="218937"/>
                    </a:cubicBezTo>
                    <a:cubicBezTo>
                      <a:pt x="132063" y="217057"/>
                      <a:pt x="129730" y="214994"/>
                      <a:pt x="127418" y="212842"/>
                    </a:cubicBezTo>
                    <a:lnTo>
                      <a:pt x="120439" y="206542"/>
                    </a:lnTo>
                    <a:lnTo>
                      <a:pt x="113483" y="200243"/>
                    </a:lnTo>
                    <a:cubicBezTo>
                      <a:pt x="111126" y="198181"/>
                      <a:pt x="108860" y="196028"/>
                      <a:pt x="106730" y="193717"/>
                    </a:cubicBezTo>
                    <a:lnTo>
                      <a:pt x="93656" y="180212"/>
                    </a:lnTo>
                    <a:cubicBezTo>
                      <a:pt x="89259" y="175748"/>
                      <a:pt x="85498" y="170718"/>
                      <a:pt x="81397" y="166004"/>
                    </a:cubicBezTo>
                    <a:cubicBezTo>
                      <a:pt x="77363" y="161223"/>
                      <a:pt x="73307" y="156465"/>
                      <a:pt x="69682" y="151366"/>
                    </a:cubicBezTo>
                    <a:cubicBezTo>
                      <a:pt x="65988" y="146313"/>
                      <a:pt x="62136" y="141419"/>
                      <a:pt x="58578" y="136275"/>
                    </a:cubicBezTo>
                    <a:cubicBezTo>
                      <a:pt x="44529" y="115609"/>
                      <a:pt x="32293" y="93788"/>
                      <a:pt x="22278" y="71061"/>
                    </a:cubicBezTo>
                    <a:cubicBezTo>
                      <a:pt x="12376" y="48310"/>
                      <a:pt x="4127" y="24744"/>
                      <a:pt x="3" y="340"/>
                    </a:cubicBezTo>
                    <a:cubicBezTo>
                      <a:pt x="-19" y="181"/>
                      <a:pt x="71" y="45"/>
                      <a:pt x="230" y="0"/>
                    </a:cubicBezTo>
                    <a:cubicBezTo>
                      <a:pt x="366" y="0"/>
                      <a:pt x="502" y="68"/>
                      <a:pt x="547" y="204"/>
                    </a:cubicBezTo>
                    <a:close/>
                  </a:path>
                </a:pathLst>
              </a:custGeom>
              <a:solidFill>
                <a:srgbClr val="B9D9D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58" name="Graphic 3">
              <a:extLst>
                <a:ext uri="{FF2B5EF4-FFF2-40B4-BE49-F238E27FC236}">
                  <a16:creationId xmlns:a16="http://schemas.microsoft.com/office/drawing/2014/main" id="{08341EF9-AB5A-2131-6258-927F4F030F36}"/>
                </a:ext>
              </a:extLst>
            </p:cNvPr>
            <p:cNvGrpSpPr/>
            <p:nvPr/>
          </p:nvGrpSpPr>
          <p:grpSpPr>
            <a:xfrm>
              <a:off x="5731458" y="2951930"/>
              <a:ext cx="589689" cy="714721"/>
              <a:chOff x="5731458" y="2951930"/>
              <a:chExt cx="589689" cy="714721"/>
            </a:xfrm>
          </p:grpSpPr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F2C97C27-308F-7B8D-F071-91DC55FD67E1}"/>
                  </a:ext>
                </a:extLst>
              </p:cNvPr>
              <p:cNvSpPr/>
              <p:nvPr/>
            </p:nvSpPr>
            <p:spPr>
              <a:xfrm>
                <a:off x="5934293" y="3390204"/>
                <a:ext cx="190408" cy="213068"/>
              </a:xfrm>
              <a:custGeom>
                <a:avLst/>
                <a:gdLst>
                  <a:gd name="connsiteX0" fmla="*/ 112075 w 190408"/>
                  <a:gd name="connsiteY0" fmla="*/ 213068 h 213068"/>
                  <a:gd name="connsiteX1" fmla="*/ 68500 w 190408"/>
                  <a:gd name="connsiteY1" fmla="*/ 213068 h 213068"/>
                  <a:gd name="connsiteX2" fmla="*/ 0 w 190408"/>
                  <a:gd name="connsiteY2" fmla="*/ 11579 h 213068"/>
                  <a:gd name="connsiteX3" fmla="*/ 190409 w 190408"/>
                  <a:gd name="connsiteY3" fmla="*/ 0 h 213068"/>
                  <a:gd name="connsiteX4" fmla="*/ 112075 w 190408"/>
                  <a:gd name="connsiteY4" fmla="*/ 213068 h 213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408" h="213068">
                    <a:moveTo>
                      <a:pt x="112075" y="213068"/>
                    </a:moveTo>
                    <a:lnTo>
                      <a:pt x="68500" y="213068"/>
                    </a:lnTo>
                    <a:lnTo>
                      <a:pt x="0" y="11579"/>
                    </a:lnTo>
                    <a:lnTo>
                      <a:pt x="190409" y="0"/>
                    </a:lnTo>
                    <a:lnTo>
                      <a:pt x="112075" y="213068"/>
                    </a:lnTo>
                    <a:close/>
                  </a:path>
                </a:pathLst>
              </a:custGeom>
              <a:solidFill>
                <a:srgbClr val="9A8E5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3D70147D-13D4-A9AC-F111-7E33BFAB4092}"/>
                  </a:ext>
                </a:extLst>
              </p:cNvPr>
              <p:cNvSpPr/>
              <p:nvPr/>
            </p:nvSpPr>
            <p:spPr>
              <a:xfrm>
                <a:off x="5818373" y="3003178"/>
                <a:ext cx="408493" cy="435076"/>
              </a:xfrm>
              <a:custGeom>
                <a:avLst/>
                <a:gdLst>
                  <a:gd name="connsiteX0" fmla="*/ 16 w 408493"/>
                  <a:gd name="connsiteY0" fmla="*/ 24246 h 435076"/>
                  <a:gd name="connsiteX1" fmla="*/ 168830 w 408493"/>
                  <a:gd name="connsiteY1" fmla="*/ 428312 h 435076"/>
                  <a:gd name="connsiteX2" fmla="*/ 408161 w 408493"/>
                  <a:gd name="connsiteY2" fmla="*/ 0 h 435076"/>
                  <a:gd name="connsiteX3" fmla="*/ 16 w 408493"/>
                  <a:gd name="connsiteY3" fmla="*/ 24246 h 435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8493" h="435076">
                    <a:moveTo>
                      <a:pt x="16" y="24246"/>
                    </a:moveTo>
                    <a:cubicBezTo>
                      <a:pt x="-211" y="41263"/>
                      <a:pt x="-211" y="374246"/>
                      <a:pt x="168830" y="428312"/>
                    </a:cubicBezTo>
                    <a:cubicBezTo>
                      <a:pt x="337871" y="482378"/>
                      <a:pt x="414211" y="200651"/>
                      <a:pt x="408161" y="0"/>
                    </a:cubicBezTo>
                    <a:lnTo>
                      <a:pt x="16" y="24246"/>
                    </a:lnTo>
                    <a:close/>
                  </a:path>
                </a:pathLst>
              </a:custGeom>
              <a:solidFill>
                <a:srgbClr val="9A8E5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C8B00098-8CED-F63B-AF50-F82968D99B63}"/>
                  </a:ext>
                </a:extLst>
              </p:cNvPr>
              <p:cNvSpPr/>
              <p:nvPr/>
            </p:nvSpPr>
            <p:spPr>
              <a:xfrm>
                <a:off x="5889472" y="3633840"/>
                <a:ext cx="270238" cy="32811"/>
              </a:xfrm>
              <a:custGeom>
                <a:avLst/>
                <a:gdLst>
                  <a:gd name="connsiteX0" fmla="*/ 0 w 270238"/>
                  <a:gd name="connsiteY0" fmla="*/ 0 h 32811"/>
                  <a:gd name="connsiteX1" fmla="*/ 270239 w 270238"/>
                  <a:gd name="connsiteY1" fmla="*/ 0 h 32811"/>
                  <a:gd name="connsiteX2" fmla="*/ 270239 w 270238"/>
                  <a:gd name="connsiteY2" fmla="*/ 32811 h 32811"/>
                  <a:gd name="connsiteX3" fmla="*/ 0 w 270238"/>
                  <a:gd name="connsiteY3" fmla="*/ 32811 h 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238" h="32811">
                    <a:moveTo>
                      <a:pt x="0" y="0"/>
                    </a:moveTo>
                    <a:lnTo>
                      <a:pt x="270239" y="0"/>
                    </a:lnTo>
                    <a:lnTo>
                      <a:pt x="270239" y="32811"/>
                    </a:lnTo>
                    <a:lnTo>
                      <a:pt x="0" y="32811"/>
                    </a:lnTo>
                    <a:close/>
                  </a:path>
                </a:pathLst>
              </a:custGeom>
              <a:solidFill>
                <a:srgbClr val="9A8E5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20BED10E-EE65-2E0A-858D-9539581519BA}"/>
                  </a:ext>
                </a:extLst>
              </p:cNvPr>
              <p:cNvSpPr/>
              <p:nvPr/>
            </p:nvSpPr>
            <p:spPr>
              <a:xfrm>
                <a:off x="5889472" y="3597154"/>
                <a:ext cx="270238" cy="36685"/>
              </a:xfrm>
              <a:custGeom>
                <a:avLst/>
                <a:gdLst>
                  <a:gd name="connsiteX0" fmla="*/ 270239 w 270238"/>
                  <a:gd name="connsiteY0" fmla="*/ 36686 h 36685"/>
                  <a:gd name="connsiteX1" fmla="*/ 0 w 270238"/>
                  <a:gd name="connsiteY1" fmla="*/ 36686 h 36685"/>
                  <a:gd name="connsiteX2" fmla="*/ 68387 w 270238"/>
                  <a:gd name="connsiteY2" fmla="*/ 0 h 36685"/>
                  <a:gd name="connsiteX3" fmla="*/ 201852 w 270238"/>
                  <a:gd name="connsiteY3" fmla="*/ 0 h 36685"/>
                  <a:gd name="connsiteX4" fmla="*/ 270239 w 270238"/>
                  <a:gd name="connsiteY4" fmla="*/ 36686 h 36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238" h="36685">
                    <a:moveTo>
                      <a:pt x="270239" y="36686"/>
                    </a:moveTo>
                    <a:lnTo>
                      <a:pt x="0" y="36686"/>
                    </a:lnTo>
                    <a:lnTo>
                      <a:pt x="68387" y="0"/>
                    </a:lnTo>
                    <a:lnTo>
                      <a:pt x="201852" y="0"/>
                    </a:lnTo>
                    <a:lnTo>
                      <a:pt x="270239" y="36686"/>
                    </a:lnTo>
                    <a:close/>
                  </a:path>
                </a:pathLst>
              </a:custGeom>
              <a:solidFill>
                <a:srgbClr val="9A8E5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D05D6A58-B9FE-9938-44E3-A9BEA5ADA07C}"/>
                  </a:ext>
                </a:extLst>
              </p:cNvPr>
              <p:cNvSpPr/>
              <p:nvPr/>
            </p:nvSpPr>
            <p:spPr>
              <a:xfrm>
                <a:off x="5771824" y="2951930"/>
                <a:ext cx="517250" cy="99626"/>
              </a:xfrm>
              <a:custGeom>
                <a:avLst/>
                <a:gdLst>
                  <a:gd name="connsiteX0" fmla="*/ 26988 w 517250"/>
                  <a:gd name="connsiteY0" fmla="*/ 28248 h 99626"/>
                  <a:gd name="connsiteX1" fmla="*/ 0 w 517250"/>
                  <a:gd name="connsiteY1" fmla="*/ 52653 h 99626"/>
                  <a:gd name="connsiteX2" fmla="*/ 0 w 517250"/>
                  <a:gd name="connsiteY2" fmla="*/ 78258 h 99626"/>
                  <a:gd name="connsiteX3" fmla="*/ 26988 w 517250"/>
                  <a:gd name="connsiteY3" fmla="*/ 99581 h 99626"/>
                  <a:gd name="connsiteX4" fmla="*/ 490263 w 517250"/>
                  <a:gd name="connsiteY4" fmla="*/ 74655 h 99626"/>
                  <a:gd name="connsiteX5" fmla="*/ 517251 w 517250"/>
                  <a:gd name="connsiteY5" fmla="*/ 50432 h 99626"/>
                  <a:gd name="connsiteX6" fmla="*/ 517251 w 517250"/>
                  <a:gd name="connsiteY6" fmla="*/ 21179 h 99626"/>
                  <a:gd name="connsiteX7" fmla="*/ 490263 w 517250"/>
                  <a:gd name="connsiteY7" fmla="*/ 60 h 99626"/>
                  <a:gd name="connsiteX8" fmla="*/ 26965 w 517250"/>
                  <a:gd name="connsiteY8" fmla="*/ 28248 h 9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7250" h="99626">
                    <a:moveTo>
                      <a:pt x="26988" y="28248"/>
                    </a:moveTo>
                    <a:cubicBezTo>
                      <a:pt x="12146" y="29155"/>
                      <a:pt x="0" y="40145"/>
                      <a:pt x="0" y="52653"/>
                    </a:cubicBezTo>
                    <a:lnTo>
                      <a:pt x="0" y="78258"/>
                    </a:lnTo>
                    <a:cubicBezTo>
                      <a:pt x="0" y="90789"/>
                      <a:pt x="12146" y="100374"/>
                      <a:pt x="26988" y="99581"/>
                    </a:cubicBezTo>
                    <a:lnTo>
                      <a:pt x="490263" y="74655"/>
                    </a:lnTo>
                    <a:cubicBezTo>
                      <a:pt x="505105" y="73862"/>
                      <a:pt x="517251" y="62963"/>
                      <a:pt x="517251" y="50432"/>
                    </a:cubicBezTo>
                    <a:lnTo>
                      <a:pt x="517251" y="21179"/>
                    </a:lnTo>
                    <a:cubicBezTo>
                      <a:pt x="517251" y="8648"/>
                      <a:pt x="505105" y="-847"/>
                      <a:pt x="490263" y="60"/>
                    </a:cubicBezTo>
                    <a:lnTo>
                      <a:pt x="26965" y="28248"/>
                    </a:lnTo>
                    <a:close/>
                  </a:path>
                </a:pathLst>
              </a:custGeom>
              <a:solidFill>
                <a:srgbClr val="9A8E5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962DFADE-A901-C75D-732E-B6A73531AF5B}"/>
                  </a:ext>
                </a:extLst>
              </p:cNvPr>
              <p:cNvSpPr/>
              <p:nvPr/>
            </p:nvSpPr>
            <p:spPr>
              <a:xfrm>
                <a:off x="6085403" y="3239268"/>
                <a:ext cx="235744" cy="218733"/>
              </a:xfrm>
              <a:custGeom>
                <a:avLst/>
                <a:gdLst>
                  <a:gd name="connsiteX0" fmla="*/ 21511 w 235744"/>
                  <a:gd name="connsiteY0" fmla="*/ 218688 h 218733"/>
                  <a:gd name="connsiteX1" fmla="*/ 143 w 235744"/>
                  <a:gd name="connsiteY1" fmla="*/ 202622 h 218733"/>
                  <a:gd name="connsiteX2" fmla="*/ 19087 w 235744"/>
                  <a:gd name="connsiteY2" fmla="*/ 182546 h 218733"/>
                  <a:gd name="connsiteX3" fmla="*/ 191526 w 235744"/>
                  <a:gd name="connsiteY3" fmla="*/ 80827 h 218733"/>
                  <a:gd name="connsiteX4" fmla="*/ 178315 w 235744"/>
                  <a:gd name="connsiteY4" fmla="*/ 39926 h 218733"/>
                  <a:gd name="connsiteX5" fmla="*/ 129824 w 235744"/>
                  <a:gd name="connsiteY5" fmla="*/ 44708 h 218733"/>
                  <a:gd name="connsiteX6" fmla="*/ 116024 w 235744"/>
                  <a:gd name="connsiteY6" fmla="*/ 72987 h 218733"/>
                  <a:gd name="connsiteX7" fmla="*/ 100072 w 235744"/>
                  <a:gd name="connsiteY7" fmla="*/ 94831 h 218733"/>
                  <a:gd name="connsiteX8" fmla="*/ 74127 w 235744"/>
                  <a:gd name="connsiteY8" fmla="*/ 81416 h 218733"/>
                  <a:gd name="connsiteX9" fmla="*/ 104400 w 235744"/>
                  <a:gd name="connsiteY9" fmla="*/ 15477 h 218733"/>
                  <a:gd name="connsiteX10" fmla="*/ 200522 w 235744"/>
                  <a:gd name="connsiteY10" fmla="*/ 8905 h 218733"/>
                  <a:gd name="connsiteX11" fmla="*/ 234126 w 235744"/>
                  <a:gd name="connsiteY11" fmla="*/ 86107 h 218733"/>
                  <a:gd name="connsiteX12" fmla="*/ 119242 w 235744"/>
                  <a:gd name="connsiteY12" fmla="*/ 196323 h 218733"/>
                  <a:gd name="connsiteX13" fmla="*/ 23958 w 235744"/>
                  <a:gd name="connsiteY13" fmla="*/ 218620 h 218733"/>
                  <a:gd name="connsiteX14" fmla="*/ 21488 w 235744"/>
                  <a:gd name="connsiteY14" fmla="*/ 218733 h 218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5744" h="218733">
                    <a:moveTo>
                      <a:pt x="21511" y="218688"/>
                    </a:moveTo>
                    <a:cubicBezTo>
                      <a:pt x="10725" y="218688"/>
                      <a:pt x="1389" y="211868"/>
                      <a:pt x="143" y="202622"/>
                    </a:cubicBezTo>
                    <a:cubicBezTo>
                      <a:pt x="-1217" y="192675"/>
                      <a:pt x="7281" y="183702"/>
                      <a:pt x="19087" y="182546"/>
                    </a:cubicBezTo>
                    <a:cubicBezTo>
                      <a:pt x="21330" y="182319"/>
                      <a:pt x="176797" y="165914"/>
                      <a:pt x="191526" y="80827"/>
                    </a:cubicBezTo>
                    <a:cubicBezTo>
                      <a:pt x="194019" y="66484"/>
                      <a:pt x="193747" y="47744"/>
                      <a:pt x="178315" y="39926"/>
                    </a:cubicBezTo>
                    <a:cubicBezTo>
                      <a:pt x="165581" y="33469"/>
                      <a:pt x="144734" y="35531"/>
                      <a:pt x="129824" y="44708"/>
                    </a:cubicBezTo>
                    <a:cubicBezTo>
                      <a:pt x="121349" y="49919"/>
                      <a:pt x="112081" y="59074"/>
                      <a:pt x="116024" y="72987"/>
                    </a:cubicBezTo>
                    <a:cubicBezTo>
                      <a:pt x="118789" y="82731"/>
                      <a:pt x="111651" y="92497"/>
                      <a:pt x="100072" y="94831"/>
                    </a:cubicBezTo>
                    <a:cubicBezTo>
                      <a:pt x="88515" y="97142"/>
                      <a:pt x="76891" y="91137"/>
                      <a:pt x="74127" y="81416"/>
                    </a:cubicBezTo>
                    <a:cubicBezTo>
                      <a:pt x="66966" y="56196"/>
                      <a:pt x="78296" y="31542"/>
                      <a:pt x="104400" y="15477"/>
                    </a:cubicBezTo>
                    <a:cubicBezTo>
                      <a:pt x="133404" y="-2379"/>
                      <a:pt x="172922" y="-5076"/>
                      <a:pt x="200522" y="8905"/>
                    </a:cubicBezTo>
                    <a:cubicBezTo>
                      <a:pt x="216656" y="17086"/>
                      <a:pt x="242465" y="37978"/>
                      <a:pt x="234126" y="86107"/>
                    </a:cubicBezTo>
                    <a:cubicBezTo>
                      <a:pt x="225878" y="133692"/>
                      <a:pt x="186156" y="171783"/>
                      <a:pt x="119242" y="196323"/>
                    </a:cubicBezTo>
                    <a:cubicBezTo>
                      <a:pt x="71181" y="213930"/>
                      <a:pt x="25862" y="218439"/>
                      <a:pt x="23958" y="218620"/>
                    </a:cubicBezTo>
                    <a:cubicBezTo>
                      <a:pt x="23120" y="218711"/>
                      <a:pt x="22304" y="218733"/>
                      <a:pt x="21488" y="218733"/>
                    </a:cubicBezTo>
                    <a:close/>
                  </a:path>
                </a:pathLst>
              </a:custGeom>
              <a:solidFill>
                <a:srgbClr val="9A8E5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1BC65ECB-6590-58BD-24C4-3107D5556A82}"/>
                  </a:ext>
                </a:extLst>
              </p:cNvPr>
              <p:cNvSpPr/>
              <p:nvPr/>
            </p:nvSpPr>
            <p:spPr>
              <a:xfrm>
                <a:off x="5731458" y="3239268"/>
                <a:ext cx="235744" cy="218733"/>
              </a:xfrm>
              <a:custGeom>
                <a:avLst/>
                <a:gdLst>
                  <a:gd name="connsiteX0" fmla="*/ 214233 w 235744"/>
                  <a:gd name="connsiteY0" fmla="*/ 218688 h 218733"/>
                  <a:gd name="connsiteX1" fmla="*/ 235601 w 235744"/>
                  <a:gd name="connsiteY1" fmla="*/ 202622 h 218733"/>
                  <a:gd name="connsiteX2" fmla="*/ 216658 w 235744"/>
                  <a:gd name="connsiteY2" fmla="*/ 182546 h 218733"/>
                  <a:gd name="connsiteX3" fmla="*/ 44218 w 235744"/>
                  <a:gd name="connsiteY3" fmla="*/ 80827 h 218733"/>
                  <a:gd name="connsiteX4" fmla="*/ 57429 w 235744"/>
                  <a:gd name="connsiteY4" fmla="*/ 39926 h 218733"/>
                  <a:gd name="connsiteX5" fmla="*/ 105920 w 235744"/>
                  <a:gd name="connsiteY5" fmla="*/ 44708 h 218733"/>
                  <a:gd name="connsiteX6" fmla="*/ 119720 w 235744"/>
                  <a:gd name="connsiteY6" fmla="*/ 72987 h 218733"/>
                  <a:gd name="connsiteX7" fmla="*/ 135672 w 235744"/>
                  <a:gd name="connsiteY7" fmla="*/ 94831 h 218733"/>
                  <a:gd name="connsiteX8" fmla="*/ 161618 w 235744"/>
                  <a:gd name="connsiteY8" fmla="*/ 81416 h 218733"/>
                  <a:gd name="connsiteX9" fmla="*/ 131344 w 235744"/>
                  <a:gd name="connsiteY9" fmla="*/ 15477 h 218733"/>
                  <a:gd name="connsiteX10" fmla="*/ 35222 w 235744"/>
                  <a:gd name="connsiteY10" fmla="*/ 8905 h 218733"/>
                  <a:gd name="connsiteX11" fmla="*/ 1618 w 235744"/>
                  <a:gd name="connsiteY11" fmla="*/ 86107 h 218733"/>
                  <a:gd name="connsiteX12" fmla="*/ 116502 w 235744"/>
                  <a:gd name="connsiteY12" fmla="*/ 196323 h 218733"/>
                  <a:gd name="connsiteX13" fmla="*/ 211786 w 235744"/>
                  <a:gd name="connsiteY13" fmla="*/ 218620 h 218733"/>
                  <a:gd name="connsiteX14" fmla="*/ 214256 w 235744"/>
                  <a:gd name="connsiteY14" fmla="*/ 218733 h 218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5744" h="218733">
                    <a:moveTo>
                      <a:pt x="214233" y="218688"/>
                    </a:moveTo>
                    <a:cubicBezTo>
                      <a:pt x="225019" y="218688"/>
                      <a:pt x="234355" y="211868"/>
                      <a:pt x="235601" y="202622"/>
                    </a:cubicBezTo>
                    <a:cubicBezTo>
                      <a:pt x="236961" y="192675"/>
                      <a:pt x="228463" y="183702"/>
                      <a:pt x="216658" y="182546"/>
                    </a:cubicBezTo>
                    <a:cubicBezTo>
                      <a:pt x="214415" y="182319"/>
                      <a:pt x="58947" y="165914"/>
                      <a:pt x="44218" y="80827"/>
                    </a:cubicBezTo>
                    <a:cubicBezTo>
                      <a:pt x="41726" y="66484"/>
                      <a:pt x="41998" y="47744"/>
                      <a:pt x="57429" y="39926"/>
                    </a:cubicBezTo>
                    <a:cubicBezTo>
                      <a:pt x="70163" y="33469"/>
                      <a:pt x="91010" y="35531"/>
                      <a:pt x="105920" y="44708"/>
                    </a:cubicBezTo>
                    <a:cubicBezTo>
                      <a:pt x="114395" y="49919"/>
                      <a:pt x="123663" y="59074"/>
                      <a:pt x="119720" y="72987"/>
                    </a:cubicBezTo>
                    <a:cubicBezTo>
                      <a:pt x="116955" y="82731"/>
                      <a:pt x="124093" y="92497"/>
                      <a:pt x="135672" y="94831"/>
                    </a:cubicBezTo>
                    <a:cubicBezTo>
                      <a:pt x="147229" y="97142"/>
                      <a:pt x="158853" y="91137"/>
                      <a:pt x="161618" y="81416"/>
                    </a:cubicBezTo>
                    <a:cubicBezTo>
                      <a:pt x="168778" y="56196"/>
                      <a:pt x="157448" y="31542"/>
                      <a:pt x="131344" y="15477"/>
                    </a:cubicBezTo>
                    <a:cubicBezTo>
                      <a:pt x="102340" y="-2379"/>
                      <a:pt x="62822" y="-5076"/>
                      <a:pt x="35222" y="8905"/>
                    </a:cubicBezTo>
                    <a:cubicBezTo>
                      <a:pt x="19089" y="17086"/>
                      <a:pt x="-6721" y="37978"/>
                      <a:pt x="1618" y="86107"/>
                    </a:cubicBezTo>
                    <a:cubicBezTo>
                      <a:pt x="9866" y="133692"/>
                      <a:pt x="49589" y="171783"/>
                      <a:pt x="116502" y="196323"/>
                    </a:cubicBezTo>
                    <a:cubicBezTo>
                      <a:pt x="164563" y="213930"/>
                      <a:pt x="209883" y="218439"/>
                      <a:pt x="211786" y="218620"/>
                    </a:cubicBezTo>
                    <a:cubicBezTo>
                      <a:pt x="212624" y="218711"/>
                      <a:pt x="213440" y="218733"/>
                      <a:pt x="214256" y="218733"/>
                    </a:cubicBezTo>
                    <a:close/>
                  </a:path>
                </a:pathLst>
              </a:custGeom>
              <a:solidFill>
                <a:srgbClr val="9A8E57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D78030DE-156C-5BC5-DBA8-91D87AE08E8F}"/>
                  </a:ext>
                </a:extLst>
              </p:cNvPr>
              <p:cNvSpPr/>
              <p:nvPr/>
            </p:nvSpPr>
            <p:spPr>
              <a:xfrm>
                <a:off x="6130247" y="2990914"/>
                <a:ext cx="50589" cy="11425"/>
              </a:xfrm>
              <a:custGeom>
                <a:avLst/>
                <a:gdLst>
                  <a:gd name="connsiteX0" fmla="*/ 4606 w 50589"/>
                  <a:gd name="connsiteY0" fmla="*/ 11425 h 11425"/>
                  <a:gd name="connsiteX1" fmla="*/ 7 w 50589"/>
                  <a:gd name="connsiteY1" fmla="*/ 7075 h 11425"/>
                  <a:gd name="connsiteX2" fmla="*/ 4357 w 50589"/>
                  <a:gd name="connsiteY2" fmla="*/ 2225 h 11425"/>
                  <a:gd name="connsiteX3" fmla="*/ 45734 w 50589"/>
                  <a:gd name="connsiteY3" fmla="*/ 5 h 11425"/>
                  <a:gd name="connsiteX4" fmla="*/ 50583 w 50589"/>
                  <a:gd name="connsiteY4" fmla="*/ 4355 h 11425"/>
                  <a:gd name="connsiteX5" fmla="*/ 46232 w 50589"/>
                  <a:gd name="connsiteY5" fmla="*/ 9205 h 11425"/>
                  <a:gd name="connsiteX6" fmla="*/ 4856 w 50589"/>
                  <a:gd name="connsiteY6" fmla="*/ 11425 h 11425"/>
                  <a:gd name="connsiteX7" fmla="*/ 4606 w 50589"/>
                  <a:gd name="connsiteY7" fmla="*/ 11425 h 11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589" h="11425">
                    <a:moveTo>
                      <a:pt x="4606" y="11425"/>
                    </a:moveTo>
                    <a:cubicBezTo>
                      <a:pt x="2182" y="11425"/>
                      <a:pt x="143" y="9522"/>
                      <a:pt x="7" y="7075"/>
                    </a:cubicBezTo>
                    <a:cubicBezTo>
                      <a:pt x="-129" y="4537"/>
                      <a:pt x="1819" y="2361"/>
                      <a:pt x="4357" y="2225"/>
                    </a:cubicBezTo>
                    <a:lnTo>
                      <a:pt x="45734" y="5"/>
                    </a:lnTo>
                    <a:cubicBezTo>
                      <a:pt x="48249" y="-109"/>
                      <a:pt x="50447" y="1818"/>
                      <a:pt x="50583" y="4355"/>
                    </a:cubicBezTo>
                    <a:cubicBezTo>
                      <a:pt x="50719" y="6893"/>
                      <a:pt x="48770" y="9069"/>
                      <a:pt x="46232" y="9205"/>
                    </a:cubicBezTo>
                    <a:lnTo>
                      <a:pt x="4856" y="11425"/>
                    </a:lnTo>
                    <a:cubicBezTo>
                      <a:pt x="4856" y="11425"/>
                      <a:pt x="4697" y="11425"/>
                      <a:pt x="4606" y="11425"/>
                    </a:cubicBezTo>
                    <a:close/>
                  </a:path>
                </a:pathLst>
              </a:custGeom>
              <a:solidFill>
                <a:srgbClr val="C6BE9A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CA347C4D-F157-6EC1-3DA5-49FDBDF291CA}"/>
                  </a:ext>
                </a:extLst>
              </p:cNvPr>
              <p:cNvSpPr/>
              <p:nvPr/>
            </p:nvSpPr>
            <p:spPr>
              <a:xfrm>
                <a:off x="5813760" y="2996864"/>
                <a:ext cx="256384" cy="22515"/>
              </a:xfrm>
              <a:custGeom>
                <a:avLst/>
                <a:gdLst>
                  <a:gd name="connsiteX0" fmla="*/ 4607 w 256384"/>
                  <a:gd name="connsiteY0" fmla="*/ 22515 h 22515"/>
                  <a:gd name="connsiteX1" fmla="*/ 7 w 256384"/>
                  <a:gd name="connsiteY1" fmla="*/ 18165 h 22515"/>
                  <a:gd name="connsiteX2" fmla="*/ 4357 w 256384"/>
                  <a:gd name="connsiteY2" fmla="*/ 13315 h 22515"/>
                  <a:gd name="connsiteX3" fmla="*/ 251528 w 256384"/>
                  <a:gd name="connsiteY3" fmla="*/ 14 h 22515"/>
                  <a:gd name="connsiteX4" fmla="*/ 256378 w 256384"/>
                  <a:gd name="connsiteY4" fmla="*/ 4365 h 22515"/>
                  <a:gd name="connsiteX5" fmla="*/ 252027 w 256384"/>
                  <a:gd name="connsiteY5" fmla="*/ 9214 h 22515"/>
                  <a:gd name="connsiteX6" fmla="*/ 4856 w 256384"/>
                  <a:gd name="connsiteY6" fmla="*/ 22515 h 22515"/>
                  <a:gd name="connsiteX7" fmla="*/ 4607 w 256384"/>
                  <a:gd name="connsiteY7" fmla="*/ 22515 h 22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6384" h="22515">
                    <a:moveTo>
                      <a:pt x="4607" y="22515"/>
                    </a:moveTo>
                    <a:cubicBezTo>
                      <a:pt x="2182" y="22515"/>
                      <a:pt x="143" y="20612"/>
                      <a:pt x="7" y="18165"/>
                    </a:cubicBezTo>
                    <a:cubicBezTo>
                      <a:pt x="-129" y="15627"/>
                      <a:pt x="1819" y="13451"/>
                      <a:pt x="4357" y="13315"/>
                    </a:cubicBezTo>
                    <a:lnTo>
                      <a:pt x="251528" y="14"/>
                    </a:lnTo>
                    <a:cubicBezTo>
                      <a:pt x="254021" y="-190"/>
                      <a:pt x="256241" y="1827"/>
                      <a:pt x="256378" y="4365"/>
                    </a:cubicBezTo>
                    <a:cubicBezTo>
                      <a:pt x="256513" y="6903"/>
                      <a:pt x="254565" y="9078"/>
                      <a:pt x="252027" y="9214"/>
                    </a:cubicBezTo>
                    <a:lnTo>
                      <a:pt x="4856" y="22515"/>
                    </a:lnTo>
                    <a:cubicBezTo>
                      <a:pt x="4856" y="22515"/>
                      <a:pt x="4697" y="22515"/>
                      <a:pt x="4607" y="22515"/>
                    </a:cubicBezTo>
                    <a:close/>
                  </a:path>
                </a:pathLst>
              </a:custGeom>
              <a:solidFill>
                <a:srgbClr val="C6BE9A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45A9304B-8350-4069-9C81-C5B1CA752A1C}"/>
                  </a:ext>
                </a:extLst>
              </p:cNvPr>
              <p:cNvSpPr/>
              <p:nvPr/>
            </p:nvSpPr>
            <p:spPr>
              <a:xfrm>
                <a:off x="5865857" y="3116445"/>
                <a:ext cx="148523" cy="278404"/>
              </a:xfrm>
              <a:custGeom>
                <a:avLst/>
                <a:gdLst>
                  <a:gd name="connsiteX0" fmla="*/ 143915 w 148523"/>
                  <a:gd name="connsiteY0" fmla="*/ 278381 h 278404"/>
                  <a:gd name="connsiteX1" fmla="*/ 143371 w 148523"/>
                  <a:gd name="connsiteY1" fmla="*/ 278359 h 278404"/>
                  <a:gd name="connsiteX2" fmla="*/ 27 w 148523"/>
                  <a:gd name="connsiteY2" fmla="*/ 5084 h 278404"/>
                  <a:gd name="connsiteX3" fmla="*/ 4128 w 148523"/>
                  <a:gd name="connsiteY3" fmla="*/ 31 h 278404"/>
                  <a:gd name="connsiteX4" fmla="*/ 9204 w 148523"/>
                  <a:gd name="connsiteY4" fmla="*/ 4132 h 278404"/>
                  <a:gd name="connsiteX5" fmla="*/ 144436 w 148523"/>
                  <a:gd name="connsiteY5" fmla="*/ 269227 h 278404"/>
                  <a:gd name="connsiteX6" fmla="*/ 148493 w 148523"/>
                  <a:gd name="connsiteY6" fmla="*/ 274325 h 278404"/>
                  <a:gd name="connsiteX7" fmla="*/ 143915 w 148523"/>
                  <a:gd name="connsiteY7" fmla="*/ 278404 h 278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8523" h="278404">
                    <a:moveTo>
                      <a:pt x="143915" y="278381"/>
                    </a:moveTo>
                    <a:cubicBezTo>
                      <a:pt x="143734" y="278381"/>
                      <a:pt x="143553" y="278381"/>
                      <a:pt x="143371" y="278359"/>
                    </a:cubicBezTo>
                    <a:cubicBezTo>
                      <a:pt x="100069" y="273374"/>
                      <a:pt x="23887" y="231249"/>
                      <a:pt x="27" y="5084"/>
                    </a:cubicBezTo>
                    <a:cubicBezTo>
                      <a:pt x="-245" y="2546"/>
                      <a:pt x="1590" y="280"/>
                      <a:pt x="4128" y="31"/>
                    </a:cubicBezTo>
                    <a:cubicBezTo>
                      <a:pt x="6666" y="-264"/>
                      <a:pt x="8932" y="1594"/>
                      <a:pt x="9204" y="4132"/>
                    </a:cubicBezTo>
                    <a:cubicBezTo>
                      <a:pt x="17225" y="80087"/>
                      <a:pt x="46434" y="257942"/>
                      <a:pt x="144436" y="269227"/>
                    </a:cubicBezTo>
                    <a:cubicBezTo>
                      <a:pt x="146974" y="269521"/>
                      <a:pt x="148787" y="271810"/>
                      <a:pt x="148493" y="274325"/>
                    </a:cubicBezTo>
                    <a:cubicBezTo>
                      <a:pt x="148221" y="276682"/>
                      <a:pt x="146227" y="278404"/>
                      <a:pt x="143915" y="278404"/>
                    </a:cubicBezTo>
                    <a:close/>
                  </a:path>
                </a:pathLst>
              </a:custGeom>
              <a:solidFill>
                <a:srgbClr val="C6BE9A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72D22CAA-3DE6-0F97-2B6A-E32C25090C42}"/>
                  </a:ext>
                </a:extLst>
              </p:cNvPr>
              <p:cNvSpPr/>
              <p:nvPr/>
            </p:nvSpPr>
            <p:spPr>
              <a:xfrm>
                <a:off x="5862030" y="3065465"/>
                <a:ext cx="10049" cy="25359"/>
              </a:xfrm>
              <a:custGeom>
                <a:avLst/>
                <a:gdLst>
                  <a:gd name="connsiteX0" fmla="*/ 5440 w 10049"/>
                  <a:gd name="connsiteY0" fmla="*/ 25360 h 25359"/>
                  <a:gd name="connsiteX1" fmla="*/ 840 w 10049"/>
                  <a:gd name="connsiteY1" fmla="*/ 21054 h 25359"/>
                  <a:gd name="connsiteX2" fmla="*/ 2 w 10049"/>
                  <a:gd name="connsiteY2" fmla="*/ 4762 h 25359"/>
                  <a:gd name="connsiteX3" fmla="*/ 4466 w 10049"/>
                  <a:gd name="connsiteY3" fmla="*/ 26 h 25359"/>
                  <a:gd name="connsiteX4" fmla="*/ 9201 w 10049"/>
                  <a:gd name="connsiteY4" fmla="*/ 4490 h 25359"/>
                  <a:gd name="connsiteX5" fmla="*/ 10040 w 10049"/>
                  <a:gd name="connsiteY5" fmla="*/ 20465 h 25359"/>
                  <a:gd name="connsiteX6" fmla="*/ 5735 w 10049"/>
                  <a:gd name="connsiteY6" fmla="*/ 25360 h 25359"/>
                  <a:gd name="connsiteX7" fmla="*/ 5440 w 10049"/>
                  <a:gd name="connsiteY7" fmla="*/ 25360 h 25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049" h="25359">
                    <a:moveTo>
                      <a:pt x="5440" y="25360"/>
                    </a:moveTo>
                    <a:cubicBezTo>
                      <a:pt x="3038" y="25360"/>
                      <a:pt x="999" y="23479"/>
                      <a:pt x="840" y="21054"/>
                    </a:cubicBezTo>
                    <a:cubicBezTo>
                      <a:pt x="160" y="10744"/>
                      <a:pt x="2" y="4762"/>
                      <a:pt x="2" y="4762"/>
                    </a:cubicBezTo>
                    <a:cubicBezTo>
                      <a:pt x="-66" y="2224"/>
                      <a:pt x="1928" y="94"/>
                      <a:pt x="4466" y="26"/>
                    </a:cubicBezTo>
                    <a:cubicBezTo>
                      <a:pt x="7071" y="-268"/>
                      <a:pt x="9134" y="1952"/>
                      <a:pt x="9201" y="4490"/>
                    </a:cubicBezTo>
                    <a:cubicBezTo>
                      <a:pt x="9201" y="4536"/>
                      <a:pt x="9383" y="10382"/>
                      <a:pt x="10040" y="20465"/>
                    </a:cubicBezTo>
                    <a:cubicBezTo>
                      <a:pt x="10199" y="23003"/>
                      <a:pt x="8272" y="25201"/>
                      <a:pt x="5735" y="25360"/>
                    </a:cubicBezTo>
                    <a:cubicBezTo>
                      <a:pt x="5644" y="25360"/>
                      <a:pt x="5531" y="25360"/>
                      <a:pt x="5440" y="25360"/>
                    </a:cubicBezTo>
                    <a:close/>
                  </a:path>
                </a:pathLst>
              </a:custGeom>
              <a:solidFill>
                <a:srgbClr val="C6BE9A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CE8EB384-CF52-9B8A-9921-06E453C3917A}"/>
                </a:ext>
              </a:extLst>
            </p:cNvPr>
            <p:cNvSpPr/>
            <p:nvPr/>
          </p:nvSpPr>
          <p:spPr>
            <a:xfrm>
              <a:off x="4201581" y="3915217"/>
              <a:ext cx="3073526" cy="2091152"/>
            </a:xfrm>
            <a:custGeom>
              <a:avLst/>
              <a:gdLst>
                <a:gd name="connsiteX0" fmla="*/ 397654 w 3073526"/>
                <a:gd name="connsiteY0" fmla="*/ 2091152 h 2091152"/>
                <a:gd name="connsiteX1" fmla="*/ 390742 w 3073526"/>
                <a:gd name="connsiteY1" fmla="*/ 2084264 h 2091152"/>
                <a:gd name="connsiteX2" fmla="*/ 397631 w 3073526"/>
                <a:gd name="connsiteY2" fmla="*/ 2077330 h 2091152"/>
                <a:gd name="connsiteX3" fmla="*/ 411317 w 3073526"/>
                <a:gd name="connsiteY3" fmla="*/ 2077149 h 2091152"/>
                <a:gd name="connsiteX4" fmla="*/ 418387 w 3073526"/>
                <a:gd name="connsiteY4" fmla="*/ 2083901 h 2091152"/>
                <a:gd name="connsiteX5" fmla="*/ 411634 w 3073526"/>
                <a:gd name="connsiteY5" fmla="*/ 2090971 h 2091152"/>
                <a:gd name="connsiteX6" fmla="*/ 397676 w 3073526"/>
                <a:gd name="connsiteY6" fmla="*/ 2091152 h 2091152"/>
                <a:gd name="connsiteX7" fmla="*/ 397654 w 3073526"/>
                <a:gd name="connsiteY7" fmla="*/ 2091152 h 2091152"/>
                <a:gd name="connsiteX8" fmla="*/ 365409 w 3073526"/>
                <a:gd name="connsiteY8" fmla="*/ 2090540 h 2091152"/>
                <a:gd name="connsiteX9" fmla="*/ 365114 w 3073526"/>
                <a:gd name="connsiteY9" fmla="*/ 2090540 h 2091152"/>
                <a:gd name="connsiteX10" fmla="*/ 351156 w 3073526"/>
                <a:gd name="connsiteY10" fmla="*/ 2089815 h 2091152"/>
                <a:gd name="connsiteX11" fmla="*/ 344698 w 3073526"/>
                <a:gd name="connsiteY11" fmla="*/ 2082496 h 2091152"/>
                <a:gd name="connsiteX12" fmla="*/ 352017 w 3073526"/>
                <a:gd name="connsiteY12" fmla="*/ 2076038 h 2091152"/>
                <a:gd name="connsiteX13" fmla="*/ 365703 w 3073526"/>
                <a:gd name="connsiteY13" fmla="*/ 2076741 h 2091152"/>
                <a:gd name="connsiteX14" fmla="*/ 372320 w 3073526"/>
                <a:gd name="connsiteY14" fmla="*/ 2083947 h 2091152"/>
                <a:gd name="connsiteX15" fmla="*/ 365409 w 3073526"/>
                <a:gd name="connsiteY15" fmla="*/ 2090563 h 2091152"/>
                <a:gd name="connsiteX16" fmla="*/ 443743 w 3073526"/>
                <a:gd name="connsiteY16" fmla="*/ 2089634 h 2091152"/>
                <a:gd name="connsiteX17" fmla="*/ 436855 w 3073526"/>
                <a:gd name="connsiteY17" fmla="*/ 2083108 h 2091152"/>
                <a:gd name="connsiteX18" fmla="*/ 443358 w 3073526"/>
                <a:gd name="connsiteY18" fmla="*/ 2075812 h 2091152"/>
                <a:gd name="connsiteX19" fmla="*/ 457090 w 3073526"/>
                <a:gd name="connsiteY19" fmla="*/ 2074951 h 2091152"/>
                <a:gd name="connsiteX20" fmla="*/ 464477 w 3073526"/>
                <a:gd name="connsiteY20" fmla="*/ 2081363 h 2091152"/>
                <a:gd name="connsiteX21" fmla="*/ 458064 w 3073526"/>
                <a:gd name="connsiteY21" fmla="*/ 2088750 h 2091152"/>
                <a:gd name="connsiteX22" fmla="*/ 444151 w 3073526"/>
                <a:gd name="connsiteY22" fmla="*/ 2089634 h 2091152"/>
                <a:gd name="connsiteX23" fmla="*/ 443766 w 3073526"/>
                <a:gd name="connsiteY23" fmla="*/ 2089634 h 2091152"/>
                <a:gd name="connsiteX24" fmla="*/ 319433 w 3073526"/>
                <a:gd name="connsiteY24" fmla="*/ 2087006 h 2091152"/>
                <a:gd name="connsiteX25" fmla="*/ 318639 w 3073526"/>
                <a:gd name="connsiteY25" fmla="*/ 2086960 h 2091152"/>
                <a:gd name="connsiteX26" fmla="*/ 304772 w 3073526"/>
                <a:gd name="connsiteY26" fmla="*/ 2085238 h 2091152"/>
                <a:gd name="connsiteX27" fmla="*/ 298858 w 3073526"/>
                <a:gd name="connsiteY27" fmla="*/ 2077466 h 2091152"/>
                <a:gd name="connsiteX28" fmla="*/ 306630 w 3073526"/>
                <a:gd name="connsiteY28" fmla="*/ 2071552 h 2091152"/>
                <a:gd name="connsiteX29" fmla="*/ 320203 w 3073526"/>
                <a:gd name="connsiteY29" fmla="*/ 2073229 h 2091152"/>
                <a:gd name="connsiteX30" fmla="*/ 326298 w 3073526"/>
                <a:gd name="connsiteY30" fmla="*/ 2080865 h 2091152"/>
                <a:gd name="connsiteX31" fmla="*/ 319433 w 3073526"/>
                <a:gd name="connsiteY31" fmla="*/ 2087006 h 2091152"/>
                <a:gd name="connsiteX32" fmla="*/ 489742 w 3073526"/>
                <a:gd name="connsiteY32" fmla="*/ 2086054 h 2091152"/>
                <a:gd name="connsiteX33" fmla="*/ 482876 w 3073526"/>
                <a:gd name="connsiteY33" fmla="*/ 2079822 h 2091152"/>
                <a:gd name="connsiteX34" fmla="*/ 489085 w 3073526"/>
                <a:gd name="connsiteY34" fmla="*/ 2072254 h 2091152"/>
                <a:gd name="connsiteX35" fmla="*/ 502771 w 3073526"/>
                <a:gd name="connsiteY35" fmla="*/ 2070827 h 2091152"/>
                <a:gd name="connsiteX36" fmla="*/ 510408 w 3073526"/>
                <a:gd name="connsiteY36" fmla="*/ 2076945 h 2091152"/>
                <a:gd name="connsiteX37" fmla="*/ 504312 w 3073526"/>
                <a:gd name="connsiteY37" fmla="*/ 2084581 h 2091152"/>
                <a:gd name="connsiteX38" fmla="*/ 490467 w 3073526"/>
                <a:gd name="connsiteY38" fmla="*/ 2086031 h 2091152"/>
                <a:gd name="connsiteX39" fmla="*/ 489787 w 3073526"/>
                <a:gd name="connsiteY39" fmla="*/ 2086054 h 2091152"/>
                <a:gd name="connsiteX40" fmla="*/ 535537 w 3073526"/>
                <a:gd name="connsiteY40" fmla="*/ 2080593 h 2091152"/>
                <a:gd name="connsiteX41" fmla="*/ 528694 w 3073526"/>
                <a:gd name="connsiteY41" fmla="*/ 2074634 h 2091152"/>
                <a:gd name="connsiteX42" fmla="*/ 534586 w 3073526"/>
                <a:gd name="connsiteY42" fmla="*/ 2066839 h 2091152"/>
                <a:gd name="connsiteX43" fmla="*/ 548181 w 3073526"/>
                <a:gd name="connsiteY43" fmla="*/ 2064867 h 2091152"/>
                <a:gd name="connsiteX44" fmla="*/ 556044 w 3073526"/>
                <a:gd name="connsiteY44" fmla="*/ 2070668 h 2091152"/>
                <a:gd name="connsiteX45" fmla="*/ 550243 w 3073526"/>
                <a:gd name="connsiteY45" fmla="*/ 2078531 h 2091152"/>
                <a:gd name="connsiteX46" fmla="*/ 536466 w 3073526"/>
                <a:gd name="connsiteY46" fmla="*/ 2080525 h 2091152"/>
                <a:gd name="connsiteX47" fmla="*/ 535515 w 3073526"/>
                <a:gd name="connsiteY47" fmla="*/ 2080593 h 2091152"/>
                <a:gd name="connsiteX48" fmla="*/ 273887 w 3073526"/>
                <a:gd name="connsiteY48" fmla="*/ 2080072 h 2091152"/>
                <a:gd name="connsiteX49" fmla="*/ 272572 w 3073526"/>
                <a:gd name="connsiteY49" fmla="*/ 2079936 h 2091152"/>
                <a:gd name="connsiteX50" fmla="*/ 258863 w 3073526"/>
                <a:gd name="connsiteY50" fmla="*/ 2077081 h 2091152"/>
                <a:gd name="connsiteX51" fmla="*/ 253606 w 3073526"/>
                <a:gd name="connsiteY51" fmla="*/ 2068833 h 2091152"/>
                <a:gd name="connsiteX52" fmla="*/ 261854 w 3073526"/>
                <a:gd name="connsiteY52" fmla="*/ 2063576 h 2091152"/>
                <a:gd name="connsiteX53" fmla="*/ 275201 w 3073526"/>
                <a:gd name="connsiteY53" fmla="*/ 2066340 h 2091152"/>
                <a:gd name="connsiteX54" fmla="*/ 280662 w 3073526"/>
                <a:gd name="connsiteY54" fmla="*/ 2074429 h 2091152"/>
                <a:gd name="connsiteX55" fmla="*/ 273887 w 3073526"/>
                <a:gd name="connsiteY55" fmla="*/ 2080027 h 2091152"/>
                <a:gd name="connsiteX56" fmla="*/ 581060 w 3073526"/>
                <a:gd name="connsiteY56" fmla="*/ 2073387 h 2091152"/>
                <a:gd name="connsiteX57" fmla="*/ 574263 w 3073526"/>
                <a:gd name="connsiteY57" fmla="*/ 2067677 h 2091152"/>
                <a:gd name="connsiteX58" fmla="*/ 579859 w 3073526"/>
                <a:gd name="connsiteY58" fmla="*/ 2059655 h 2091152"/>
                <a:gd name="connsiteX59" fmla="*/ 593387 w 3073526"/>
                <a:gd name="connsiteY59" fmla="*/ 2057186 h 2091152"/>
                <a:gd name="connsiteX60" fmla="*/ 601454 w 3073526"/>
                <a:gd name="connsiteY60" fmla="*/ 2062692 h 2091152"/>
                <a:gd name="connsiteX61" fmla="*/ 595948 w 3073526"/>
                <a:gd name="connsiteY61" fmla="*/ 2070759 h 2091152"/>
                <a:gd name="connsiteX62" fmla="*/ 582284 w 3073526"/>
                <a:gd name="connsiteY62" fmla="*/ 2073251 h 2091152"/>
                <a:gd name="connsiteX63" fmla="*/ 581060 w 3073526"/>
                <a:gd name="connsiteY63" fmla="*/ 2073365 h 2091152"/>
                <a:gd name="connsiteX64" fmla="*/ 229111 w 3073526"/>
                <a:gd name="connsiteY64" fmla="*/ 2069263 h 2091152"/>
                <a:gd name="connsiteX65" fmla="*/ 227163 w 3073526"/>
                <a:gd name="connsiteY65" fmla="*/ 2068991 h 2091152"/>
                <a:gd name="connsiteX66" fmla="*/ 213771 w 3073526"/>
                <a:gd name="connsiteY66" fmla="*/ 2064867 h 2091152"/>
                <a:gd name="connsiteX67" fmla="*/ 209329 w 3073526"/>
                <a:gd name="connsiteY67" fmla="*/ 2056166 h 2091152"/>
                <a:gd name="connsiteX68" fmla="*/ 218031 w 3073526"/>
                <a:gd name="connsiteY68" fmla="*/ 2051724 h 2091152"/>
                <a:gd name="connsiteX69" fmla="*/ 231015 w 3073526"/>
                <a:gd name="connsiteY69" fmla="*/ 2055735 h 2091152"/>
                <a:gd name="connsiteX70" fmla="*/ 235705 w 3073526"/>
                <a:gd name="connsiteY70" fmla="*/ 2064301 h 2091152"/>
                <a:gd name="connsiteX71" fmla="*/ 229066 w 3073526"/>
                <a:gd name="connsiteY71" fmla="*/ 2069286 h 2091152"/>
                <a:gd name="connsiteX72" fmla="*/ 626266 w 3073526"/>
                <a:gd name="connsiteY72" fmla="*/ 2064527 h 2091152"/>
                <a:gd name="connsiteX73" fmla="*/ 619514 w 3073526"/>
                <a:gd name="connsiteY73" fmla="*/ 2059066 h 2091152"/>
                <a:gd name="connsiteX74" fmla="*/ 624839 w 3073526"/>
                <a:gd name="connsiteY74" fmla="*/ 2050863 h 2091152"/>
                <a:gd name="connsiteX75" fmla="*/ 638276 w 3073526"/>
                <a:gd name="connsiteY75" fmla="*/ 2047918 h 2091152"/>
                <a:gd name="connsiteX76" fmla="*/ 646524 w 3073526"/>
                <a:gd name="connsiteY76" fmla="*/ 2053152 h 2091152"/>
                <a:gd name="connsiteX77" fmla="*/ 641290 w 3073526"/>
                <a:gd name="connsiteY77" fmla="*/ 2061400 h 2091152"/>
                <a:gd name="connsiteX78" fmla="*/ 627739 w 3073526"/>
                <a:gd name="connsiteY78" fmla="*/ 2064369 h 2091152"/>
                <a:gd name="connsiteX79" fmla="*/ 626289 w 3073526"/>
                <a:gd name="connsiteY79" fmla="*/ 2064527 h 2091152"/>
                <a:gd name="connsiteX80" fmla="*/ 671132 w 3073526"/>
                <a:gd name="connsiteY80" fmla="*/ 2054149 h 2091152"/>
                <a:gd name="connsiteX81" fmla="*/ 664425 w 3073526"/>
                <a:gd name="connsiteY81" fmla="*/ 2048892 h 2091152"/>
                <a:gd name="connsiteX82" fmla="*/ 669478 w 3073526"/>
                <a:gd name="connsiteY82" fmla="*/ 2040508 h 2091152"/>
                <a:gd name="connsiteX83" fmla="*/ 682802 w 3073526"/>
                <a:gd name="connsiteY83" fmla="*/ 2037132 h 2091152"/>
                <a:gd name="connsiteX84" fmla="*/ 691231 w 3073526"/>
                <a:gd name="connsiteY84" fmla="*/ 2042094 h 2091152"/>
                <a:gd name="connsiteX85" fmla="*/ 686269 w 3073526"/>
                <a:gd name="connsiteY85" fmla="*/ 2050524 h 2091152"/>
                <a:gd name="connsiteX86" fmla="*/ 672809 w 3073526"/>
                <a:gd name="connsiteY86" fmla="*/ 2053923 h 2091152"/>
                <a:gd name="connsiteX87" fmla="*/ 671132 w 3073526"/>
                <a:gd name="connsiteY87" fmla="*/ 2054127 h 2091152"/>
                <a:gd name="connsiteX88" fmla="*/ 185696 w 3073526"/>
                <a:gd name="connsiteY88" fmla="*/ 2054081 h 2091152"/>
                <a:gd name="connsiteX89" fmla="*/ 183044 w 3073526"/>
                <a:gd name="connsiteY89" fmla="*/ 2053560 h 2091152"/>
                <a:gd name="connsiteX90" fmla="*/ 170174 w 3073526"/>
                <a:gd name="connsiteY90" fmla="*/ 2047963 h 2091152"/>
                <a:gd name="connsiteX91" fmla="*/ 166752 w 3073526"/>
                <a:gd name="connsiteY91" fmla="*/ 2038809 h 2091152"/>
                <a:gd name="connsiteX92" fmla="*/ 175907 w 3073526"/>
                <a:gd name="connsiteY92" fmla="*/ 2035387 h 2091152"/>
                <a:gd name="connsiteX93" fmla="*/ 188324 w 3073526"/>
                <a:gd name="connsiteY93" fmla="*/ 2040780 h 2091152"/>
                <a:gd name="connsiteX94" fmla="*/ 192063 w 3073526"/>
                <a:gd name="connsiteY94" fmla="*/ 2049821 h 2091152"/>
                <a:gd name="connsiteX95" fmla="*/ 185673 w 3073526"/>
                <a:gd name="connsiteY95" fmla="*/ 2054081 h 2091152"/>
                <a:gd name="connsiteX96" fmla="*/ 715636 w 3073526"/>
                <a:gd name="connsiteY96" fmla="*/ 2042366 h 2091152"/>
                <a:gd name="connsiteX97" fmla="*/ 708974 w 3073526"/>
                <a:gd name="connsiteY97" fmla="*/ 2037313 h 2091152"/>
                <a:gd name="connsiteX98" fmla="*/ 713755 w 3073526"/>
                <a:gd name="connsiteY98" fmla="*/ 2028793 h 2091152"/>
                <a:gd name="connsiteX99" fmla="*/ 726966 w 3073526"/>
                <a:gd name="connsiteY99" fmla="*/ 2025032 h 2091152"/>
                <a:gd name="connsiteX100" fmla="*/ 735531 w 3073526"/>
                <a:gd name="connsiteY100" fmla="*/ 2029745 h 2091152"/>
                <a:gd name="connsiteX101" fmla="*/ 730818 w 3073526"/>
                <a:gd name="connsiteY101" fmla="*/ 2038310 h 2091152"/>
                <a:gd name="connsiteX102" fmla="*/ 717471 w 3073526"/>
                <a:gd name="connsiteY102" fmla="*/ 2042117 h 2091152"/>
                <a:gd name="connsiteX103" fmla="*/ 715591 w 3073526"/>
                <a:gd name="connsiteY103" fmla="*/ 2042366 h 2091152"/>
                <a:gd name="connsiteX104" fmla="*/ 144364 w 3073526"/>
                <a:gd name="connsiteY104" fmla="*/ 2033891 h 2091152"/>
                <a:gd name="connsiteX105" fmla="*/ 140943 w 3073526"/>
                <a:gd name="connsiteY105" fmla="*/ 2032985 h 2091152"/>
                <a:gd name="connsiteX106" fmla="*/ 128865 w 3073526"/>
                <a:gd name="connsiteY106" fmla="*/ 2025711 h 2091152"/>
                <a:gd name="connsiteX107" fmla="*/ 126713 w 3073526"/>
                <a:gd name="connsiteY107" fmla="*/ 2016172 h 2091152"/>
                <a:gd name="connsiteX108" fmla="*/ 136252 w 3073526"/>
                <a:gd name="connsiteY108" fmla="*/ 2014019 h 2091152"/>
                <a:gd name="connsiteX109" fmla="*/ 147809 w 3073526"/>
                <a:gd name="connsiteY109" fmla="*/ 2020976 h 2091152"/>
                <a:gd name="connsiteX110" fmla="*/ 150369 w 3073526"/>
                <a:gd name="connsiteY110" fmla="*/ 2030402 h 2091152"/>
                <a:gd name="connsiteX111" fmla="*/ 144364 w 3073526"/>
                <a:gd name="connsiteY111" fmla="*/ 2033891 h 2091152"/>
                <a:gd name="connsiteX112" fmla="*/ 759777 w 3073526"/>
                <a:gd name="connsiteY112" fmla="*/ 2029337 h 2091152"/>
                <a:gd name="connsiteX113" fmla="*/ 753183 w 3073526"/>
                <a:gd name="connsiteY113" fmla="*/ 2024465 h 2091152"/>
                <a:gd name="connsiteX114" fmla="*/ 757737 w 3073526"/>
                <a:gd name="connsiteY114" fmla="*/ 2015809 h 2091152"/>
                <a:gd name="connsiteX115" fmla="*/ 770857 w 3073526"/>
                <a:gd name="connsiteY115" fmla="*/ 2011685 h 2091152"/>
                <a:gd name="connsiteX116" fmla="*/ 779536 w 3073526"/>
                <a:gd name="connsiteY116" fmla="*/ 2016172 h 2091152"/>
                <a:gd name="connsiteX117" fmla="*/ 775049 w 3073526"/>
                <a:gd name="connsiteY117" fmla="*/ 2024850 h 2091152"/>
                <a:gd name="connsiteX118" fmla="*/ 761839 w 3073526"/>
                <a:gd name="connsiteY118" fmla="*/ 2029020 h 2091152"/>
                <a:gd name="connsiteX119" fmla="*/ 759777 w 3073526"/>
                <a:gd name="connsiteY119" fmla="*/ 2029337 h 2091152"/>
                <a:gd name="connsiteX120" fmla="*/ 803555 w 3073526"/>
                <a:gd name="connsiteY120" fmla="*/ 2015129 h 2091152"/>
                <a:gd name="connsiteX121" fmla="*/ 797006 w 3073526"/>
                <a:gd name="connsiteY121" fmla="*/ 2010439 h 2091152"/>
                <a:gd name="connsiteX122" fmla="*/ 801334 w 3073526"/>
                <a:gd name="connsiteY122" fmla="*/ 2001669 h 2091152"/>
                <a:gd name="connsiteX123" fmla="*/ 814341 w 3073526"/>
                <a:gd name="connsiteY123" fmla="*/ 1997228 h 2091152"/>
                <a:gd name="connsiteX124" fmla="*/ 823133 w 3073526"/>
                <a:gd name="connsiteY124" fmla="*/ 2001511 h 2091152"/>
                <a:gd name="connsiteX125" fmla="*/ 818850 w 3073526"/>
                <a:gd name="connsiteY125" fmla="*/ 2010303 h 2091152"/>
                <a:gd name="connsiteX126" fmla="*/ 805753 w 3073526"/>
                <a:gd name="connsiteY126" fmla="*/ 2014789 h 2091152"/>
                <a:gd name="connsiteX127" fmla="*/ 803532 w 3073526"/>
                <a:gd name="connsiteY127" fmla="*/ 2015152 h 2091152"/>
                <a:gd name="connsiteX128" fmla="*/ 106251 w 3073526"/>
                <a:gd name="connsiteY128" fmla="*/ 2008150 h 2091152"/>
                <a:gd name="connsiteX129" fmla="*/ 101946 w 3073526"/>
                <a:gd name="connsiteY129" fmla="*/ 2006655 h 2091152"/>
                <a:gd name="connsiteX130" fmla="*/ 91092 w 3073526"/>
                <a:gd name="connsiteY130" fmla="*/ 1997591 h 2091152"/>
                <a:gd name="connsiteX131" fmla="*/ 90457 w 3073526"/>
                <a:gd name="connsiteY131" fmla="*/ 1987825 h 2091152"/>
                <a:gd name="connsiteX132" fmla="*/ 100201 w 3073526"/>
                <a:gd name="connsiteY132" fmla="*/ 1987190 h 2091152"/>
                <a:gd name="connsiteX133" fmla="*/ 110534 w 3073526"/>
                <a:gd name="connsiteY133" fmla="*/ 1995823 h 2091152"/>
                <a:gd name="connsiteX134" fmla="*/ 111644 w 3073526"/>
                <a:gd name="connsiteY134" fmla="*/ 2005544 h 2091152"/>
                <a:gd name="connsiteX135" fmla="*/ 106228 w 3073526"/>
                <a:gd name="connsiteY135" fmla="*/ 2008150 h 2091152"/>
                <a:gd name="connsiteX136" fmla="*/ 846994 w 3073526"/>
                <a:gd name="connsiteY136" fmla="*/ 1999902 h 2091152"/>
                <a:gd name="connsiteX137" fmla="*/ 840490 w 3073526"/>
                <a:gd name="connsiteY137" fmla="*/ 1995347 h 2091152"/>
                <a:gd name="connsiteX138" fmla="*/ 844614 w 3073526"/>
                <a:gd name="connsiteY138" fmla="*/ 1986488 h 2091152"/>
                <a:gd name="connsiteX139" fmla="*/ 857530 w 3073526"/>
                <a:gd name="connsiteY139" fmla="*/ 1981752 h 2091152"/>
                <a:gd name="connsiteX140" fmla="*/ 866413 w 3073526"/>
                <a:gd name="connsiteY140" fmla="*/ 1985830 h 2091152"/>
                <a:gd name="connsiteX141" fmla="*/ 862334 w 3073526"/>
                <a:gd name="connsiteY141" fmla="*/ 1994713 h 2091152"/>
                <a:gd name="connsiteX142" fmla="*/ 849327 w 3073526"/>
                <a:gd name="connsiteY142" fmla="*/ 1999472 h 2091152"/>
                <a:gd name="connsiteX143" fmla="*/ 846971 w 3073526"/>
                <a:gd name="connsiteY143" fmla="*/ 1999879 h 2091152"/>
                <a:gd name="connsiteX144" fmla="*/ 890115 w 3073526"/>
                <a:gd name="connsiteY144" fmla="*/ 1983768 h 2091152"/>
                <a:gd name="connsiteX145" fmla="*/ 883657 w 3073526"/>
                <a:gd name="connsiteY145" fmla="*/ 1979350 h 2091152"/>
                <a:gd name="connsiteX146" fmla="*/ 887622 w 3073526"/>
                <a:gd name="connsiteY146" fmla="*/ 1970422 h 2091152"/>
                <a:gd name="connsiteX147" fmla="*/ 900448 w 3073526"/>
                <a:gd name="connsiteY147" fmla="*/ 1965437 h 2091152"/>
                <a:gd name="connsiteX148" fmla="*/ 909398 w 3073526"/>
                <a:gd name="connsiteY148" fmla="*/ 1969357 h 2091152"/>
                <a:gd name="connsiteX149" fmla="*/ 905478 w 3073526"/>
                <a:gd name="connsiteY149" fmla="*/ 1978308 h 2091152"/>
                <a:gd name="connsiteX150" fmla="*/ 892585 w 3073526"/>
                <a:gd name="connsiteY150" fmla="*/ 1983315 h 2091152"/>
                <a:gd name="connsiteX151" fmla="*/ 890092 w 3073526"/>
                <a:gd name="connsiteY151" fmla="*/ 1983768 h 2091152"/>
                <a:gd name="connsiteX152" fmla="*/ 72783 w 3073526"/>
                <a:gd name="connsiteY152" fmla="*/ 1976608 h 2091152"/>
                <a:gd name="connsiteX153" fmla="*/ 67616 w 3073526"/>
                <a:gd name="connsiteY153" fmla="*/ 1974297 h 2091152"/>
                <a:gd name="connsiteX154" fmla="*/ 58439 w 3073526"/>
                <a:gd name="connsiteY154" fmla="*/ 1963443 h 2091152"/>
                <a:gd name="connsiteX155" fmla="*/ 59527 w 3073526"/>
                <a:gd name="connsiteY155" fmla="*/ 1953722 h 2091152"/>
                <a:gd name="connsiteX156" fmla="*/ 69248 w 3073526"/>
                <a:gd name="connsiteY156" fmla="*/ 1954787 h 2091152"/>
                <a:gd name="connsiteX157" fmla="*/ 77949 w 3073526"/>
                <a:gd name="connsiteY157" fmla="*/ 1965074 h 2091152"/>
                <a:gd name="connsiteX158" fmla="*/ 77383 w 3073526"/>
                <a:gd name="connsiteY158" fmla="*/ 1974841 h 2091152"/>
                <a:gd name="connsiteX159" fmla="*/ 72783 w 3073526"/>
                <a:gd name="connsiteY159" fmla="*/ 1976585 h 2091152"/>
                <a:gd name="connsiteX160" fmla="*/ 932896 w 3073526"/>
                <a:gd name="connsiteY160" fmla="*/ 1966819 h 2091152"/>
                <a:gd name="connsiteX161" fmla="*/ 926484 w 3073526"/>
                <a:gd name="connsiteY161" fmla="*/ 1962514 h 2091152"/>
                <a:gd name="connsiteX162" fmla="*/ 930290 w 3073526"/>
                <a:gd name="connsiteY162" fmla="*/ 1953518 h 2091152"/>
                <a:gd name="connsiteX163" fmla="*/ 943048 w 3073526"/>
                <a:gd name="connsiteY163" fmla="*/ 1948306 h 2091152"/>
                <a:gd name="connsiteX164" fmla="*/ 952066 w 3073526"/>
                <a:gd name="connsiteY164" fmla="*/ 1952068 h 2091152"/>
                <a:gd name="connsiteX165" fmla="*/ 948305 w 3073526"/>
                <a:gd name="connsiteY165" fmla="*/ 1961086 h 2091152"/>
                <a:gd name="connsiteX166" fmla="*/ 935502 w 3073526"/>
                <a:gd name="connsiteY166" fmla="*/ 1966321 h 2091152"/>
                <a:gd name="connsiteX167" fmla="*/ 932919 w 3073526"/>
                <a:gd name="connsiteY167" fmla="*/ 1966819 h 2091152"/>
                <a:gd name="connsiteX168" fmla="*/ 975428 w 3073526"/>
                <a:gd name="connsiteY168" fmla="*/ 1949190 h 2091152"/>
                <a:gd name="connsiteX169" fmla="*/ 969061 w 3073526"/>
                <a:gd name="connsiteY169" fmla="*/ 1944975 h 2091152"/>
                <a:gd name="connsiteX170" fmla="*/ 972732 w 3073526"/>
                <a:gd name="connsiteY170" fmla="*/ 1935911 h 2091152"/>
                <a:gd name="connsiteX171" fmla="*/ 985421 w 3073526"/>
                <a:gd name="connsiteY171" fmla="*/ 1930518 h 2091152"/>
                <a:gd name="connsiteX172" fmla="*/ 994485 w 3073526"/>
                <a:gd name="connsiteY172" fmla="*/ 1934144 h 2091152"/>
                <a:gd name="connsiteX173" fmla="*/ 990837 w 3073526"/>
                <a:gd name="connsiteY173" fmla="*/ 1943208 h 2091152"/>
                <a:gd name="connsiteX174" fmla="*/ 978102 w 3073526"/>
                <a:gd name="connsiteY174" fmla="*/ 1948623 h 2091152"/>
                <a:gd name="connsiteX175" fmla="*/ 975406 w 3073526"/>
                <a:gd name="connsiteY175" fmla="*/ 1949167 h 2091152"/>
                <a:gd name="connsiteX176" fmla="*/ 45365 w 3073526"/>
                <a:gd name="connsiteY176" fmla="*/ 1939650 h 2091152"/>
                <a:gd name="connsiteX177" fmla="*/ 39450 w 3073526"/>
                <a:gd name="connsiteY177" fmla="*/ 1936342 h 2091152"/>
                <a:gd name="connsiteX178" fmla="*/ 32403 w 3073526"/>
                <a:gd name="connsiteY178" fmla="*/ 1924038 h 2091152"/>
                <a:gd name="connsiteX179" fmla="*/ 35213 w 3073526"/>
                <a:gd name="connsiteY179" fmla="*/ 1914679 h 2091152"/>
                <a:gd name="connsiteX180" fmla="*/ 44571 w 3073526"/>
                <a:gd name="connsiteY180" fmla="*/ 1917489 h 2091152"/>
                <a:gd name="connsiteX181" fmla="*/ 51256 w 3073526"/>
                <a:gd name="connsiteY181" fmla="*/ 1929159 h 2091152"/>
                <a:gd name="connsiteX182" fmla="*/ 48945 w 3073526"/>
                <a:gd name="connsiteY182" fmla="*/ 1938653 h 2091152"/>
                <a:gd name="connsiteX183" fmla="*/ 45365 w 3073526"/>
                <a:gd name="connsiteY183" fmla="*/ 1939650 h 2091152"/>
                <a:gd name="connsiteX184" fmla="*/ 1017734 w 3073526"/>
                <a:gd name="connsiteY184" fmla="*/ 1930972 h 2091152"/>
                <a:gd name="connsiteX185" fmla="*/ 1011389 w 3073526"/>
                <a:gd name="connsiteY185" fmla="*/ 1926825 h 2091152"/>
                <a:gd name="connsiteX186" fmla="*/ 1014947 w 3073526"/>
                <a:gd name="connsiteY186" fmla="*/ 1917716 h 2091152"/>
                <a:gd name="connsiteX187" fmla="*/ 1027568 w 3073526"/>
                <a:gd name="connsiteY187" fmla="*/ 1912164 h 2091152"/>
                <a:gd name="connsiteX188" fmla="*/ 1036677 w 3073526"/>
                <a:gd name="connsiteY188" fmla="*/ 1915699 h 2091152"/>
                <a:gd name="connsiteX189" fmla="*/ 1033165 w 3073526"/>
                <a:gd name="connsiteY189" fmla="*/ 1924808 h 2091152"/>
                <a:gd name="connsiteX190" fmla="*/ 1020498 w 3073526"/>
                <a:gd name="connsiteY190" fmla="*/ 1930382 h 2091152"/>
                <a:gd name="connsiteX191" fmla="*/ 1017734 w 3073526"/>
                <a:gd name="connsiteY191" fmla="*/ 1930972 h 2091152"/>
                <a:gd name="connsiteX192" fmla="*/ 1059813 w 3073526"/>
                <a:gd name="connsiteY192" fmla="*/ 1912277 h 2091152"/>
                <a:gd name="connsiteX193" fmla="*/ 1053513 w 3073526"/>
                <a:gd name="connsiteY193" fmla="*/ 1908199 h 2091152"/>
                <a:gd name="connsiteX194" fmla="*/ 1056980 w 3073526"/>
                <a:gd name="connsiteY194" fmla="*/ 1899044 h 2091152"/>
                <a:gd name="connsiteX195" fmla="*/ 1069556 w 3073526"/>
                <a:gd name="connsiteY195" fmla="*/ 1893357 h 2091152"/>
                <a:gd name="connsiteX196" fmla="*/ 1078711 w 3073526"/>
                <a:gd name="connsiteY196" fmla="*/ 1896801 h 2091152"/>
                <a:gd name="connsiteX197" fmla="*/ 1075266 w 3073526"/>
                <a:gd name="connsiteY197" fmla="*/ 1905955 h 2091152"/>
                <a:gd name="connsiteX198" fmla="*/ 1062668 w 3073526"/>
                <a:gd name="connsiteY198" fmla="*/ 1911666 h 2091152"/>
                <a:gd name="connsiteX199" fmla="*/ 1059835 w 3073526"/>
                <a:gd name="connsiteY199" fmla="*/ 1912277 h 2091152"/>
                <a:gd name="connsiteX200" fmla="*/ 25084 w 3073526"/>
                <a:gd name="connsiteY200" fmla="*/ 1898364 h 2091152"/>
                <a:gd name="connsiteX201" fmla="*/ 18626 w 3073526"/>
                <a:gd name="connsiteY201" fmla="*/ 1893923 h 2091152"/>
                <a:gd name="connsiteX202" fmla="*/ 13913 w 3073526"/>
                <a:gd name="connsiteY202" fmla="*/ 1880554 h 2091152"/>
                <a:gd name="connsiteX203" fmla="*/ 18354 w 3073526"/>
                <a:gd name="connsiteY203" fmla="*/ 1871852 h 2091152"/>
                <a:gd name="connsiteX204" fmla="*/ 27056 w 3073526"/>
                <a:gd name="connsiteY204" fmla="*/ 1876294 h 2091152"/>
                <a:gd name="connsiteX205" fmla="*/ 31520 w 3073526"/>
                <a:gd name="connsiteY205" fmla="*/ 1888961 h 2091152"/>
                <a:gd name="connsiteX206" fmla="*/ 27531 w 3073526"/>
                <a:gd name="connsiteY206" fmla="*/ 1897889 h 2091152"/>
                <a:gd name="connsiteX207" fmla="*/ 25062 w 3073526"/>
                <a:gd name="connsiteY207" fmla="*/ 1898342 h 2091152"/>
                <a:gd name="connsiteX208" fmla="*/ 1101733 w 3073526"/>
                <a:gd name="connsiteY208" fmla="*/ 1893175 h 2091152"/>
                <a:gd name="connsiteX209" fmla="*/ 1095456 w 3073526"/>
                <a:gd name="connsiteY209" fmla="*/ 1889142 h 2091152"/>
                <a:gd name="connsiteX210" fmla="*/ 1098855 w 3073526"/>
                <a:gd name="connsiteY210" fmla="*/ 1879965 h 2091152"/>
                <a:gd name="connsiteX211" fmla="*/ 1111386 w 3073526"/>
                <a:gd name="connsiteY211" fmla="*/ 1874187 h 2091152"/>
                <a:gd name="connsiteX212" fmla="*/ 1120563 w 3073526"/>
                <a:gd name="connsiteY212" fmla="*/ 1877563 h 2091152"/>
                <a:gd name="connsiteX213" fmla="*/ 1117187 w 3073526"/>
                <a:gd name="connsiteY213" fmla="*/ 1886740 h 2091152"/>
                <a:gd name="connsiteX214" fmla="*/ 1104633 w 3073526"/>
                <a:gd name="connsiteY214" fmla="*/ 1892541 h 2091152"/>
                <a:gd name="connsiteX215" fmla="*/ 1101756 w 3073526"/>
                <a:gd name="connsiteY215" fmla="*/ 1893175 h 2091152"/>
                <a:gd name="connsiteX216" fmla="*/ 1143540 w 3073526"/>
                <a:gd name="connsiteY216" fmla="*/ 1873779 h 2091152"/>
                <a:gd name="connsiteX217" fmla="*/ 1137263 w 3073526"/>
                <a:gd name="connsiteY217" fmla="*/ 1869791 h 2091152"/>
                <a:gd name="connsiteX218" fmla="*/ 1140594 w 3073526"/>
                <a:gd name="connsiteY218" fmla="*/ 1860591 h 2091152"/>
                <a:gd name="connsiteX219" fmla="*/ 1153102 w 3073526"/>
                <a:gd name="connsiteY219" fmla="*/ 1854722 h 2091152"/>
                <a:gd name="connsiteX220" fmla="*/ 1162302 w 3073526"/>
                <a:gd name="connsiteY220" fmla="*/ 1858053 h 2091152"/>
                <a:gd name="connsiteX221" fmla="*/ 1158971 w 3073526"/>
                <a:gd name="connsiteY221" fmla="*/ 1867253 h 2091152"/>
                <a:gd name="connsiteX222" fmla="*/ 1146440 w 3073526"/>
                <a:gd name="connsiteY222" fmla="*/ 1873122 h 2091152"/>
                <a:gd name="connsiteX223" fmla="*/ 1143517 w 3073526"/>
                <a:gd name="connsiteY223" fmla="*/ 1873779 h 2091152"/>
                <a:gd name="connsiteX224" fmla="*/ 1185256 w 3073526"/>
                <a:gd name="connsiteY224" fmla="*/ 1854178 h 2091152"/>
                <a:gd name="connsiteX225" fmla="*/ 1179002 w 3073526"/>
                <a:gd name="connsiteY225" fmla="*/ 1850213 h 2091152"/>
                <a:gd name="connsiteX226" fmla="*/ 1182310 w 3073526"/>
                <a:gd name="connsiteY226" fmla="*/ 1841013 h 2091152"/>
                <a:gd name="connsiteX227" fmla="*/ 1194819 w 3073526"/>
                <a:gd name="connsiteY227" fmla="*/ 1835099 h 2091152"/>
                <a:gd name="connsiteX228" fmla="*/ 1204018 w 3073526"/>
                <a:gd name="connsiteY228" fmla="*/ 1838407 h 2091152"/>
                <a:gd name="connsiteX229" fmla="*/ 1200733 w 3073526"/>
                <a:gd name="connsiteY229" fmla="*/ 1847607 h 2091152"/>
                <a:gd name="connsiteX230" fmla="*/ 1188225 w 3073526"/>
                <a:gd name="connsiteY230" fmla="*/ 1853521 h 2091152"/>
                <a:gd name="connsiteX231" fmla="*/ 1185279 w 3073526"/>
                <a:gd name="connsiteY231" fmla="*/ 1854178 h 2091152"/>
                <a:gd name="connsiteX232" fmla="*/ 12417 w 3073526"/>
                <a:gd name="connsiteY232" fmla="*/ 1854133 h 2091152"/>
                <a:gd name="connsiteX233" fmla="*/ 5642 w 3073526"/>
                <a:gd name="connsiteY233" fmla="*/ 1848559 h 2091152"/>
                <a:gd name="connsiteX234" fmla="*/ 3263 w 3073526"/>
                <a:gd name="connsiteY234" fmla="*/ 1834600 h 2091152"/>
                <a:gd name="connsiteX235" fmla="*/ 9109 w 3073526"/>
                <a:gd name="connsiteY235" fmla="*/ 1826760 h 2091152"/>
                <a:gd name="connsiteX236" fmla="*/ 16949 w 3073526"/>
                <a:gd name="connsiteY236" fmla="*/ 1832606 h 2091152"/>
                <a:gd name="connsiteX237" fmla="*/ 19215 w 3073526"/>
                <a:gd name="connsiteY237" fmla="*/ 1845907 h 2091152"/>
                <a:gd name="connsiteX238" fmla="*/ 13754 w 3073526"/>
                <a:gd name="connsiteY238" fmla="*/ 1854019 h 2091152"/>
                <a:gd name="connsiteX239" fmla="*/ 12417 w 3073526"/>
                <a:gd name="connsiteY239" fmla="*/ 1854155 h 2091152"/>
                <a:gd name="connsiteX240" fmla="*/ 1226927 w 3073526"/>
                <a:gd name="connsiteY240" fmla="*/ 1834487 h 2091152"/>
                <a:gd name="connsiteX241" fmla="*/ 1220673 w 3073526"/>
                <a:gd name="connsiteY241" fmla="*/ 1830544 h 2091152"/>
                <a:gd name="connsiteX242" fmla="*/ 1223959 w 3073526"/>
                <a:gd name="connsiteY242" fmla="*/ 1821344 h 2091152"/>
                <a:gd name="connsiteX243" fmla="*/ 1236467 w 3073526"/>
                <a:gd name="connsiteY243" fmla="*/ 1815430 h 2091152"/>
                <a:gd name="connsiteX244" fmla="*/ 1245667 w 3073526"/>
                <a:gd name="connsiteY244" fmla="*/ 1818716 h 2091152"/>
                <a:gd name="connsiteX245" fmla="*/ 1242381 w 3073526"/>
                <a:gd name="connsiteY245" fmla="*/ 1827916 h 2091152"/>
                <a:gd name="connsiteX246" fmla="*/ 1229873 w 3073526"/>
                <a:gd name="connsiteY246" fmla="*/ 1833830 h 2091152"/>
                <a:gd name="connsiteX247" fmla="*/ 1226927 w 3073526"/>
                <a:gd name="connsiteY247" fmla="*/ 1834487 h 2091152"/>
                <a:gd name="connsiteX248" fmla="*/ 1268621 w 3073526"/>
                <a:gd name="connsiteY248" fmla="*/ 1814750 h 2091152"/>
                <a:gd name="connsiteX249" fmla="*/ 1262367 w 3073526"/>
                <a:gd name="connsiteY249" fmla="*/ 1810785 h 2091152"/>
                <a:gd name="connsiteX250" fmla="*/ 1265675 w 3073526"/>
                <a:gd name="connsiteY250" fmla="*/ 1801585 h 2091152"/>
                <a:gd name="connsiteX251" fmla="*/ 1278206 w 3073526"/>
                <a:gd name="connsiteY251" fmla="*/ 1795671 h 2091152"/>
                <a:gd name="connsiteX252" fmla="*/ 1287406 w 3073526"/>
                <a:gd name="connsiteY252" fmla="*/ 1798979 h 2091152"/>
                <a:gd name="connsiteX253" fmla="*/ 1284098 w 3073526"/>
                <a:gd name="connsiteY253" fmla="*/ 1808179 h 2091152"/>
                <a:gd name="connsiteX254" fmla="*/ 1271589 w 3073526"/>
                <a:gd name="connsiteY254" fmla="*/ 1814093 h 2091152"/>
                <a:gd name="connsiteX255" fmla="*/ 1268644 w 3073526"/>
                <a:gd name="connsiteY255" fmla="*/ 1814750 h 2091152"/>
                <a:gd name="connsiteX256" fmla="*/ 7160 w 3073526"/>
                <a:gd name="connsiteY256" fmla="*/ 1808406 h 2091152"/>
                <a:gd name="connsiteX257" fmla="*/ 249 w 3073526"/>
                <a:gd name="connsiteY257" fmla="*/ 1801766 h 2091152"/>
                <a:gd name="connsiteX258" fmla="*/ 0 w 3073526"/>
                <a:gd name="connsiteY258" fmla="*/ 1788488 h 2091152"/>
                <a:gd name="connsiteX259" fmla="*/ 0 w 3073526"/>
                <a:gd name="connsiteY259" fmla="*/ 1787672 h 2091152"/>
                <a:gd name="connsiteX260" fmla="*/ 6911 w 3073526"/>
                <a:gd name="connsiteY260" fmla="*/ 1780761 h 2091152"/>
                <a:gd name="connsiteX261" fmla="*/ 13822 w 3073526"/>
                <a:gd name="connsiteY261" fmla="*/ 1787672 h 2091152"/>
                <a:gd name="connsiteX262" fmla="*/ 13822 w 3073526"/>
                <a:gd name="connsiteY262" fmla="*/ 1788488 h 2091152"/>
                <a:gd name="connsiteX263" fmla="*/ 14072 w 3073526"/>
                <a:gd name="connsiteY263" fmla="*/ 1801223 h 2091152"/>
                <a:gd name="connsiteX264" fmla="*/ 7432 w 3073526"/>
                <a:gd name="connsiteY264" fmla="*/ 1808406 h 2091152"/>
                <a:gd name="connsiteX265" fmla="*/ 7160 w 3073526"/>
                <a:gd name="connsiteY265" fmla="*/ 1808406 h 2091152"/>
                <a:gd name="connsiteX266" fmla="*/ 1310360 w 3073526"/>
                <a:gd name="connsiteY266" fmla="*/ 1795104 h 2091152"/>
                <a:gd name="connsiteX267" fmla="*/ 1304106 w 3073526"/>
                <a:gd name="connsiteY267" fmla="*/ 1791117 h 2091152"/>
                <a:gd name="connsiteX268" fmla="*/ 1307437 w 3073526"/>
                <a:gd name="connsiteY268" fmla="*/ 1781917 h 2091152"/>
                <a:gd name="connsiteX269" fmla="*/ 1319990 w 3073526"/>
                <a:gd name="connsiteY269" fmla="*/ 1776048 h 2091152"/>
                <a:gd name="connsiteX270" fmla="*/ 1329167 w 3073526"/>
                <a:gd name="connsiteY270" fmla="*/ 1779379 h 2091152"/>
                <a:gd name="connsiteX271" fmla="*/ 1325836 w 3073526"/>
                <a:gd name="connsiteY271" fmla="*/ 1788578 h 2091152"/>
                <a:gd name="connsiteX272" fmla="*/ 1313306 w 3073526"/>
                <a:gd name="connsiteY272" fmla="*/ 1794447 h 2091152"/>
                <a:gd name="connsiteX273" fmla="*/ 1310383 w 3073526"/>
                <a:gd name="connsiteY273" fmla="*/ 1795104 h 2091152"/>
                <a:gd name="connsiteX274" fmla="*/ 3036660 w 3073526"/>
                <a:gd name="connsiteY274" fmla="*/ 1790301 h 2091152"/>
                <a:gd name="connsiteX275" fmla="*/ 3032468 w 3073526"/>
                <a:gd name="connsiteY275" fmla="*/ 1788873 h 2091152"/>
                <a:gd name="connsiteX276" fmla="*/ 3031176 w 3073526"/>
                <a:gd name="connsiteY276" fmla="*/ 1779175 h 2091152"/>
                <a:gd name="connsiteX277" fmla="*/ 3036682 w 3073526"/>
                <a:gd name="connsiteY277" fmla="*/ 1771448 h 2091152"/>
                <a:gd name="connsiteX278" fmla="*/ 3046267 w 3073526"/>
                <a:gd name="connsiteY278" fmla="*/ 1769477 h 2091152"/>
                <a:gd name="connsiteX279" fmla="*/ 3048239 w 3073526"/>
                <a:gd name="connsiteY279" fmla="*/ 1779062 h 2091152"/>
                <a:gd name="connsiteX280" fmla="*/ 3042166 w 3073526"/>
                <a:gd name="connsiteY280" fmla="*/ 1787604 h 2091152"/>
                <a:gd name="connsiteX281" fmla="*/ 3036682 w 3073526"/>
                <a:gd name="connsiteY281" fmla="*/ 1790323 h 2091152"/>
                <a:gd name="connsiteX282" fmla="*/ 1352167 w 3073526"/>
                <a:gd name="connsiteY282" fmla="*/ 1775640 h 2091152"/>
                <a:gd name="connsiteX283" fmla="*/ 1345890 w 3073526"/>
                <a:gd name="connsiteY283" fmla="*/ 1771629 h 2091152"/>
                <a:gd name="connsiteX284" fmla="*/ 1349266 w 3073526"/>
                <a:gd name="connsiteY284" fmla="*/ 1762452 h 2091152"/>
                <a:gd name="connsiteX285" fmla="*/ 1361843 w 3073526"/>
                <a:gd name="connsiteY285" fmla="*/ 1756651 h 2091152"/>
                <a:gd name="connsiteX286" fmla="*/ 1371020 w 3073526"/>
                <a:gd name="connsiteY286" fmla="*/ 1760027 h 2091152"/>
                <a:gd name="connsiteX287" fmla="*/ 1367643 w 3073526"/>
                <a:gd name="connsiteY287" fmla="*/ 1769205 h 2091152"/>
                <a:gd name="connsiteX288" fmla="*/ 1355090 w 3073526"/>
                <a:gd name="connsiteY288" fmla="*/ 1775005 h 2091152"/>
                <a:gd name="connsiteX289" fmla="*/ 1352190 w 3073526"/>
                <a:gd name="connsiteY289" fmla="*/ 1775640 h 2091152"/>
                <a:gd name="connsiteX290" fmla="*/ 8475 w 3073526"/>
                <a:gd name="connsiteY290" fmla="*/ 1762361 h 2091152"/>
                <a:gd name="connsiteX291" fmla="*/ 7818 w 3073526"/>
                <a:gd name="connsiteY291" fmla="*/ 1762339 h 2091152"/>
                <a:gd name="connsiteX292" fmla="*/ 1564 w 3073526"/>
                <a:gd name="connsiteY292" fmla="*/ 1754816 h 2091152"/>
                <a:gd name="connsiteX293" fmla="*/ 3104 w 3073526"/>
                <a:gd name="connsiteY293" fmla="*/ 1740835 h 2091152"/>
                <a:gd name="connsiteX294" fmla="*/ 10831 w 3073526"/>
                <a:gd name="connsiteY294" fmla="*/ 1734853 h 2091152"/>
                <a:gd name="connsiteX295" fmla="*/ 16813 w 3073526"/>
                <a:gd name="connsiteY295" fmla="*/ 1742580 h 2091152"/>
                <a:gd name="connsiteX296" fmla="*/ 15318 w 3073526"/>
                <a:gd name="connsiteY296" fmla="*/ 1756085 h 2091152"/>
                <a:gd name="connsiteX297" fmla="*/ 8452 w 3073526"/>
                <a:gd name="connsiteY297" fmla="*/ 1762361 h 2091152"/>
                <a:gd name="connsiteX298" fmla="*/ 1394087 w 3073526"/>
                <a:gd name="connsiteY298" fmla="*/ 1756447 h 2091152"/>
                <a:gd name="connsiteX299" fmla="*/ 1387788 w 3073526"/>
                <a:gd name="connsiteY299" fmla="*/ 1752391 h 2091152"/>
                <a:gd name="connsiteX300" fmla="*/ 1391232 w 3073526"/>
                <a:gd name="connsiteY300" fmla="*/ 1743237 h 2091152"/>
                <a:gd name="connsiteX301" fmla="*/ 1403831 w 3073526"/>
                <a:gd name="connsiteY301" fmla="*/ 1737549 h 2091152"/>
                <a:gd name="connsiteX302" fmla="*/ 1412985 w 3073526"/>
                <a:gd name="connsiteY302" fmla="*/ 1741016 h 2091152"/>
                <a:gd name="connsiteX303" fmla="*/ 1409518 w 3073526"/>
                <a:gd name="connsiteY303" fmla="*/ 1750148 h 2091152"/>
                <a:gd name="connsiteX304" fmla="*/ 1396942 w 3073526"/>
                <a:gd name="connsiteY304" fmla="*/ 1755835 h 2091152"/>
                <a:gd name="connsiteX305" fmla="*/ 1394087 w 3073526"/>
                <a:gd name="connsiteY305" fmla="*/ 1756447 h 2091152"/>
                <a:gd name="connsiteX306" fmla="*/ 3056985 w 3073526"/>
                <a:gd name="connsiteY306" fmla="*/ 1753456 h 2091152"/>
                <a:gd name="connsiteX307" fmla="*/ 3054583 w 3073526"/>
                <a:gd name="connsiteY307" fmla="*/ 1753026 h 2091152"/>
                <a:gd name="connsiteX308" fmla="*/ 3050505 w 3073526"/>
                <a:gd name="connsiteY308" fmla="*/ 1744143 h 2091152"/>
                <a:gd name="connsiteX309" fmla="*/ 3054515 w 3073526"/>
                <a:gd name="connsiteY309" fmla="*/ 1731590 h 2091152"/>
                <a:gd name="connsiteX310" fmla="*/ 3062990 w 3073526"/>
                <a:gd name="connsiteY310" fmla="*/ 1726695 h 2091152"/>
                <a:gd name="connsiteX311" fmla="*/ 3067885 w 3073526"/>
                <a:gd name="connsiteY311" fmla="*/ 1735170 h 2091152"/>
                <a:gd name="connsiteX312" fmla="*/ 3063489 w 3073526"/>
                <a:gd name="connsiteY312" fmla="*/ 1748947 h 2091152"/>
                <a:gd name="connsiteX313" fmla="*/ 3057008 w 3073526"/>
                <a:gd name="connsiteY313" fmla="*/ 1753456 h 2091152"/>
                <a:gd name="connsiteX314" fmla="*/ 1436143 w 3073526"/>
                <a:gd name="connsiteY314" fmla="*/ 1737617 h 2091152"/>
                <a:gd name="connsiteX315" fmla="*/ 1429821 w 3073526"/>
                <a:gd name="connsiteY315" fmla="*/ 1733493 h 2091152"/>
                <a:gd name="connsiteX316" fmla="*/ 1433356 w 3073526"/>
                <a:gd name="connsiteY316" fmla="*/ 1724384 h 2091152"/>
                <a:gd name="connsiteX317" fmla="*/ 1446023 w 3073526"/>
                <a:gd name="connsiteY317" fmla="*/ 1718810 h 2091152"/>
                <a:gd name="connsiteX318" fmla="*/ 1455132 w 3073526"/>
                <a:gd name="connsiteY318" fmla="*/ 1722367 h 2091152"/>
                <a:gd name="connsiteX319" fmla="*/ 1451575 w 3073526"/>
                <a:gd name="connsiteY319" fmla="*/ 1731476 h 2091152"/>
                <a:gd name="connsiteX320" fmla="*/ 1438953 w 3073526"/>
                <a:gd name="connsiteY320" fmla="*/ 1737028 h 2091152"/>
                <a:gd name="connsiteX321" fmla="*/ 1436166 w 3073526"/>
                <a:gd name="connsiteY321" fmla="*/ 1737617 h 2091152"/>
                <a:gd name="connsiteX322" fmla="*/ 1478381 w 3073526"/>
                <a:gd name="connsiteY322" fmla="*/ 1719263 h 2091152"/>
                <a:gd name="connsiteX323" fmla="*/ 1472014 w 3073526"/>
                <a:gd name="connsiteY323" fmla="*/ 1715071 h 2091152"/>
                <a:gd name="connsiteX324" fmla="*/ 1475639 w 3073526"/>
                <a:gd name="connsiteY324" fmla="*/ 1705984 h 2091152"/>
                <a:gd name="connsiteX325" fmla="*/ 1488374 w 3073526"/>
                <a:gd name="connsiteY325" fmla="*/ 1700546 h 2091152"/>
                <a:gd name="connsiteX326" fmla="*/ 1497438 w 3073526"/>
                <a:gd name="connsiteY326" fmla="*/ 1704194 h 2091152"/>
                <a:gd name="connsiteX327" fmla="*/ 1493789 w 3073526"/>
                <a:gd name="connsiteY327" fmla="*/ 1713258 h 2091152"/>
                <a:gd name="connsiteX328" fmla="*/ 1481100 w 3073526"/>
                <a:gd name="connsiteY328" fmla="*/ 1718674 h 2091152"/>
                <a:gd name="connsiteX329" fmla="*/ 1478381 w 3073526"/>
                <a:gd name="connsiteY329" fmla="*/ 1719240 h 2091152"/>
                <a:gd name="connsiteX330" fmla="*/ 15318 w 3073526"/>
                <a:gd name="connsiteY330" fmla="*/ 1716793 h 2091152"/>
                <a:gd name="connsiteX331" fmla="*/ 13913 w 3073526"/>
                <a:gd name="connsiteY331" fmla="*/ 1716657 h 2091152"/>
                <a:gd name="connsiteX332" fmla="*/ 8543 w 3073526"/>
                <a:gd name="connsiteY332" fmla="*/ 1708499 h 2091152"/>
                <a:gd name="connsiteX333" fmla="*/ 11579 w 3073526"/>
                <a:gd name="connsiteY333" fmla="*/ 1694791 h 2091152"/>
                <a:gd name="connsiteX334" fmla="*/ 19895 w 3073526"/>
                <a:gd name="connsiteY334" fmla="*/ 1689647 h 2091152"/>
                <a:gd name="connsiteX335" fmla="*/ 25016 w 3073526"/>
                <a:gd name="connsiteY335" fmla="*/ 1697963 h 2091152"/>
                <a:gd name="connsiteX336" fmla="*/ 22071 w 3073526"/>
                <a:gd name="connsiteY336" fmla="*/ 1711264 h 2091152"/>
                <a:gd name="connsiteX337" fmla="*/ 15318 w 3073526"/>
                <a:gd name="connsiteY337" fmla="*/ 1716770 h 2091152"/>
                <a:gd name="connsiteX338" fmla="*/ 3066298 w 3073526"/>
                <a:gd name="connsiteY338" fmla="*/ 1708499 h 2091152"/>
                <a:gd name="connsiteX339" fmla="*/ 3065868 w 3073526"/>
                <a:gd name="connsiteY339" fmla="*/ 1708499 h 2091152"/>
                <a:gd name="connsiteX340" fmla="*/ 3059387 w 3073526"/>
                <a:gd name="connsiteY340" fmla="*/ 1701180 h 2091152"/>
                <a:gd name="connsiteX341" fmla="*/ 3059682 w 3073526"/>
                <a:gd name="connsiteY341" fmla="*/ 1691165 h 2091152"/>
                <a:gd name="connsiteX342" fmla="*/ 3059659 w 3073526"/>
                <a:gd name="connsiteY342" fmla="*/ 1687902 h 2091152"/>
                <a:gd name="connsiteX343" fmla="*/ 3066434 w 3073526"/>
                <a:gd name="connsiteY343" fmla="*/ 1680855 h 2091152"/>
                <a:gd name="connsiteX344" fmla="*/ 3073482 w 3073526"/>
                <a:gd name="connsiteY344" fmla="*/ 1687630 h 2091152"/>
                <a:gd name="connsiteX345" fmla="*/ 3073527 w 3073526"/>
                <a:gd name="connsiteY345" fmla="*/ 1691165 h 2091152"/>
                <a:gd name="connsiteX346" fmla="*/ 3073210 w 3073526"/>
                <a:gd name="connsiteY346" fmla="*/ 1701996 h 2091152"/>
                <a:gd name="connsiteX347" fmla="*/ 3066321 w 3073526"/>
                <a:gd name="connsiteY347" fmla="*/ 1708499 h 2091152"/>
                <a:gd name="connsiteX348" fmla="*/ 1520822 w 3073526"/>
                <a:gd name="connsiteY348" fmla="*/ 1701339 h 2091152"/>
                <a:gd name="connsiteX349" fmla="*/ 1514432 w 3073526"/>
                <a:gd name="connsiteY349" fmla="*/ 1697079 h 2091152"/>
                <a:gd name="connsiteX350" fmla="*/ 1518149 w 3073526"/>
                <a:gd name="connsiteY350" fmla="*/ 1688038 h 2091152"/>
                <a:gd name="connsiteX351" fmla="*/ 1530951 w 3073526"/>
                <a:gd name="connsiteY351" fmla="*/ 1682735 h 2091152"/>
                <a:gd name="connsiteX352" fmla="*/ 1539970 w 3073526"/>
                <a:gd name="connsiteY352" fmla="*/ 1686497 h 2091152"/>
                <a:gd name="connsiteX353" fmla="*/ 1536208 w 3073526"/>
                <a:gd name="connsiteY353" fmla="*/ 1695516 h 2091152"/>
                <a:gd name="connsiteX354" fmla="*/ 1523451 w 3073526"/>
                <a:gd name="connsiteY354" fmla="*/ 1700795 h 2091152"/>
                <a:gd name="connsiteX355" fmla="*/ 1520800 w 3073526"/>
                <a:gd name="connsiteY355" fmla="*/ 1701317 h 2091152"/>
                <a:gd name="connsiteX356" fmla="*/ 1563445 w 3073526"/>
                <a:gd name="connsiteY356" fmla="*/ 1683868 h 2091152"/>
                <a:gd name="connsiteX357" fmla="*/ 1557032 w 3073526"/>
                <a:gd name="connsiteY357" fmla="*/ 1679540 h 2091152"/>
                <a:gd name="connsiteX358" fmla="*/ 1560862 w 3073526"/>
                <a:gd name="connsiteY358" fmla="*/ 1670545 h 2091152"/>
                <a:gd name="connsiteX359" fmla="*/ 1573710 w 3073526"/>
                <a:gd name="connsiteY359" fmla="*/ 1665401 h 2091152"/>
                <a:gd name="connsiteX360" fmla="*/ 1582683 w 3073526"/>
                <a:gd name="connsiteY360" fmla="*/ 1669253 h 2091152"/>
                <a:gd name="connsiteX361" fmla="*/ 1578831 w 3073526"/>
                <a:gd name="connsiteY361" fmla="*/ 1678226 h 2091152"/>
                <a:gd name="connsiteX362" fmla="*/ 1566028 w 3073526"/>
                <a:gd name="connsiteY362" fmla="*/ 1683370 h 2091152"/>
                <a:gd name="connsiteX363" fmla="*/ 1563445 w 3073526"/>
                <a:gd name="connsiteY363" fmla="*/ 1683868 h 2091152"/>
                <a:gd name="connsiteX364" fmla="*/ 26761 w 3073526"/>
                <a:gd name="connsiteY364" fmla="*/ 1672154 h 2091152"/>
                <a:gd name="connsiteX365" fmla="*/ 24744 w 3073526"/>
                <a:gd name="connsiteY365" fmla="*/ 1671859 h 2091152"/>
                <a:gd name="connsiteX366" fmla="*/ 20144 w 3073526"/>
                <a:gd name="connsiteY366" fmla="*/ 1663226 h 2091152"/>
                <a:gd name="connsiteX367" fmla="*/ 24404 w 3073526"/>
                <a:gd name="connsiteY367" fmla="*/ 1649879 h 2091152"/>
                <a:gd name="connsiteX368" fmla="*/ 33151 w 3073526"/>
                <a:gd name="connsiteY368" fmla="*/ 1645506 h 2091152"/>
                <a:gd name="connsiteX369" fmla="*/ 37524 w 3073526"/>
                <a:gd name="connsiteY369" fmla="*/ 1654252 h 2091152"/>
                <a:gd name="connsiteX370" fmla="*/ 33355 w 3073526"/>
                <a:gd name="connsiteY370" fmla="*/ 1667259 h 2091152"/>
                <a:gd name="connsiteX371" fmla="*/ 26738 w 3073526"/>
                <a:gd name="connsiteY371" fmla="*/ 1672154 h 2091152"/>
                <a:gd name="connsiteX372" fmla="*/ 1606272 w 3073526"/>
                <a:gd name="connsiteY372" fmla="*/ 1666896 h 2091152"/>
                <a:gd name="connsiteX373" fmla="*/ 1599836 w 3073526"/>
                <a:gd name="connsiteY373" fmla="*/ 1662501 h 2091152"/>
                <a:gd name="connsiteX374" fmla="*/ 1603756 w 3073526"/>
                <a:gd name="connsiteY374" fmla="*/ 1653550 h 2091152"/>
                <a:gd name="connsiteX375" fmla="*/ 1616672 w 3073526"/>
                <a:gd name="connsiteY375" fmla="*/ 1648542 h 2091152"/>
                <a:gd name="connsiteX376" fmla="*/ 1625600 w 3073526"/>
                <a:gd name="connsiteY376" fmla="*/ 1652508 h 2091152"/>
                <a:gd name="connsiteX377" fmla="*/ 1621635 w 3073526"/>
                <a:gd name="connsiteY377" fmla="*/ 1661435 h 2091152"/>
                <a:gd name="connsiteX378" fmla="*/ 1608764 w 3073526"/>
                <a:gd name="connsiteY378" fmla="*/ 1666421 h 2091152"/>
                <a:gd name="connsiteX379" fmla="*/ 1606249 w 3073526"/>
                <a:gd name="connsiteY379" fmla="*/ 1666896 h 2091152"/>
                <a:gd name="connsiteX380" fmla="*/ 3063194 w 3073526"/>
                <a:gd name="connsiteY380" fmla="*/ 1662636 h 2091152"/>
                <a:gd name="connsiteX381" fmla="*/ 3056419 w 3073526"/>
                <a:gd name="connsiteY381" fmla="*/ 1656994 h 2091152"/>
                <a:gd name="connsiteX382" fmla="*/ 3053496 w 3073526"/>
                <a:gd name="connsiteY382" fmla="*/ 1643942 h 2091152"/>
                <a:gd name="connsiteX383" fmla="*/ 3058458 w 3073526"/>
                <a:gd name="connsiteY383" fmla="*/ 1635513 h 2091152"/>
                <a:gd name="connsiteX384" fmla="*/ 3066887 w 3073526"/>
                <a:gd name="connsiteY384" fmla="*/ 1640475 h 2091152"/>
                <a:gd name="connsiteX385" fmla="*/ 3069992 w 3073526"/>
                <a:gd name="connsiteY385" fmla="*/ 1654411 h 2091152"/>
                <a:gd name="connsiteX386" fmla="*/ 3064486 w 3073526"/>
                <a:gd name="connsiteY386" fmla="*/ 1662478 h 2091152"/>
                <a:gd name="connsiteX387" fmla="*/ 3063194 w 3073526"/>
                <a:gd name="connsiteY387" fmla="*/ 1662591 h 2091152"/>
                <a:gd name="connsiteX388" fmla="*/ 1649302 w 3073526"/>
                <a:gd name="connsiteY388" fmla="*/ 1650377 h 2091152"/>
                <a:gd name="connsiteX389" fmla="*/ 1642822 w 3073526"/>
                <a:gd name="connsiteY389" fmla="*/ 1645891 h 2091152"/>
                <a:gd name="connsiteX390" fmla="*/ 1646855 w 3073526"/>
                <a:gd name="connsiteY390" fmla="*/ 1636986 h 2091152"/>
                <a:gd name="connsiteX391" fmla="*/ 1659816 w 3073526"/>
                <a:gd name="connsiteY391" fmla="*/ 1632137 h 2091152"/>
                <a:gd name="connsiteX392" fmla="*/ 1668699 w 3073526"/>
                <a:gd name="connsiteY392" fmla="*/ 1636193 h 2091152"/>
                <a:gd name="connsiteX393" fmla="*/ 1664643 w 3073526"/>
                <a:gd name="connsiteY393" fmla="*/ 1645075 h 2091152"/>
                <a:gd name="connsiteX394" fmla="*/ 1651727 w 3073526"/>
                <a:gd name="connsiteY394" fmla="*/ 1649924 h 2091152"/>
                <a:gd name="connsiteX395" fmla="*/ 1649302 w 3073526"/>
                <a:gd name="connsiteY395" fmla="*/ 1650377 h 2091152"/>
                <a:gd name="connsiteX396" fmla="*/ 1692537 w 3073526"/>
                <a:gd name="connsiteY396" fmla="*/ 1634403 h 2091152"/>
                <a:gd name="connsiteX397" fmla="*/ 1686034 w 3073526"/>
                <a:gd name="connsiteY397" fmla="*/ 1629848 h 2091152"/>
                <a:gd name="connsiteX398" fmla="*/ 1690180 w 3073526"/>
                <a:gd name="connsiteY398" fmla="*/ 1620988 h 2091152"/>
                <a:gd name="connsiteX399" fmla="*/ 1703210 w 3073526"/>
                <a:gd name="connsiteY399" fmla="*/ 1616275 h 2091152"/>
                <a:gd name="connsiteX400" fmla="*/ 1712047 w 3073526"/>
                <a:gd name="connsiteY400" fmla="*/ 1620444 h 2091152"/>
                <a:gd name="connsiteX401" fmla="*/ 1707877 w 3073526"/>
                <a:gd name="connsiteY401" fmla="*/ 1629282 h 2091152"/>
                <a:gd name="connsiteX402" fmla="*/ 1694893 w 3073526"/>
                <a:gd name="connsiteY402" fmla="*/ 1633972 h 2091152"/>
                <a:gd name="connsiteX403" fmla="*/ 1692537 w 3073526"/>
                <a:gd name="connsiteY403" fmla="*/ 1634380 h 2091152"/>
                <a:gd name="connsiteX404" fmla="*/ 42056 w 3073526"/>
                <a:gd name="connsiteY404" fmla="*/ 1628670 h 2091152"/>
                <a:gd name="connsiteX405" fmla="*/ 39518 w 3073526"/>
                <a:gd name="connsiteY405" fmla="*/ 1628194 h 2091152"/>
                <a:gd name="connsiteX406" fmla="*/ 35644 w 3073526"/>
                <a:gd name="connsiteY406" fmla="*/ 1619221 h 2091152"/>
                <a:gd name="connsiteX407" fmla="*/ 40946 w 3073526"/>
                <a:gd name="connsiteY407" fmla="*/ 1606282 h 2091152"/>
                <a:gd name="connsiteX408" fmla="*/ 50010 w 3073526"/>
                <a:gd name="connsiteY408" fmla="*/ 1602611 h 2091152"/>
                <a:gd name="connsiteX409" fmla="*/ 53681 w 3073526"/>
                <a:gd name="connsiteY409" fmla="*/ 1611675 h 2091152"/>
                <a:gd name="connsiteX410" fmla="*/ 48492 w 3073526"/>
                <a:gd name="connsiteY410" fmla="*/ 1624319 h 2091152"/>
                <a:gd name="connsiteX411" fmla="*/ 42056 w 3073526"/>
                <a:gd name="connsiteY411" fmla="*/ 1628692 h 2091152"/>
                <a:gd name="connsiteX412" fmla="*/ 1735930 w 3073526"/>
                <a:gd name="connsiteY412" fmla="*/ 1618949 h 2091152"/>
                <a:gd name="connsiteX413" fmla="*/ 1729404 w 3073526"/>
                <a:gd name="connsiteY413" fmla="*/ 1614326 h 2091152"/>
                <a:gd name="connsiteX414" fmla="*/ 1733641 w 3073526"/>
                <a:gd name="connsiteY414" fmla="*/ 1605512 h 2091152"/>
                <a:gd name="connsiteX415" fmla="*/ 1746739 w 3073526"/>
                <a:gd name="connsiteY415" fmla="*/ 1600957 h 2091152"/>
                <a:gd name="connsiteX416" fmla="*/ 1755531 w 3073526"/>
                <a:gd name="connsiteY416" fmla="*/ 1605240 h 2091152"/>
                <a:gd name="connsiteX417" fmla="*/ 1751248 w 3073526"/>
                <a:gd name="connsiteY417" fmla="*/ 1614032 h 2091152"/>
                <a:gd name="connsiteX418" fmla="*/ 1738219 w 3073526"/>
                <a:gd name="connsiteY418" fmla="*/ 1618564 h 2091152"/>
                <a:gd name="connsiteX419" fmla="*/ 1735930 w 3073526"/>
                <a:gd name="connsiteY419" fmla="*/ 1618949 h 2091152"/>
                <a:gd name="connsiteX420" fmla="*/ 3049870 w 3073526"/>
                <a:gd name="connsiteY420" fmla="*/ 1618586 h 2091152"/>
                <a:gd name="connsiteX421" fmla="*/ 3043503 w 3073526"/>
                <a:gd name="connsiteY421" fmla="*/ 1614349 h 2091152"/>
                <a:gd name="connsiteX422" fmla="*/ 3037951 w 3073526"/>
                <a:gd name="connsiteY422" fmla="*/ 1602135 h 2091152"/>
                <a:gd name="connsiteX423" fmla="*/ 3041124 w 3073526"/>
                <a:gd name="connsiteY423" fmla="*/ 1592890 h 2091152"/>
                <a:gd name="connsiteX424" fmla="*/ 3050369 w 3073526"/>
                <a:gd name="connsiteY424" fmla="*/ 1596062 h 2091152"/>
                <a:gd name="connsiteX425" fmla="*/ 3056260 w 3073526"/>
                <a:gd name="connsiteY425" fmla="*/ 1609024 h 2091152"/>
                <a:gd name="connsiteX426" fmla="*/ 3052567 w 3073526"/>
                <a:gd name="connsiteY426" fmla="*/ 1618065 h 2091152"/>
                <a:gd name="connsiteX427" fmla="*/ 3049893 w 3073526"/>
                <a:gd name="connsiteY427" fmla="*/ 1618609 h 2091152"/>
                <a:gd name="connsiteX428" fmla="*/ 1779550 w 3073526"/>
                <a:gd name="connsiteY428" fmla="*/ 1604039 h 2091152"/>
                <a:gd name="connsiteX429" fmla="*/ 1773001 w 3073526"/>
                <a:gd name="connsiteY429" fmla="*/ 1599326 h 2091152"/>
                <a:gd name="connsiteX430" fmla="*/ 1777352 w 3073526"/>
                <a:gd name="connsiteY430" fmla="*/ 1590579 h 2091152"/>
                <a:gd name="connsiteX431" fmla="*/ 1790494 w 3073526"/>
                <a:gd name="connsiteY431" fmla="*/ 1586206 h 2091152"/>
                <a:gd name="connsiteX432" fmla="*/ 1799218 w 3073526"/>
                <a:gd name="connsiteY432" fmla="*/ 1590601 h 2091152"/>
                <a:gd name="connsiteX433" fmla="*/ 1794822 w 3073526"/>
                <a:gd name="connsiteY433" fmla="*/ 1599326 h 2091152"/>
                <a:gd name="connsiteX434" fmla="*/ 1781725 w 3073526"/>
                <a:gd name="connsiteY434" fmla="*/ 1603676 h 2091152"/>
                <a:gd name="connsiteX435" fmla="*/ 1779527 w 3073526"/>
                <a:gd name="connsiteY435" fmla="*/ 1604039 h 2091152"/>
                <a:gd name="connsiteX436" fmla="*/ 1823351 w 3073526"/>
                <a:gd name="connsiteY436" fmla="*/ 1589695 h 2091152"/>
                <a:gd name="connsiteX437" fmla="*/ 1816780 w 3073526"/>
                <a:gd name="connsiteY437" fmla="*/ 1584891 h 2091152"/>
                <a:gd name="connsiteX438" fmla="*/ 1821243 w 3073526"/>
                <a:gd name="connsiteY438" fmla="*/ 1576190 h 2091152"/>
                <a:gd name="connsiteX439" fmla="*/ 1834454 w 3073526"/>
                <a:gd name="connsiteY439" fmla="*/ 1571998 h 2091152"/>
                <a:gd name="connsiteX440" fmla="*/ 1843133 w 3073526"/>
                <a:gd name="connsiteY440" fmla="*/ 1576507 h 2091152"/>
                <a:gd name="connsiteX441" fmla="*/ 1838624 w 3073526"/>
                <a:gd name="connsiteY441" fmla="*/ 1585186 h 2091152"/>
                <a:gd name="connsiteX442" fmla="*/ 1825481 w 3073526"/>
                <a:gd name="connsiteY442" fmla="*/ 1589378 h 2091152"/>
                <a:gd name="connsiteX443" fmla="*/ 1823373 w 3073526"/>
                <a:gd name="connsiteY443" fmla="*/ 1589718 h 2091152"/>
                <a:gd name="connsiteX444" fmla="*/ 60592 w 3073526"/>
                <a:gd name="connsiteY444" fmla="*/ 1586477 h 2091152"/>
                <a:gd name="connsiteX445" fmla="*/ 57601 w 3073526"/>
                <a:gd name="connsiteY445" fmla="*/ 1585798 h 2091152"/>
                <a:gd name="connsiteX446" fmla="*/ 54383 w 3073526"/>
                <a:gd name="connsiteY446" fmla="*/ 1576575 h 2091152"/>
                <a:gd name="connsiteX447" fmla="*/ 60569 w 3073526"/>
                <a:gd name="connsiteY447" fmla="*/ 1564067 h 2091152"/>
                <a:gd name="connsiteX448" fmla="*/ 69860 w 3073526"/>
                <a:gd name="connsiteY448" fmla="*/ 1561031 h 2091152"/>
                <a:gd name="connsiteX449" fmla="*/ 72896 w 3073526"/>
                <a:gd name="connsiteY449" fmla="*/ 1570321 h 2091152"/>
                <a:gd name="connsiteX450" fmla="*/ 66823 w 3073526"/>
                <a:gd name="connsiteY450" fmla="*/ 1582603 h 2091152"/>
                <a:gd name="connsiteX451" fmla="*/ 60592 w 3073526"/>
                <a:gd name="connsiteY451" fmla="*/ 1586523 h 2091152"/>
                <a:gd name="connsiteX452" fmla="*/ 3028072 w 3073526"/>
                <a:gd name="connsiteY452" fmla="*/ 1578071 h 2091152"/>
                <a:gd name="connsiteX453" fmla="*/ 3022316 w 3073526"/>
                <a:gd name="connsiteY453" fmla="*/ 1575012 h 2091152"/>
                <a:gd name="connsiteX454" fmla="*/ 3014521 w 3073526"/>
                <a:gd name="connsiteY454" fmla="*/ 1564090 h 2091152"/>
                <a:gd name="connsiteX455" fmla="*/ 3015858 w 3073526"/>
                <a:gd name="connsiteY455" fmla="*/ 1554414 h 2091152"/>
                <a:gd name="connsiteX456" fmla="*/ 3025534 w 3073526"/>
                <a:gd name="connsiteY456" fmla="*/ 1555751 h 2091152"/>
                <a:gd name="connsiteX457" fmla="*/ 3033805 w 3073526"/>
                <a:gd name="connsiteY457" fmla="*/ 1567330 h 2091152"/>
                <a:gd name="connsiteX458" fmla="*/ 3031924 w 3073526"/>
                <a:gd name="connsiteY458" fmla="*/ 1576915 h 2091152"/>
                <a:gd name="connsiteX459" fmla="*/ 3028072 w 3073526"/>
                <a:gd name="connsiteY459" fmla="*/ 1578094 h 2091152"/>
                <a:gd name="connsiteX460" fmla="*/ 1867333 w 3073526"/>
                <a:gd name="connsiteY460" fmla="*/ 1575918 h 2091152"/>
                <a:gd name="connsiteX461" fmla="*/ 1860717 w 3073526"/>
                <a:gd name="connsiteY461" fmla="*/ 1571024 h 2091152"/>
                <a:gd name="connsiteX462" fmla="*/ 1865316 w 3073526"/>
                <a:gd name="connsiteY462" fmla="*/ 1562390 h 2091152"/>
                <a:gd name="connsiteX463" fmla="*/ 1878572 w 3073526"/>
                <a:gd name="connsiteY463" fmla="*/ 1558380 h 2091152"/>
                <a:gd name="connsiteX464" fmla="*/ 1887183 w 3073526"/>
                <a:gd name="connsiteY464" fmla="*/ 1563002 h 2091152"/>
                <a:gd name="connsiteX465" fmla="*/ 1882560 w 3073526"/>
                <a:gd name="connsiteY465" fmla="*/ 1571613 h 2091152"/>
                <a:gd name="connsiteX466" fmla="*/ 1869350 w 3073526"/>
                <a:gd name="connsiteY466" fmla="*/ 1575623 h 2091152"/>
                <a:gd name="connsiteX467" fmla="*/ 1867333 w 3073526"/>
                <a:gd name="connsiteY467" fmla="*/ 1575918 h 2091152"/>
                <a:gd name="connsiteX468" fmla="*/ 1911497 w 3073526"/>
                <a:gd name="connsiteY468" fmla="*/ 1562753 h 2091152"/>
                <a:gd name="connsiteX469" fmla="*/ 1904858 w 3073526"/>
                <a:gd name="connsiteY469" fmla="*/ 1557768 h 2091152"/>
                <a:gd name="connsiteX470" fmla="*/ 1909571 w 3073526"/>
                <a:gd name="connsiteY470" fmla="*/ 1549203 h 2091152"/>
                <a:gd name="connsiteX471" fmla="*/ 1922894 w 3073526"/>
                <a:gd name="connsiteY471" fmla="*/ 1545350 h 2091152"/>
                <a:gd name="connsiteX472" fmla="*/ 1931437 w 3073526"/>
                <a:gd name="connsiteY472" fmla="*/ 1550086 h 2091152"/>
                <a:gd name="connsiteX473" fmla="*/ 1926701 w 3073526"/>
                <a:gd name="connsiteY473" fmla="*/ 1558629 h 2091152"/>
                <a:gd name="connsiteX474" fmla="*/ 1913445 w 3073526"/>
                <a:gd name="connsiteY474" fmla="*/ 1562458 h 2091152"/>
                <a:gd name="connsiteX475" fmla="*/ 1911519 w 3073526"/>
                <a:gd name="connsiteY475" fmla="*/ 1562730 h 2091152"/>
                <a:gd name="connsiteX476" fmla="*/ 1955864 w 3073526"/>
                <a:gd name="connsiteY476" fmla="*/ 1550199 h 2091152"/>
                <a:gd name="connsiteX477" fmla="*/ 1949202 w 3073526"/>
                <a:gd name="connsiteY477" fmla="*/ 1545124 h 2091152"/>
                <a:gd name="connsiteX478" fmla="*/ 1954029 w 3073526"/>
                <a:gd name="connsiteY478" fmla="*/ 1536626 h 2091152"/>
                <a:gd name="connsiteX479" fmla="*/ 1967398 w 3073526"/>
                <a:gd name="connsiteY479" fmla="*/ 1532978 h 2091152"/>
                <a:gd name="connsiteX480" fmla="*/ 1975873 w 3073526"/>
                <a:gd name="connsiteY480" fmla="*/ 1537827 h 2091152"/>
                <a:gd name="connsiteX481" fmla="*/ 1971001 w 3073526"/>
                <a:gd name="connsiteY481" fmla="*/ 1546302 h 2091152"/>
                <a:gd name="connsiteX482" fmla="*/ 1957677 w 3073526"/>
                <a:gd name="connsiteY482" fmla="*/ 1549950 h 2091152"/>
                <a:gd name="connsiteX483" fmla="*/ 1955842 w 3073526"/>
                <a:gd name="connsiteY483" fmla="*/ 1550199 h 2091152"/>
                <a:gd name="connsiteX484" fmla="*/ 81914 w 3073526"/>
                <a:gd name="connsiteY484" fmla="*/ 1545668 h 2091152"/>
                <a:gd name="connsiteX485" fmla="*/ 78538 w 3073526"/>
                <a:gd name="connsiteY485" fmla="*/ 1544784 h 2091152"/>
                <a:gd name="connsiteX486" fmla="*/ 75910 w 3073526"/>
                <a:gd name="connsiteY486" fmla="*/ 1535380 h 2091152"/>
                <a:gd name="connsiteX487" fmla="*/ 82889 w 3073526"/>
                <a:gd name="connsiteY487" fmla="*/ 1523302 h 2091152"/>
                <a:gd name="connsiteX488" fmla="*/ 92361 w 3073526"/>
                <a:gd name="connsiteY488" fmla="*/ 1520855 h 2091152"/>
                <a:gd name="connsiteX489" fmla="*/ 94808 w 3073526"/>
                <a:gd name="connsiteY489" fmla="*/ 1530327 h 2091152"/>
                <a:gd name="connsiteX490" fmla="*/ 87965 w 3073526"/>
                <a:gd name="connsiteY490" fmla="*/ 1542178 h 2091152"/>
                <a:gd name="connsiteX491" fmla="*/ 81937 w 3073526"/>
                <a:gd name="connsiteY491" fmla="*/ 1545690 h 2091152"/>
                <a:gd name="connsiteX492" fmla="*/ 2998841 w 3073526"/>
                <a:gd name="connsiteY492" fmla="*/ 1542540 h 2091152"/>
                <a:gd name="connsiteX493" fmla="*/ 2993969 w 3073526"/>
                <a:gd name="connsiteY493" fmla="*/ 1540524 h 2091152"/>
                <a:gd name="connsiteX494" fmla="*/ 2984180 w 3073526"/>
                <a:gd name="connsiteY494" fmla="*/ 1531392 h 2091152"/>
                <a:gd name="connsiteX495" fmla="*/ 2983545 w 3073526"/>
                <a:gd name="connsiteY495" fmla="*/ 1521626 h 2091152"/>
                <a:gd name="connsiteX496" fmla="*/ 2993289 w 3073526"/>
                <a:gd name="connsiteY496" fmla="*/ 1520968 h 2091152"/>
                <a:gd name="connsiteX497" fmla="*/ 3003712 w 3073526"/>
                <a:gd name="connsiteY497" fmla="*/ 1530690 h 2091152"/>
                <a:gd name="connsiteX498" fmla="*/ 3003758 w 3073526"/>
                <a:gd name="connsiteY498" fmla="*/ 1540456 h 2091152"/>
                <a:gd name="connsiteX499" fmla="*/ 2998863 w 3073526"/>
                <a:gd name="connsiteY499" fmla="*/ 1542495 h 2091152"/>
                <a:gd name="connsiteX500" fmla="*/ 2000390 w 3073526"/>
                <a:gd name="connsiteY500" fmla="*/ 1538280 h 2091152"/>
                <a:gd name="connsiteX501" fmla="*/ 1993706 w 3073526"/>
                <a:gd name="connsiteY501" fmla="*/ 1533114 h 2091152"/>
                <a:gd name="connsiteX502" fmla="*/ 1998646 w 3073526"/>
                <a:gd name="connsiteY502" fmla="*/ 1524685 h 2091152"/>
                <a:gd name="connsiteX503" fmla="*/ 2012083 w 3073526"/>
                <a:gd name="connsiteY503" fmla="*/ 1521240 h 2091152"/>
                <a:gd name="connsiteX504" fmla="*/ 2020489 w 3073526"/>
                <a:gd name="connsiteY504" fmla="*/ 1526226 h 2091152"/>
                <a:gd name="connsiteX505" fmla="*/ 2015504 w 3073526"/>
                <a:gd name="connsiteY505" fmla="*/ 1534632 h 2091152"/>
                <a:gd name="connsiteX506" fmla="*/ 2002135 w 3073526"/>
                <a:gd name="connsiteY506" fmla="*/ 1538077 h 2091152"/>
                <a:gd name="connsiteX507" fmla="*/ 2000390 w 3073526"/>
                <a:gd name="connsiteY507" fmla="*/ 1538303 h 2091152"/>
                <a:gd name="connsiteX508" fmla="*/ 2045075 w 3073526"/>
                <a:gd name="connsiteY508" fmla="*/ 1527019 h 2091152"/>
                <a:gd name="connsiteX509" fmla="*/ 2038368 w 3073526"/>
                <a:gd name="connsiteY509" fmla="*/ 1521739 h 2091152"/>
                <a:gd name="connsiteX510" fmla="*/ 2043443 w 3073526"/>
                <a:gd name="connsiteY510" fmla="*/ 1513378 h 2091152"/>
                <a:gd name="connsiteX511" fmla="*/ 2056926 w 3073526"/>
                <a:gd name="connsiteY511" fmla="*/ 1510115 h 2091152"/>
                <a:gd name="connsiteX512" fmla="*/ 2065265 w 3073526"/>
                <a:gd name="connsiteY512" fmla="*/ 1515236 h 2091152"/>
                <a:gd name="connsiteX513" fmla="*/ 2060144 w 3073526"/>
                <a:gd name="connsiteY513" fmla="*/ 1523574 h 2091152"/>
                <a:gd name="connsiteX514" fmla="*/ 2046729 w 3073526"/>
                <a:gd name="connsiteY514" fmla="*/ 1526815 h 2091152"/>
                <a:gd name="connsiteX515" fmla="*/ 2045098 w 3073526"/>
                <a:gd name="connsiteY515" fmla="*/ 1527019 h 2091152"/>
                <a:gd name="connsiteX516" fmla="*/ 2089941 w 3073526"/>
                <a:gd name="connsiteY516" fmla="*/ 1516459 h 2091152"/>
                <a:gd name="connsiteX517" fmla="*/ 2083211 w 3073526"/>
                <a:gd name="connsiteY517" fmla="*/ 1511066 h 2091152"/>
                <a:gd name="connsiteX518" fmla="*/ 2088423 w 3073526"/>
                <a:gd name="connsiteY518" fmla="*/ 1502795 h 2091152"/>
                <a:gd name="connsiteX519" fmla="*/ 2101951 w 3073526"/>
                <a:gd name="connsiteY519" fmla="*/ 1499759 h 2091152"/>
                <a:gd name="connsiteX520" fmla="*/ 2110199 w 3073526"/>
                <a:gd name="connsiteY520" fmla="*/ 1504994 h 2091152"/>
                <a:gd name="connsiteX521" fmla="*/ 2104964 w 3073526"/>
                <a:gd name="connsiteY521" fmla="*/ 1513242 h 2091152"/>
                <a:gd name="connsiteX522" fmla="*/ 2091505 w 3073526"/>
                <a:gd name="connsiteY522" fmla="*/ 1516278 h 2091152"/>
                <a:gd name="connsiteX523" fmla="*/ 2089964 w 3073526"/>
                <a:gd name="connsiteY523" fmla="*/ 1516459 h 2091152"/>
                <a:gd name="connsiteX524" fmla="*/ 2962993 w 3073526"/>
                <a:gd name="connsiteY524" fmla="*/ 1513718 h 2091152"/>
                <a:gd name="connsiteX525" fmla="*/ 2959209 w 3073526"/>
                <a:gd name="connsiteY525" fmla="*/ 1512585 h 2091152"/>
                <a:gd name="connsiteX526" fmla="*/ 2947766 w 3073526"/>
                <a:gd name="connsiteY526" fmla="*/ 1505424 h 2091152"/>
                <a:gd name="connsiteX527" fmla="*/ 2945341 w 3073526"/>
                <a:gd name="connsiteY527" fmla="*/ 1495952 h 2091152"/>
                <a:gd name="connsiteX528" fmla="*/ 2954813 w 3073526"/>
                <a:gd name="connsiteY528" fmla="*/ 1493528 h 2091152"/>
                <a:gd name="connsiteX529" fmla="*/ 2966800 w 3073526"/>
                <a:gd name="connsiteY529" fmla="*/ 1501028 h 2091152"/>
                <a:gd name="connsiteX530" fmla="*/ 2968772 w 3073526"/>
                <a:gd name="connsiteY530" fmla="*/ 1510613 h 2091152"/>
                <a:gd name="connsiteX531" fmla="*/ 2962993 w 3073526"/>
                <a:gd name="connsiteY531" fmla="*/ 1513718 h 2091152"/>
                <a:gd name="connsiteX532" fmla="*/ 2134966 w 3073526"/>
                <a:gd name="connsiteY532" fmla="*/ 1506580 h 2091152"/>
                <a:gd name="connsiteX533" fmla="*/ 2128213 w 3073526"/>
                <a:gd name="connsiteY533" fmla="*/ 1501096 h 2091152"/>
                <a:gd name="connsiteX534" fmla="*/ 2133538 w 3073526"/>
                <a:gd name="connsiteY534" fmla="*/ 1492893 h 2091152"/>
                <a:gd name="connsiteX535" fmla="*/ 2147111 w 3073526"/>
                <a:gd name="connsiteY535" fmla="*/ 1490061 h 2091152"/>
                <a:gd name="connsiteX536" fmla="*/ 2155269 w 3073526"/>
                <a:gd name="connsiteY536" fmla="*/ 1495431 h 2091152"/>
                <a:gd name="connsiteX537" fmla="*/ 2149899 w 3073526"/>
                <a:gd name="connsiteY537" fmla="*/ 1503589 h 2091152"/>
                <a:gd name="connsiteX538" fmla="*/ 2136393 w 3073526"/>
                <a:gd name="connsiteY538" fmla="*/ 1506421 h 2091152"/>
                <a:gd name="connsiteX539" fmla="*/ 2134966 w 3073526"/>
                <a:gd name="connsiteY539" fmla="*/ 1506580 h 2091152"/>
                <a:gd name="connsiteX540" fmla="*/ 105775 w 3073526"/>
                <a:gd name="connsiteY540" fmla="*/ 1506262 h 2091152"/>
                <a:gd name="connsiteX541" fmla="*/ 102036 w 3073526"/>
                <a:gd name="connsiteY541" fmla="*/ 1505175 h 2091152"/>
                <a:gd name="connsiteX542" fmla="*/ 99974 w 3073526"/>
                <a:gd name="connsiteY542" fmla="*/ 1495613 h 2091152"/>
                <a:gd name="connsiteX543" fmla="*/ 107565 w 3073526"/>
                <a:gd name="connsiteY543" fmla="*/ 1483965 h 2091152"/>
                <a:gd name="connsiteX544" fmla="*/ 117150 w 3073526"/>
                <a:gd name="connsiteY544" fmla="*/ 1481994 h 2091152"/>
                <a:gd name="connsiteX545" fmla="*/ 119122 w 3073526"/>
                <a:gd name="connsiteY545" fmla="*/ 1491579 h 2091152"/>
                <a:gd name="connsiteX546" fmla="*/ 111621 w 3073526"/>
                <a:gd name="connsiteY546" fmla="*/ 1503090 h 2091152"/>
                <a:gd name="connsiteX547" fmla="*/ 105798 w 3073526"/>
                <a:gd name="connsiteY547" fmla="*/ 1506262 h 2091152"/>
                <a:gd name="connsiteX548" fmla="*/ 2180149 w 3073526"/>
                <a:gd name="connsiteY548" fmla="*/ 1497402 h 2091152"/>
                <a:gd name="connsiteX549" fmla="*/ 2173374 w 3073526"/>
                <a:gd name="connsiteY549" fmla="*/ 1491806 h 2091152"/>
                <a:gd name="connsiteX550" fmla="*/ 2178835 w 3073526"/>
                <a:gd name="connsiteY550" fmla="*/ 1483716 h 2091152"/>
                <a:gd name="connsiteX551" fmla="*/ 2192453 w 3073526"/>
                <a:gd name="connsiteY551" fmla="*/ 1481110 h 2091152"/>
                <a:gd name="connsiteX552" fmla="*/ 2200543 w 3073526"/>
                <a:gd name="connsiteY552" fmla="*/ 1486617 h 2091152"/>
                <a:gd name="connsiteX553" fmla="*/ 2195036 w 3073526"/>
                <a:gd name="connsiteY553" fmla="*/ 1494683 h 2091152"/>
                <a:gd name="connsiteX554" fmla="*/ 2181486 w 3073526"/>
                <a:gd name="connsiteY554" fmla="*/ 1497289 h 2091152"/>
                <a:gd name="connsiteX555" fmla="*/ 2180172 w 3073526"/>
                <a:gd name="connsiteY555" fmla="*/ 1497425 h 2091152"/>
                <a:gd name="connsiteX556" fmla="*/ 2922750 w 3073526"/>
                <a:gd name="connsiteY556" fmla="*/ 1491443 h 2091152"/>
                <a:gd name="connsiteX557" fmla="*/ 2919849 w 3073526"/>
                <a:gd name="connsiteY557" fmla="*/ 1490809 h 2091152"/>
                <a:gd name="connsiteX558" fmla="*/ 2907432 w 3073526"/>
                <a:gd name="connsiteY558" fmla="*/ 1485393 h 2091152"/>
                <a:gd name="connsiteX559" fmla="*/ 2903670 w 3073526"/>
                <a:gd name="connsiteY559" fmla="*/ 1476375 h 2091152"/>
                <a:gd name="connsiteX560" fmla="*/ 2912689 w 3073526"/>
                <a:gd name="connsiteY560" fmla="*/ 1472613 h 2091152"/>
                <a:gd name="connsiteX561" fmla="*/ 2925628 w 3073526"/>
                <a:gd name="connsiteY561" fmla="*/ 1478255 h 2091152"/>
                <a:gd name="connsiteX562" fmla="*/ 2929004 w 3073526"/>
                <a:gd name="connsiteY562" fmla="*/ 1487432 h 2091152"/>
                <a:gd name="connsiteX563" fmla="*/ 2922727 w 3073526"/>
                <a:gd name="connsiteY563" fmla="*/ 1491443 h 2091152"/>
                <a:gd name="connsiteX564" fmla="*/ 2225468 w 3073526"/>
                <a:gd name="connsiteY564" fmla="*/ 1488996 h 2091152"/>
                <a:gd name="connsiteX565" fmla="*/ 2218670 w 3073526"/>
                <a:gd name="connsiteY565" fmla="*/ 1483286 h 2091152"/>
                <a:gd name="connsiteX566" fmla="*/ 2224267 w 3073526"/>
                <a:gd name="connsiteY566" fmla="*/ 1475287 h 2091152"/>
                <a:gd name="connsiteX567" fmla="*/ 2237931 w 3073526"/>
                <a:gd name="connsiteY567" fmla="*/ 1472908 h 2091152"/>
                <a:gd name="connsiteX568" fmla="*/ 2245907 w 3073526"/>
                <a:gd name="connsiteY568" fmla="*/ 1478550 h 2091152"/>
                <a:gd name="connsiteX569" fmla="*/ 2240265 w 3073526"/>
                <a:gd name="connsiteY569" fmla="*/ 1486526 h 2091152"/>
                <a:gd name="connsiteX570" fmla="*/ 2226692 w 3073526"/>
                <a:gd name="connsiteY570" fmla="*/ 1488883 h 2091152"/>
                <a:gd name="connsiteX571" fmla="*/ 2225468 w 3073526"/>
                <a:gd name="connsiteY571" fmla="*/ 1488996 h 2091152"/>
                <a:gd name="connsiteX572" fmla="*/ 2270901 w 3073526"/>
                <a:gd name="connsiteY572" fmla="*/ 1481337 h 2091152"/>
                <a:gd name="connsiteX573" fmla="*/ 2264080 w 3073526"/>
                <a:gd name="connsiteY573" fmla="*/ 1475513 h 2091152"/>
                <a:gd name="connsiteX574" fmla="*/ 2269813 w 3073526"/>
                <a:gd name="connsiteY574" fmla="*/ 1467583 h 2091152"/>
                <a:gd name="connsiteX575" fmla="*/ 2283522 w 3073526"/>
                <a:gd name="connsiteY575" fmla="*/ 1465430 h 2091152"/>
                <a:gd name="connsiteX576" fmla="*/ 2291408 w 3073526"/>
                <a:gd name="connsiteY576" fmla="*/ 1471208 h 2091152"/>
                <a:gd name="connsiteX577" fmla="*/ 2285629 w 3073526"/>
                <a:gd name="connsiteY577" fmla="*/ 1479094 h 2091152"/>
                <a:gd name="connsiteX578" fmla="*/ 2272011 w 3073526"/>
                <a:gd name="connsiteY578" fmla="*/ 1481246 h 2091152"/>
                <a:gd name="connsiteX579" fmla="*/ 2270901 w 3073526"/>
                <a:gd name="connsiteY579" fmla="*/ 1481337 h 2091152"/>
                <a:gd name="connsiteX580" fmla="*/ 2879765 w 3073526"/>
                <a:gd name="connsiteY580" fmla="*/ 1474970 h 2091152"/>
                <a:gd name="connsiteX581" fmla="*/ 2877680 w 3073526"/>
                <a:gd name="connsiteY581" fmla="*/ 1474652 h 2091152"/>
                <a:gd name="connsiteX582" fmla="*/ 2864650 w 3073526"/>
                <a:gd name="connsiteY582" fmla="*/ 1470800 h 2091152"/>
                <a:gd name="connsiteX583" fmla="*/ 2859824 w 3073526"/>
                <a:gd name="connsiteY583" fmla="*/ 1462303 h 2091152"/>
                <a:gd name="connsiteX584" fmla="*/ 2868321 w 3073526"/>
                <a:gd name="connsiteY584" fmla="*/ 1457499 h 2091152"/>
                <a:gd name="connsiteX585" fmla="*/ 2881826 w 3073526"/>
                <a:gd name="connsiteY585" fmla="*/ 1461487 h 2091152"/>
                <a:gd name="connsiteX586" fmla="*/ 2886336 w 3073526"/>
                <a:gd name="connsiteY586" fmla="*/ 1470143 h 2091152"/>
                <a:gd name="connsiteX587" fmla="*/ 2879742 w 3073526"/>
                <a:gd name="connsiteY587" fmla="*/ 1474970 h 2091152"/>
                <a:gd name="connsiteX588" fmla="*/ 2316469 w 3073526"/>
                <a:gd name="connsiteY588" fmla="*/ 1474449 h 2091152"/>
                <a:gd name="connsiteX589" fmla="*/ 2309626 w 3073526"/>
                <a:gd name="connsiteY589" fmla="*/ 1468511 h 2091152"/>
                <a:gd name="connsiteX590" fmla="*/ 2315495 w 3073526"/>
                <a:gd name="connsiteY590" fmla="*/ 1460694 h 2091152"/>
                <a:gd name="connsiteX591" fmla="*/ 2329227 w 3073526"/>
                <a:gd name="connsiteY591" fmla="*/ 1458791 h 2091152"/>
                <a:gd name="connsiteX592" fmla="*/ 2337022 w 3073526"/>
                <a:gd name="connsiteY592" fmla="*/ 1464705 h 2091152"/>
                <a:gd name="connsiteX593" fmla="*/ 2331107 w 3073526"/>
                <a:gd name="connsiteY593" fmla="*/ 1472500 h 2091152"/>
                <a:gd name="connsiteX594" fmla="*/ 2317444 w 3073526"/>
                <a:gd name="connsiteY594" fmla="*/ 1474403 h 2091152"/>
                <a:gd name="connsiteX595" fmla="*/ 2316469 w 3073526"/>
                <a:gd name="connsiteY595" fmla="*/ 1474471 h 2091152"/>
                <a:gd name="connsiteX596" fmla="*/ 2362151 w 3073526"/>
                <a:gd name="connsiteY596" fmla="*/ 1468376 h 2091152"/>
                <a:gd name="connsiteX597" fmla="*/ 2355308 w 3073526"/>
                <a:gd name="connsiteY597" fmla="*/ 1462325 h 2091152"/>
                <a:gd name="connsiteX598" fmla="*/ 2361313 w 3073526"/>
                <a:gd name="connsiteY598" fmla="*/ 1454621 h 2091152"/>
                <a:gd name="connsiteX599" fmla="*/ 2375067 w 3073526"/>
                <a:gd name="connsiteY599" fmla="*/ 1452944 h 2091152"/>
                <a:gd name="connsiteX600" fmla="*/ 2382748 w 3073526"/>
                <a:gd name="connsiteY600" fmla="*/ 1458995 h 2091152"/>
                <a:gd name="connsiteX601" fmla="*/ 2376699 w 3073526"/>
                <a:gd name="connsiteY601" fmla="*/ 1466676 h 2091152"/>
                <a:gd name="connsiteX602" fmla="*/ 2363012 w 3073526"/>
                <a:gd name="connsiteY602" fmla="*/ 1468330 h 2091152"/>
                <a:gd name="connsiteX603" fmla="*/ 2362151 w 3073526"/>
                <a:gd name="connsiteY603" fmla="*/ 1468376 h 2091152"/>
                <a:gd name="connsiteX604" fmla="*/ 131426 w 3073526"/>
                <a:gd name="connsiteY604" fmla="*/ 1468036 h 2091152"/>
                <a:gd name="connsiteX605" fmla="*/ 127460 w 3073526"/>
                <a:gd name="connsiteY605" fmla="*/ 1466790 h 2091152"/>
                <a:gd name="connsiteX606" fmla="*/ 125761 w 3073526"/>
                <a:gd name="connsiteY606" fmla="*/ 1457159 h 2091152"/>
                <a:gd name="connsiteX607" fmla="*/ 133782 w 3073526"/>
                <a:gd name="connsiteY607" fmla="*/ 1445829 h 2091152"/>
                <a:gd name="connsiteX608" fmla="*/ 143435 w 3073526"/>
                <a:gd name="connsiteY608" fmla="*/ 1444243 h 2091152"/>
                <a:gd name="connsiteX609" fmla="*/ 145022 w 3073526"/>
                <a:gd name="connsiteY609" fmla="*/ 1453896 h 2091152"/>
                <a:gd name="connsiteX610" fmla="*/ 137091 w 3073526"/>
                <a:gd name="connsiteY610" fmla="*/ 1465090 h 2091152"/>
                <a:gd name="connsiteX611" fmla="*/ 131426 w 3073526"/>
                <a:gd name="connsiteY611" fmla="*/ 1468036 h 2091152"/>
                <a:gd name="connsiteX612" fmla="*/ 2835125 w 3073526"/>
                <a:gd name="connsiteY612" fmla="*/ 1463526 h 2091152"/>
                <a:gd name="connsiteX613" fmla="*/ 2833743 w 3073526"/>
                <a:gd name="connsiteY613" fmla="*/ 1463391 h 2091152"/>
                <a:gd name="connsiteX614" fmla="*/ 2820328 w 3073526"/>
                <a:gd name="connsiteY614" fmla="*/ 1460830 h 2091152"/>
                <a:gd name="connsiteX615" fmla="*/ 2814731 w 3073526"/>
                <a:gd name="connsiteY615" fmla="*/ 1452831 h 2091152"/>
                <a:gd name="connsiteX616" fmla="*/ 2822753 w 3073526"/>
                <a:gd name="connsiteY616" fmla="*/ 1447234 h 2091152"/>
                <a:gd name="connsiteX617" fmla="*/ 2836507 w 3073526"/>
                <a:gd name="connsiteY617" fmla="*/ 1449840 h 2091152"/>
                <a:gd name="connsiteX618" fmla="*/ 2841900 w 3073526"/>
                <a:gd name="connsiteY618" fmla="*/ 1457998 h 2091152"/>
                <a:gd name="connsiteX619" fmla="*/ 2835125 w 3073526"/>
                <a:gd name="connsiteY619" fmla="*/ 1463526 h 2091152"/>
                <a:gd name="connsiteX620" fmla="*/ 2407924 w 3073526"/>
                <a:gd name="connsiteY620" fmla="*/ 1463119 h 2091152"/>
                <a:gd name="connsiteX621" fmla="*/ 2401058 w 3073526"/>
                <a:gd name="connsiteY621" fmla="*/ 1456932 h 2091152"/>
                <a:gd name="connsiteX622" fmla="*/ 2407198 w 3073526"/>
                <a:gd name="connsiteY622" fmla="*/ 1449341 h 2091152"/>
                <a:gd name="connsiteX623" fmla="*/ 2420976 w 3073526"/>
                <a:gd name="connsiteY623" fmla="*/ 1447937 h 2091152"/>
                <a:gd name="connsiteX624" fmla="*/ 2428544 w 3073526"/>
                <a:gd name="connsiteY624" fmla="*/ 1454123 h 2091152"/>
                <a:gd name="connsiteX625" fmla="*/ 2422358 w 3073526"/>
                <a:gd name="connsiteY625" fmla="*/ 1461691 h 2091152"/>
                <a:gd name="connsiteX626" fmla="*/ 2408649 w 3073526"/>
                <a:gd name="connsiteY626" fmla="*/ 1463096 h 2091152"/>
                <a:gd name="connsiteX627" fmla="*/ 2407924 w 3073526"/>
                <a:gd name="connsiteY627" fmla="*/ 1463141 h 2091152"/>
                <a:gd name="connsiteX628" fmla="*/ 2453787 w 3073526"/>
                <a:gd name="connsiteY628" fmla="*/ 1458723 h 2091152"/>
                <a:gd name="connsiteX629" fmla="*/ 2446921 w 3073526"/>
                <a:gd name="connsiteY629" fmla="*/ 1452423 h 2091152"/>
                <a:gd name="connsiteX630" fmla="*/ 2453197 w 3073526"/>
                <a:gd name="connsiteY630" fmla="*/ 1444946 h 2091152"/>
                <a:gd name="connsiteX631" fmla="*/ 2467020 w 3073526"/>
                <a:gd name="connsiteY631" fmla="*/ 1443790 h 2091152"/>
                <a:gd name="connsiteX632" fmla="*/ 2474452 w 3073526"/>
                <a:gd name="connsiteY632" fmla="*/ 1450135 h 2091152"/>
                <a:gd name="connsiteX633" fmla="*/ 2468107 w 3073526"/>
                <a:gd name="connsiteY633" fmla="*/ 1457567 h 2091152"/>
                <a:gd name="connsiteX634" fmla="*/ 2454376 w 3073526"/>
                <a:gd name="connsiteY634" fmla="*/ 1458723 h 2091152"/>
                <a:gd name="connsiteX635" fmla="*/ 2453764 w 3073526"/>
                <a:gd name="connsiteY635" fmla="*/ 1458745 h 2091152"/>
                <a:gd name="connsiteX636" fmla="*/ 2789625 w 3073526"/>
                <a:gd name="connsiteY636" fmla="*/ 1456230 h 2091152"/>
                <a:gd name="connsiteX637" fmla="*/ 2788763 w 3073526"/>
                <a:gd name="connsiteY637" fmla="*/ 1456185 h 2091152"/>
                <a:gd name="connsiteX638" fmla="*/ 2775168 w 3073526"/>
                <a:gd name="connsiteY638" fmla="*/ 1454666 h 2091152"/>
                <a:gd name="connsiteX639" fmla="*/ 2769004 w 3073526"/>
                <a:gd name="connsiteY639" fmla="*/ 1447098 h 2091152"/>
                <a:gd name="connsiteX640" fmla="*/ 2776573 w 3073526"/>
                <a:gd name="connsiteY640" fmla="*/ 1440935 h 2091152"/>
                <a:gd name="connsiteX641" fmla="*/ 2790463 w 3073526"/>
                <a:gd name="connsiteY641" fmla="*/ 1442498 h 2091152"/>
                <a:gd name="connsiteX642" fmla="*/ 2796490 w 3073526"/>
                <a:gd name="connsiteY642" fmla="*/ 1450203 h 2091152"/>
                <a:gd name="connsiteX643" fmla="*/ 2789647 w 3073526"/>
                <a:gd name="connsiteY643" fmla="*/ 1456275 h 2091152"/>
                <a:gd name="connsiteX644" fmla="*/ 2499740 w 3073526"/>
                <a:gd name="connsiteY644" fmla="*/ 1455165 h 2091152"/>
                <a:gd name="connsiteX645" fmla="*/ 2492852 w 3073526"/>
                <a:gd name="connsiteY645" fmla="*/ 1448730 h 2091152"/>
                <a:gd name="connsiteX646" fmla="*/ 2499287 w 3073526"/>
                <a:gd name="connsiteY646" fmla="*/ 1441365 h 2091152"/>
                <a:gd name="connsiteX647" fmla="*/ 2513109 w 3073526"/>
                <a:gd name="connsiteY647" fmla="*/ 1440482 h 2091152"/>
                <a:gd name="connsiteX648" fmla="*/ 2520428 w 3073526"/>
                <a:gd name="connsiteY648" fmla="*/ 1446962 h 2091152"/>
                <a:gd name="connsiteX649" fmla="*/ 2513948 w 3073526"/>
                <a:gd name="connsiteY649" fmla="*/ 1454281 h 2091152"/>
                <a:gd name="connsiteX650" fmla="*/ 2500193 w 3073526"/>
                <a:gd name="connsiteY650" fmla="*/ 1455165 h 2091152"/>
                <a:gd name="connsiteX651" fmla="*/ 2499718 w 3073526"/>
                <a:gd name="connsiteY651" fmla="*/ 1455165 h 2091152"/>
                <a:gd name="connsiteX652" fmla="*/ 2545716 w 3073526"/>
                <a:gd name="connsiteY652" fmla="*/ 1452491 h 2091152"/>
                <a:gd name="connsiteX653" fmla="*/ 2538828 w 3073526"/>
                <a:gd name="connsiteY653" fmla="*/ 1445920 h 2091152"/>
                <a:gd name="connsiteX654" fmla="*/ 2545399 w 3073526"/>
                <a:gd name="connsiteY654" fmla="*/ 1438692 h 2091152"/>
                <a:gd name="connsiteX655" fmla="*/ 2559244 w 3073526"/>
                <a:gd name="connsiteY655" fmla="*/ 1438057 h 2091152"/>
                <a:gd name="connsiteX656" fmla="*/ 2566450 w 3073526"/>
                <a:gd name="connsiteY656" fmla="*/ 1444674 h 2091152"/>
                <a:gd name="connsiteX657" fmla="*/ 2559833 w 3073526"/>
                <a:gd name="connsiteY657" fmla="*/ 1451879 h 2091152"/>
                <a:gd name="connsiteX658" fmla="*/ 2546056 w 3073526"/>
                <a:gd name="connsiteY658" fmla="*/ 1452491 h 2091152"/>
                <a:gd name="connsiteX659" fmla="*/ 2545716 w 3073526"/>
                <a:gd name="connsiteY659" fmla="*/ 1452491 h 2091152"/>
                <a:gd name="connsiteX660" fmla="*/ 2743716 w 3073526"/>
                <a:gd name="connsiteY660" fmla="*/ 1452061 h 2091152"/>
                <a:gd name="connsiteX661" fmla="*/ 2743263 w 3073526"/>
                <a:gd name="connsiteY661" fmla="*/ 1452061 h 2091152"/>
                <a:gd name="connsiteX662" fmla="*/ 2729577 w 3073526"/>
                <a:gd name="connsiteY662" fmla="*/ 1451290 h 2091152"/>
                <a:gd name="connsiteX663" fmla="*/ 2723005 w 3073526"/>
                <a:gd name="connsiteY663" fmla="*/ 1444062 h 2091152"/>
                <a:gd name="connsiteX664" fmla="*/ 2730234 w 3073526"/>
                <a:gd name="connsiteY664" fmla="*/ 1437491 h 2091152"/>
                <a:gd name="connsiteX665" fmla="*/ 2744147 w 3073526"/>
                <a:gd name="connsiteY665" fmla="*/ 1438261 h 2091152"/>
                <a:gd name="connsiteX666" fmla="*/ 2750605 w 3073526"/>
                <a:gd name="connsiteY666" fmla="*/ 1445603 h 2091152"/>
                <a:gd name="connsiteX667" fmla="*/ 2743716 w 3073526"/>
                <a:gd name="connsiteY667" fmla="*/ 1452083 h 2091152"/>
                <a:gd name="connsiteX668" fmla="*/ 2591738 w 3073526"/>
                <a:gd name="connsiteY668" fmla="*/ 1450724 h 2091152"/>
                <a:gd name="connsiteX669" fmla="*/ 2584827 w 3073526"/>
                <a:gd name="connsiteY669" fmla="*/ 1444017 h 2091152"/>
                <a:gd name="connsiteX670" fmla="*/ 2591534 w 3073526"/>
                <a:gd name="connsiteY670" fmla="*/ 1436901 h 2091152"/>
                <a:gd name="connsiteX671" fmla="*/ 2605379 w 3073526"/>
                <a:gd name="connsiteY671" fmla="*/ 1436539 h 2091152"/>
                <a:gd name="connsiteX672" fmla="*/ 2612449 w 3073526"/>
                <a:gd name="connsiteY672" fmla="*/ 1443292 h 2091152"/>
                <a:gd name="connsiteX673" fmla="*/ 2605696 w 3073526"/>
                <a:gd name="connsiteY673" fmla="*/ 1450361 h 2091152"/>
                <a:gd name="connsiteX674" fmla="*/ 2591919 w 3073526"/>
                <a:gd name="connsiteY674" fmla="*/ 1450701 h 2091152"/>
                <a:gd name="connsiteX675" fmla="*/ 2591716 w 3073526"/>
                <a:gd name="connsiteY675" fmla="*/ 1450701 h 2091152"/>
                <a:gd name="connsiteX676" fmla="*/ 2697695 w 3073526"/>
                <a:gd name="connsiteY676" fmla="*/ 1450203 h 2091152"/>
                <a:gd name="connsiteX677" fmla="*/ 2697536 w 3073526"/>
                <a:gd name="connsiteY677" fmla="*/ 1450203 h 2091152"/>
                <a:gd name="connsiteX678" fmla="*/ 2683782 w 3073526"/>
                <a:gd name="connsiteY678" fmla="*/ 1449976 h 2091152"/>
                <a:gd name="connsiteX679" fmla="*/ 2676961 w 3073526"/>
                <a:gd name="connsiteY679" fmla="*/ 1442974 h 2091152"/>
                <a:gd name="connsiteX680" fmla="*/ 2683872 w 3073526"/>
                <a:gd name="connsiteY680" fmla="*/ 1436154 h 2091152"/>
                <a:gd name="connsiteX681" fmla="*/ 2683963 w 3073526"/>
                <a:gd name="connsiteY681" fmla="*/ 1436154 h 2091152"/>
                <a:gd name="connsiteX682" fmla="*/ 2697830 w 3073526"/>
                <a:gd name="connsiteY682" fmla="*/ 1436380 h 2091152"/>
                <a:gd name="connsiteX683" fmla="*/ 2704583 w 3073526"/>
                <a:gd name="connsiteY683" fmla="*/ 1443450 h 2091152"/>
                <a:gd name="connsiteX684" fmla="*/ 2697672 w 3073526"/>
                <a:gd name="connsiteY684" fmla="*/ 1450203 h 2091152"/>
                <a:gd name="connsiteX685" fmla="*/ 2637805 w 3073526"/>
                <a:gd name="connsiteY685" fmla="*/ 1449885 h 2091152"/>
                <a:gd name="connsiteX686" fmla="*/ 2630894 w 3073526"/>
                <a:gd name="connsiteY686" fmla="*/ 1443042 h 2091152"/>
                <a:gd name="connsiteX687" fmla="*/ 2637737 w 3073526"/>
                <a:gd name="connsiteY687" fmla="*/ 1436063 h 2091152"/>
                <a:gd name="connsiteX688" fmla="*/ 2651605 w 3073526"/>
                <a:gd name="connsiteY688" fmla="*/ 1435995 h 2091152"/>
                <a:gd name="connsiteX689" fmla="*/ 2651605 w 3073526"/>
                <a:gd name="connsiteY689" fmla="*/ 1435995 h 2091152"/>
                <a:gd name="connsiteX690" fmla="*/ 2658516 w 3073526"/>
                <a:gd name="connsiteY690" fmla="*/ 1442884 h 2091152"/>
                <a:gd name="connsiteX691" fmla="*/ 2651627 w 3073526"/>
                <a:gd name="connsiteY691" fmla="*/ 1449817 h 2091152"/>
                <a:gd name="connsiteX692" fmla="*/ 2637851 w 3073526"/>
                <a:gd name="connsiteY692" fmla="*/ 1449885 h 2091152"/>
                <a:gd name="connsiteX693" fmla="*/ 2637783 w 3073526"/>
                <a:gd name="connsiteY693" fmla="*/ 1449885 h 2091152"/>
                <a:gd name="connsiteX694" fmla="*/ 158527 w 3073526"/>
                <a:gd name="connsiteY694" fmla="*/ 1430806 h 2091152"/>
                <a:gd name="connsiteX695" fmla="*/ 154357 w 3073526"/>
                <a:gd name="connsiteY695" fmla="*/ 1429401 h 2091152"/>
                <a:gd name="connsiteX696" fmla="*/ 153020 w 3073526"/>
                <a:gd name="connsiteY696" fmla="*/ 1419726 h 2091152"/>
                <a:gd name="connsiteX697" fmla="*/ 161472 w 3073526"/>
                <a:gd name="connsiteY697" fmla="*/ 1408690 h 2091152"/>
                <a:gd name="connsiteX698" fmla="*/ 171171 w 3073526"/>
                <a:gd name="connsiteY698" fmla="*/ 1407444 h 2091152"/>
                <a:gd name="connsiteX699" fmla="*/ 172417 w 3073526"/>
                <a:gd name="connsiteY699" fmla="*/ 1417142 h 2091152"/>
                <a:gd name="connsiteX700" fmla="*/ 164078 w 3073526"/>
                <a:gd name="connsiteY700" fmla="*/ 1428041 h 2091152"/>
                <a:gd name="connsiteX701" fmla="*/ 158549 w 3073526"/>
                <a:gd name="connsiteY701" fmla="*/ 1430783 h 2091152"/>
                <a:gd name="connsiteX702" fmla="*/ 186987 w 3073526"/>
                <a:gd name="connsiteY702" fmla="*/ 1394596 h 2091152"/>
                <a:gd name="connsiteX703" fmla="*/ 182614 w 3073526"/>
                <a:gd name="connsiteY703" fmla="*/ 1393032 h 2091152"/>
                <a:gd name="connsiteX704" fmla="*/ 181617 w 3073526"/>
                <a:gd name="connsiteY704" fmla="*/ 1383311 h 2091152"/>
                <a:gd name="connsiteX705" fmla="*/ 190454 w 3073526"/>
                <a:gd name="connsiteY705" fmla="*/ 1372593 h 2091152"/>
                <a:gd name="connsiteX706" fmla="*/ 200198 w 3073526"/>
                <a:gd name="connsiteY706" fmla="*/ 1371710 h 2091152"/>
                <a:gd name="connsiteX707" fmla="*/ 201081 w 3073526"/>
                <a:gd name="connsiteY707" fmla="*/ 1381453 h 2091152"/>
                <a:gd name="connsiteX708" fmla="*/ 192335 w 3073526"/>
                <a:gd name="connsiteY708" fmla="*/ 1392058 h 2091152"/>
                <a:gd name="connsiteX709" fmla="*/ 186964 w 3073526"/>
                <a:gd name="connsiteY709" fmla="*/ 1394596 h 2091152"/>
                <a:gd name="connsiteX710" fmla="*/ 216694 w 3073526"/>
                <a:gd name="connsiteY710" fmla="*/ 1359383 h 2091152"/>
                <a:gd name="connsiteX711" fmla="*/ 212139 w 3073526"/>
                <a:gd name="connsiteY711" fmla="*/ 1357683 h 2091152"/>
                <a:gd name="connsiteX712" fmla="*/ 211482 w 3073526"/>
                <a:gd name="connsiteY712" fmla="*/ 1347917 h 2091152"/>
                <a:gd name="connsiteX713" fmla="*/ 220659 w 3073526"/>
                <a:gd name="connsiteY713" fmla="*/ 1337494 h 2091152"/>
                <a:gd name="connsiteX714" fmla="*/ 230426 w 3073526"/>
                <a:gd name="connsiteY714" fmla="*/ 1336927 h 2091152"/>
                <a:gd name="connsiteX715" fmla="*/ 230992 w 3073526"/>
                <a:gd name="connsiteY715" fmla="*/ 1346693 h 2091152"/>
                <a:gd name="connsiteX716" fmla="*/ 221883 w 3073526"/>
                <a:gd name="connsiteY716" fmla="*/ 1357004 h 2091152"/>
                <a:gd name="connsiteX717" fmla="*/ 216671 w 3073526"/>
                <a:gd name="connsiteY717" fmla="*/ 1359360 h 2091152"/>
                <a:gd name="connsiteX718" fmla="*/ 247579 w 3073526"/>
                <a:gd name="connsiteY718" fmla="*/ 1325190 h 2091152"/>
                <a:gd name="connsiteX719" fmla="*/ 242866 w 3073526"/>
                <a:gd name="connsiteY719" fmla="*/ 1323331 h 2091152"/>
                <a:gd name="connsiteX720" fmla="*/ 242526 w 3073526"/>
                <a:gd name="connsiteY720" fmla="*/ 1313565 h 2091152"/>
                <a:gd name="connsiteX721" fmla="*/ 252043 w 3073526"/>
                <a:gd name="connsiteY721" fmla="*/ 1303459 h 2091152"/>
                <a:gd name="connsiteX722" fmla="*/ 261809 w 3073526"/>
                <a:gd name="connsiteY722" fmla="*/ 1303210 h 2091152"/>
                <a:gd name="connsiteX723" fmla="*/ 262058 w 3073526"/>
                <a:gd name="connsiteY723" fmla="*/ 1312976 h 2091152"/>
                <a:gd name="connsiteX724" fmla="*/ 252632 w 3073526"/>
                <a:gd name="connsiteY724" fmla="*/ 1322991 h 2091152"/>
                <a:gd name="connsiteX725" fmla="*/ 247579 w 3073526"/>
                <a:gd name="connsiteY725" fmla="*/ 1325190 h 2091152"/>
                <a:gd name="connsiteX726" fmla="*/ 279506 w 3073526"/>
                <a:gd name="connsiteY726" fmla="*/ 1291948 h 2091152"/>
                <a:gd name="connsiteX727" fmla="*/ 274635 w 3073526"/>
                <a:gd name="connsiteY727" fmla="*/ 1289954 h 2091152"/>
                <a:gd name="connsiteX728" fmla="*/ 274589 w 3073526"/>
                <a:gd name="connsiteY728" fmla="*/ 1280165 h 2091152"/>
                <a:gd name="connsiteX729" fmla="*/ 284401 w 3073526"/>
                <a:gd name="connsiteY729" fmla="*/ 1270353 h 2091152"/>
                <a:gd name="connsiteX730" fmla="*/ 294167 w 3073526"/>
                <a:gd name="connsiteY730" fmla="*/ 1270399 h 2091152"/>
                <a:gd name="connsiteX731" fmla="*/ 294122 w 3073526"/>
                <a:gd name="connsiteY731" fmla="*/ 1280165 h 2091152"/>
                <a:gd name="connsiteX732" fmla="*/ 284378 w 3073526"/>
                <a:gd name="connsiteY732" fmla="*/ 1289909 h 2091152"/>
                <a:gd name="connsiteX733" fmla="*/ 279461 w 3073526"/>
                <a:gd name="connsiteY733" fmla="*/ 1291948 h 2091152"/>
                <a:gd name="connsiteX734" fmla="*/ 312408 w 3073526"/>
                <a:gd name="connsiteY734" fmla="*/ 1259681 h 2091152"/>
                <a:gd name="connsiteX735" fmla="*/ 307400 w 3073526"/>
                <a:gd name="connsiteY735" fmla="*/ 1257528 h 2091152"/>
                <a:gd name="connsiteX736" fmla="*/ 307627 w 3073526"/>
                <a:gd name="connsiteY736" fmla="*/ 1247762 h 2091152"/>
                <a:gd name="connsiteX737" fmla="*/ 317733 w 3073526"/>
                <a:gd name="connsiteY737" fmla="*/ 1238222 h 2091152"/>
                <a:gd name="connsiteX738" fmla="*/ 327499 w 3073526"/>
                <a:gd name="connsiteY738" fmla="*/ 1238539 h 2091152"/>
                <a:gd name="connsiteX739" fmla="*/ 327182 w 3073526"/>
                <a:gd name="connsiteY739" fmla="*/ 1248305 h 2091152"/>
                <a:gd name="connsiteX740" fmla="*/ 317167 w 3073526"/>
                <a:gd name="connsiteY740" fmla="*/ 1257777 h 2091152"/>
                <a:gd name="connsiteX741" fmla="*/ 312385 w 3073526"/>
                <a:gd name="connsiteY741" fmla="*/ 1259681 h 2091152"/>
                <a:gd name="connsiteX742" fmla="*/ 346216 w 3073526"/>
                <a:gd name="connsiteY742" fmla="*/ 1228320 h 2091152"/>
                <a:gd name="connsiteX743" fmla="*/ 341095 w 3073526"/>
                <a:gd name="connsiteY743" fmla="*/ 1226054 h 2091152"/>
                <a:gd name="connsiteX744" fmla="*/ 341594 w 3073526"/>
                <a:gd name="connsiteY744" fmla="*/ 1216287 h 2091152"/>
                <a:gd name="connsiteX745" fmla="*/ 351926 w 3073526"/>
                <a:gd name="connsiteY745" fmla="*/ 1207020 h 2091152"/>
                <a:gd name="connsiteX746" fmla="*/ 361693 w 3073526"/>
                <a:gd name="connsiteY746" fmla="*/ 1207586 h 2091152"/>
                <a:gd name="connsiteX747" fmla="*/ 361126 w 3073526"/>
                <a:gd name="connsiteY747" fmla="*/ 1217352 h 2091152"/>
                <a:gd name="connsiteX748" fmla="*/ 350861 w 3073526"/>
                <a:gd name="connsiteY748" fmla="*/ 1226552 h 2091152"/>
                <a:gd name="connsiteX749" fmla="*/ 346239 w 3073526"/>
                <a:gd name="connsiteY749" fmla="*/ 1228342 h 2091152"/>
                <a:gd name="connsiteX750" fmla="*/ 380795 w 3073526"/>
                <a:gd name="connsiteY750" fmla="*/ 1197843 h 2091152"/>
                <a:gd name="connsiteX751" fmla="*/ 375560 w 3073526"/>
                <a:gd name="connsiteY751" fmla="*/ 1195441 h 2091152"/>
                <a:gd name="connsiteX752" fmla="*/ 376308 w 3073526"/>
                <a:gd name="connsiteY752" fmla="*/ 1185697 h 2091152"/>
                <a:gd name="connsiteX753" fmla="*/ 386868 w 3073526"/>
                <a:gd name="connsiteY753" fmla="*/ 1176679 h 2091152"/>
                <a:gd name="connsiteX754" fmla="*/ 396611 w 3073526"/>
                <a:gd name="connsiteY754" fmla="*/ 1177494 h 2091152"/>
                <a:gd name="connsiteX755" fmla="*/ 395818 w 3073526"/>
                <a:gd name="connsiteY755" fmla="*/ 1187238 h 2091152"/>
                <a:gd name="connsiteX756" fmla="*/ 385327 w 3073526"/>
                <a:gd name="connsiteY756" fmla="*/ 1196188 h 2091152"/>
                <a:gd name="connsiteX757" fmla="*/ 380817 w 3073526"/>
                <a:gd name="connsiteY757" fmla="*/ 1197865 h 2091152"/>
                <a:gd name="connsiteX758" fmla="*/ 416121 w 3073526"/>
                <a:gd name="connsiteY758" fmla="*/ 1168204 h 2091152"/>
                <a:gd name="connsiteX759" fmla="*/ 410773 w 3073526"/>
                <a:gd name="connsiteY759" fmla="*/ 1165666 h 2091152"/>
                <a:gd name="connsiteX760" fmla="*/ 411748 w 3073526"/>
                <a:gd name="connsiteY760" fmla="*/ 1155945 h 2091152"/>
                <a:gd name="connsiteX761" fmla="*/ 422511 w 3073526"/>
                <a:gd name="connsiteY761" fmla="*/ 1147176 h 2091152"/>
                <a:gd name="connsiteX762" fmla="*/ 432232 w 3073526"/>
                <a:gd name="connsiteY762" fmla="*/ 1148195 h 2091152"/>
                <a:gd name="connsiteX763" fmla="*/ 431212 w 3073526"/>
                <a:gd name="connsiteY763" fmla="*/ 1157916 h 2091152"/>
                <a:gd name="connsiteX764" fmla="*/ 420517 w 3073526"/>
                <a:gd name="connsiteY764" fmla="*/ 1166618 h 2091152"/>
                <a:gd name="connsiteX765" fmla="*/ 416144 w 3073526"/>
                <a:gd name="connsiteY765" fmla="*/ 1168181 h 2091152"/>
                <a:gd name="connsiteX766" fmla="*/ 452082 w 3073526"/>
                <a:gd name="connsiteY766" fmla="*/ 1139335 h 2091152"/>
                <a:gd name="connsiteX767" fmla="*/ 446644 w 3073526"/>
                <a:gd name="connsiteY767" fmla="*/ 1136684 h 2091152"/>
                <a:gd name="connsiteX768" fmla="*/ 447822 w 3073526"/>
                <a:gd name="connsiteY768" fmla="*/ 1126986 h 2091152"/>
                <a:gd name="connsiteX769" fmla="*/ 458766 w 3073526"/>
                <a:gd name="connsiteY769" fmla="*/ 1118443 h 2091152"/>
                <a:gd name="connsiteX770" fmla="*/ 468465 w 3073526"/>
                <a:gd name="connsiteY770" fmla="*/ 1119667 h 2091152"/>
                <a:gd name="connsiteX771" fmla="*/ 467241 w 3073526"/>
                <a:gd name="connsiteY771" fmla="*/ 1129365 h 2091152"/>
                <a:gd name="connsiteX772" fmla="*/ 456365 w 3073526"/>
                <a:gd name="connsiteY772" fmla="*/ 1137840 h 2091152"/>
                <a:gd name="connsiteX773" fmla="*/ 452105 w 3073526"/>
                <a:gd name="connsiteY773" fmla="*/ 1139313 h 2091152"/>
                <a:gd name="connsiteX774" fmla="*/ 488609 w 3073526"/>
                <a:gd name="connsiteY774" fmla="*/ 1111238 h 2091152"/>
                <a:gd name="connsiteX775" fmla="*/ 483080 w 3073526"/>
                <a:gd name="connsiteY775" fmla="*/ 1108473 h 2091152"/>
                <a:gd name="connsiteX776" fmla="*/ 484440 w 3073526"/>
                <a:gd name="connsiteY776" fmla="*/ 1098797 h 2091152"/>
                <a:gd name="connsiteX777" fmla="*/ 495543 w 3073526"/>
                <a:gd name="connsiteY777" fmla="*/ 1090481 h 2091152"/>
                <a:gd name="connsiteX778" fmla="*/ 505219 w 3073526"/>
                <a:gd name="connsiteY778" fmla="*/ 1091886 h 2091152"/>
                <a:gd name="connsiteX779" fmla="*/ 503814 w 3073526"/>
                <a:gd name="connsiteY779" fmla="*/ 1101562 h 2091152"/>
                <a:gd name="connsiteX780" fmla="*/ 492779 w 3073526"/>
                <a:gd name="connsiteY780" fmla="*/ 1109833 h 2091152"/>
                <a:gd name="connsiteX781" fmla="*/ 488632 w 3073526"/>
                <a:gd name="connsiteY781" fmla="*/ 1111215 h 2091152"/>
                <a:gd name="connsiteX782" fmla="*/ 525680 w 3073526"/>
                <a:gd name="connsiteY782" fmla="*/ 1083819 h 2091152"/>
                <a:gd name="connsiteX783" fmla="*/ 520083 w 3073526"/>
                <a:gd name="connsiteY783" fmla="*/ 1080964 h 2091152"/>
                <a:gd name="connsiteX784" fmla="*/ 521624 w 3073526"/>
                <a:gd name="connsiteY784" fmla="*/ 1071311 h 2091152"/>
                <a:gd name="connsiteX785" fmla="*/ 532863 w 3073526"/>
                <a:gd name="connsiteY785" fmla="*/ 1063199 h 2091152"/>
                <a:gd name="connsiteX786" fmla="*/ 542516 w 3073526"/>
                <a:gd name="connsiteY786" fmla="*/ 1064763 h 2091152"/>
                <a:gd name="connsiteX787" fmla="*/ 540930 w 3073526"/>
                <a:gd name="connsiteY787" fmla="*/ 1074416 h 2091152"/>
                <a:gd name="connsiteX788" fmla="*/ 529736 w 3073526"/>
                <a:gd name="connsiteY788" fmla="*/ 1082505 h 2091152"/>
                <a:gd name="connsiteX789" fmla="*/ 525680 w 3073526"/>
                <a:gd name="connsiteY789" fmla="*/ 1083819 h 2091152"/>
                <a:gd name="connsiteX790" fmla="*/ 563182 w 3073526"/>
                <a:gd name="connsiteY790" fmla="*/ 1057036 h 2091152"/>
                <a:gd name="connsiteX791" fmla="*/ 557517 w 3073526"/>
                <a:gd name="connsiteY791" fmla="*/ 1054090 h 2091152"/>
                <a:gd name="connsiteX792" fmla="*/ 559194 w 3073526"/>
                <a:gd name="connsiteY792" fmla="*/ 1044460 h 2091152"/>
                <a:gd name="connsiteX793" fmla="*/ 570546 w 3073526"/>
                <a:gd name="connsiteY793" fmla="*/ 1036529 h 2091152"/>
                <a:gd name="connsiteX794" fmla="*/ 580177 w 3073526"/>
                <a:gd name="connsiteY794" fmla="*/ 1038251 h 2091152"/>
                <a:gd name="connsiteX795" fmla="*/ 578455 w 3073526"/>
                <a:gd name="connsiteY795" fmla="*/ 1047881 h 2091152"/>
                <a:gd name="connsiteX796" fmla="*/ 567147 w 3073526"/>
                <a:gd name="connsiteY796" fmla="*/ 1055789 h 2091152"/>
                <a:gd name="connsiteX797" fmla="*/ 563182 w 3073526"/>
                <a:gd name="connsiteY797" fmla="*/ 1057036 h 2091152"/>
                <a:gd name="connsiteX798" fmla="*/ 601091 w 3073526"/>
                <a:gd name="connsiteY798" fmla="*/ 1030841 h 2091152"/>
                <a:gd name="connsiteX799" fmla="*/ 595359 w 3073526"/>
                <a:gd name="connsiteY799" fmla="*/ 1027827 h 2091152"/>
                <a:gd name="connsiteX800" fmla="*/ 597194 w 3073526"/>
                <a:gd name="connsiteY800" fmla="*/ 1018220 h 2091152"/>
                <a:gd name="connsiteX801" fmla="*/ 608660 w 3073526"/>
                <a:gd name="connsiteY801" fmla="*/ 1010447 h 2091152"/>
                <a:gd name="connsiteX802" fmla="*/ 618245 w 3073526"/>
                <a:gd name="connsiteY802" fmla="*/ 1012328 h 2091152"/>
                <a:gd name="connsiteX803" fmla="*/ 616364 w 3073526"/>
                <a:gd name="connsiteY803" fmla="*/ 1021913 h 2091152"/>
                <a:gd name="connsiteX804" fmla="*/ 604944 w 3073526"/>
                <a:gd name="connsiteY804" fmla="*/ 1029640 h 2091152"/>
                <a:gd name="connsiteX805" fmla="*/ 601069 w 3073526"/>
                <a:gd name="connsiteY805" fmla="*/ 1030841 h 2091152"/>
                <a:gd name="connsiteX806" fmla="*/ 639364 w 3073526"/>
                <a:gd name="connsiteY806" fmla="*/ 1005190 h 2091152"/>
                <a:gd name="connsiteX807" fmla="*/ 633585 w 3073526"/>
                <a:gd name="connsiteY807" fmla="*/ 1002086 h 2091152"/>
                <a:gd name="connsiteX808" fmla="*/ 635534 w 3073526"/>
                <a:gd name="connsiteY808" fmla="*/ 992501 h 2091152"/>
                <a:gd name="connsiteX809" fmla="*/ 647090 w 3073526"/>
                <a:gd name="connsiteY809" fmla="*/ 984887 h 2091152"/>
                <a:gd name="connsiteX810" fmla="*/ 656653 w 3073526"/>
                <a:gd name="connsiteY810" fmla="*/ 986882 h 2091152"/>
                <a:gd name="connsiteX811" fmla="*/ 654659 w 3073526"/>
                <a:gd name="connsiteY811" fmla="*/ 996444 h 2091152"/>
                <a:gd name="connsiteX812" fmla="*/ 643148 w 3073526"/>
                <a:gd name="connsiteY812" fmla="*/ 1004035 h 2091152"/>
                <a:gd name="connsiteX813" fmla="*/ 639341 w 3073526"/>
                <a:gd name="connsiteY813" fmla="*/ 1005190 h 2091152"/>
                <a:gd name="connsiteX814" fmla="*/ 677953 w 3073526"/>
                <a:gd name="connsiteY814" fmla="*/ 980016 h 2091152"/>
                <a:gd name="connsiteX815" fmla="*/ 672129 w 3073526"/>
                <a:gd name="connsiteY815" fmla="*/ 976843 h 2091152"/>
                <a:gd name="connsiteX816" fmla="*/ 674191 w 3073526"/>
                <a:gd name="connsiteY816" fmla="*/ 967281 h 2091152"/>
                <a:gd name="connsiteX817" fmla="*/ 685838 w 3073526"/>
                <a:gd name="connsiteY817" fmla="*/ 959803 h 2091152"/>
                <a:gd name="connsiteX818" fmla="*/ 695378 w 3073526"/>
                <a:gd name="connsiteY818" fmla="*/ 961888 h 2091152"/>
                <a:gd name="connsiteX819" fmla="*/ 693293 w 3073526"/>
                <a:gd name="connsiteY819" fmla="*/ 971428 h 2091152"/>
                <a:gd name="connsiteX820" fmla="*/ 681692 w 3073526"/>
                <a:gd name="connsiteY820" fmla="*/ 978883 h 2091152"/>
                <a:gd name="connsiteX821" fmla="*/ 677953 w 3073526"/>
                <a:gd name="connsiteY821" fmla="*/ 979993 h 2091152"/>
                <a:gd name="connsiteX822" fmla="*/ 716791 w 3073526"/>
                <a:gd name="connsiteY822" fmla="*/ 955249 h 2091152"/>
                <a:gd name="connsiteX823" fmla="*/ 710945 w 3073526"/>
                <a:gd name="connsiteY823" fmla="*/ 952031 h 2091152"/>
                <a:gd name="connsiteX824" fmla="*/ 713098 w 3073526"/>
                <a:gd name="connsiteY824" fmla="*/ 942491 h 2091152"/>
                <a:gd name="connsiteX825" fmla="*/ 724813 w 3073526"/>
                <a:gd name="connsiteY825" fmla="*/ 935127 h 2091152"/>
                <a:gd name="connsiteX826" fmla="*/ 734330 w 3073526"/>
                <a:gd name="connsiteY826" fmla="*/ 937325 h 2091152"/>
                <a:gd name="connsiteX827" fmla="*/ 732132 w 3073526"/>
                <a:gd name="connsiteY827" fmla="*/ 946865 h 2091152"/>
                <a:gd name="connsiteX828" fmla="*/ 720462 w 3073526"/>
                <a:gd name="connsiteY828" fmla="*/ 954206 h 2091152"/>
                <a:gd name="connsiteX829" fmla="*/ 716791 w 3073526"/>
                <a:gd name="connsiteY829" fmla="*/ 955271 h 2091152"/>
                <a:gd name="connsiteX830" fmla="*/ 755857 w 3073526"/>
                <a:gd name="connsiteY830" fmla="*/ 930867 h 2091152"/>
                <a:gd name="connsiteX831" fmla="*/ 749965 w 3073526"/>
                <a:gd name="connsiteY831" fmla="*/ 927604 h 2091152"/>
                <a:gd name="connsiteX832" fmla="*/ 752208 w 3073526"/>
                <a:gd name="connsiteY832" fmla="*/ 918087 h 2091152"/>
                <a:gd name="connsiteX833" fmla="*/ 763991 w 3073526"/>
                <a:gd name="connsiteY833" fmla="*/ 910813 h 2091152"/>
                <a:gd name="connsiteX834" fmla="*/ 773508 w 3073526"/>
                <a:gd name="connsiteY834" fmla="*/ 913079 h 2091152"/>
                <a:gd name="connsiteX835" fmla="*/ 771243 w 3073526"/>
                <a:gd name="connsiteY835" fmla="*/ 922596 h 2091152"/>
                <a:gd name="connsiteX836" fmla="*/ 759482 w 3073526"/>
                <a:gd name="connsiteY836" fmla="*/ 929847 h 2091152"/>
                <a:gd name="connsiteX837" fmla="*/ 755857 w 3073526"/>
                <a:gd name="connsiteY837" fmla="*/ 930890 h 2091152"/>
                <a:gd name="connsiteX838" fmla="*/ 795126 w 3073526"/>
                <a:gd name="connsiteY838" fmla="*/ 906757 h 2091152"/>
                <a:gd name="connsiteX839" fmla="*/ 789212 w 3073526"/>
                <a:gd name="connsiteY839" fmla="*/ 903449 h 2091152"/>
                <a:gd name="connsiteX840" fmla="*/ 791523 w 3073526"/>
                <a:gd name="connsiteY840" fmla="*/ 893954 h 2091152"/>
                <a:gd name="connsiteX841" fmla="*/ 803351 w 3073526"/>
                <a:gd name="connsiteY841" fmla="*/ 886771 h 2091152"/>
                <a:gd name="connsiteX842" fmla="*/ 812846 w 3073526"/>
                <a:gd name="connsiteY842" fmla="*/ 889105 h 2091152"/>
                <a:gd name="connsiteX843" fmla="*/ 810512 w 3073526"/>
                <a:gd name="connsiteY843" fmla="*/ 898600 h 2091152"/>
                <a:gd name="connsiteX844" fmla="*/ 798706 w 3073526"/>
                <a:gd name="connsiteY844" fmla="*/ 905760 h 2091152"/>
                <a:gd name="connsiteX845" fmla="*/ 795126 w 3073526"/>
                <a:gd name="connsiteY845" fmla="*/ 906757 h 2091152"/>
                <a:gd name="connsiteX846" fmla="*/ 834553 w 3073526"/>
                <a:gd name="connsiteY846" fmla="*/ 882965 h 2091152"/>
                <a:gd name="connsiteX847" fmla="*/ 828617 w 3073526"/>
                <a:gd name="connsiteY847" fmla="*/ 879588 h 2091152"/>
                <a:gd name="connsiteX848" fmla="*/ 830996 w 3073526"/>
                <a:gd name="connsiteY848" fmla="*/ 870117 h 2091152"/>
                <a:gd name="connsiteX849" fmla="*/ 842869 w 3073526"/>
                <a:gd name="connsiteY849" fmla="*/ 863024 h 2091152"/>
                <a:gd name="connsiteX850" fmla="*/ 852341 w 3073526"/>
                <a:gd name="connsiteY850" fmla="*/ 865426 h 2091152"/>
                <a:gd name="connsiteX851" fmla="*/ 849939 w 3073526"/>
                <a:gd name="connsiteY851" fmla="*/ 874898 h 2091152"/>
                <a:gd name="connsiteX852" fmla="*/ 838088 w 3073526"/>
                <a:gd name="connsiteY852" fmla="*/ 881968 h 2091152"/>
                <a:gd name="connsiteX853" fmla="*/ 834553 w 3073526"/>
                <a:gd name="connsiteY853" fmla="*/ 882942 h 2091152"/>
                <a:gd name="connsiteX854" fmla="*/ 874162 w 3073526"/>
                <a:gd name="connsiteY854" fmla="*/ 859444 h 2091152"/>
                <a:gd name="connsiteX855" fmla="*/ 868203 w 3073526"/>
                <a:gd name="connsiteY855" fmla="*/ 856045 h 2091152"/>
                <a:gd name="connsiteX856" fmla="*/ 870650 w 3073526"/>
                <a:gd name="connsiteY856" fmla="*/ 846573 h 2091152"/>
                <a:gd name="connsiteX857" fmla="*/ 882569 w 3073526"/>
                <a:gd name="connsiteY857" fmla="*/ 839571 h 2091152"/>
                <a:gd name="connsiteX858" fmla="*/ 892018 w 3073526"/>
                <a:gd name="connsiteY858" fmla="*/ 842041 h 2091152"/>
                <a:gd name="connsiteX859" fmla="*/ 889548 w 3073526"/>
                <a:gd name="connsiteY859" fmla="*/ 851490 h 2091152"/>
                <a:gd name="connsiteX860" fmla="*/ 877652 w 3073526"/>
                <a:gd name="connsiteY860" fmla="*/ 858492 h 2091152"/>
                <a:gd name="connsiteX861" fmla="*/ 874162 w 3073526"/>
                <a:gd name="connsiteY861" fmla="*/ 859444 h 2091152"/>
                <a:gd name="connsiteX862" fmla="*/ 913930 w 3073526"/>
                <a:gd name="connsiteY862" fmla="*/ 836195 h 2091152"/>
                <a:gd name="connsiteX863" fmla="*/ 907948 w 3073526"/>
                <a:gd name="connsiteY863" fmla="*/ 832751 h 2091152"/>
                <a:gd name="connsiteX864" fmla="*/ 910463 w 3073526"/>
                <a:gd name="connsiteY864" fmla="*/ 823302 h 2091152"/>
                <a:gd name="connsiteX865" fmla="*/ 922450 w 3073526"/>
                <a:gd name="connsiteY865" fmla="*/ 816368 h 2091152"/>
                <a:gd name="connsiteX866" fmla="*/ 931899 w 3073526"/>
                <a:gd name="connsiteY866" fmla="*/ 818906 h 2091152"/>
                <a:gd name="connsiteX867" fmla="*/ 929361 w 3073526"/>
                <a:gd name="connsiteY867" fmla="*/ 828355 h 2091152"/>
                <a:gd name="connsiteX868" fmla="*/ 917420 w 3073526"/>
                <a:gd name="connsiteY868" fmla="*/ 835266 h 2091152"/>
                <a:gd name="connsiteX869" fmla="*/ 913953 w 3073526"/>
                <a:gd name="connsiteY869" fmla="*/ 836195 h 2091152"/>
                <a:gd name="connsiteX870" fmla="*/ 953879 w 3073526"/>
                <a:gd name="connsiteY870" fmla="*/ 813241 h 2091152"/>
                <a:gd name="connsiteX871" fmla="*/ 947874 w 3073526"/>
                <a:gd name="connsiteY871" fmla="*/ 809751 h 2091152"/>
                <a:gd name="connsiteX872" fmla="*/ 950457 w 3073526"/>
                <a:gd name="connsiteY872" fmla="*/ 800325 h 2091152"/>
                <a:gd name="connsiteX873" fmla="*/ 962490 w 3073526"/>
                <a:gd name="connsiteY873" fmla="*/ 793482 h 2091152"/>
                <a:gd name="connsiteX874" fmla="*/ 971916 w 3073526"/>
                <a:gd name="connsiteY874" fmla="*/ 796088 h 2091152"/>
                <a:gd name="connsiteX875" fmla="*/ 969310 w 3073526"/>
                <a:gd name="connsiteY875" fmla="*/ 805514 h 2091152"/>
                <a:gd name="connsiteX876" fmla="*/ 957323 w 3073526"/>
                <a:gd name="connsiteY876" fmla="*/ 812335 h 2091152"/>
                <a:gd name="connsiteX877" fmla="*/ 953902 w 3073526"/>
                <a:gd name="connsiteY877" fmla="*/ 813241 h 2091152"/>
                <a:gd name="connsiteX878" fmla="*/ 993964 w 3073526"/>
                <a:gd name="connsiteY878" fmla="*/ 790559 h 2091152"/>
                <a:gd name="connsiteX879" fmla="*/ 987936 w 3073526"/>
                <a:gd name="connsiteY879" fmla="*/ 787046 h 2091152"/>
                <a:gd name="connsiteX880" fmla="*/ 990565 w 3073526"/>
                <a:gd name="connsiteY880" fmla="*/ 777643 h 2091152"/>
                <a:gd name="connsiteX881" fmla="*/ 1002642 w 3073526"/>
                <a:gd name="connsiteY881" fmla="*/ 770890 h 2091152"/>
                <a:gd name="connsiteX882" fmla="*/ 1012046 w 3073526"/>
                <a:gd name="connsiteY882" fmla="*/ 773541 h 2091152"/>
                <a:gd name="connsiteX883" fmla="*/ 1009395 w 3073526"/>
                <a:gd name="connsiteY883" fmla="*/ 782945 h 2091152"/>
                <a:gd name="connsiteX884" fmla="*/ 997340 w 3073526"/>
                <a:gd name="connsiteY884" fmla="*/ 789698 h 2091152"/>
                <a:gd name="connsiteX885" fmla="*/ 993964 w 3073526"/>
                <a:gd name="connsiteY885" fmla="*/ 790581 h 2091152"/>
                <a:gd name="connsiteX886" fmla="*/ 1034207 w 3073526"/>
                <a:gd name="connsiteY886" fmla="*/ 768126 h 2091152"/>
                <a:gd name="connsiteX887" fmla="*/ 1028157 w 3073526"/>
                <a:gd name="connsiteY887" fmla="*/ 764568 h 2091152"/>
                <a:gd name="connsiteX888" fmla="*/ 1030876 w 3073526"/>
                <a:gd name="connsiteY888" fmla="*/ 755187 h 2091152"/>
                <a:gd name="connsiteX889" fmla="*/ 1042976 w 3073526"/>
                <a:gd name="connsiteY889" fmla="*/ 748502 h 2091152"/>
                <a:gd name="connsiteX890" fmla="*/ 1052358 w 3073526"/>
                <a:gd name="connsiteY890" fmla="*/ 751222 h 2091152"/>
                <a:gd name="connsiteX891" fmla="*/ 1049638 w 3073526"/>
                <a:gd name="connsiteY891" fmla="*/ 760603 h 2091152"/>
                <a:gd name="connsiteX892" fmla="*/ 1037538 w 3073526"/>
                <a:gd name="connsiteY892" fmla="*/ 767287 h 2091152"/>
                <a:gd name="connsiteX893" fmla="*/ 1034207 w 3073526"/>
                <a:gd name="connsiteY893" fmla="*/ 768148 h 2091152"/>
                <a:gd name="connsiteX894" fmla="*/ 1074609 w 3073526"/>
                <a:gd name="connsiteY894" fmla="*/ 745965 h 2091152"/>
                <a:gd name="connsiteX895" fmla="*/ 1068537 w 3073526"/>
                <a:gd name="connsiteY895" fmla="*/ 742362 h 2091152"/>
                <a:gd name="connsiteX896" fmla="*/ 1071301 w 3073526"/>
                <a:gd name="connsiteY896" fmla="*/ 732981 h 2091152"/>
                <a:gd name="connsiteX897" fmla="*/ 1083447 w 3073526"/>
                <a:gd name="connsiteY897" fmla="*/ 726364 h 2091152"/>
                <a:gd name="connsiteX898" fmla="*/ 1092828 w 3073526"/>
                <a:gd name="connsiteY898" fmla="*/ 729151 h 2091152"/>
                <a:gd name="connsiteX899" fmla="*/ 1090041 w 3073526"/>
                <a:gd name="connsiteY899" fmla="*/ 738510 h 2091152"/>
                <a:gd name="connsiteX900" fmla="*/ 1077918 w 3073526"/>
                <a:gd name="connsiteY900" fmla="*/ 745103 h 2091152"/>
                <a:gd name="connsiteX901" fmla="*/ 1074609 w 3073526"/>
                <a:gd name="connsiteY901" fmla="*/ 745942 h 2091152"/>
                <a:gd name="connsiteX902" fmla="*/ 1115147 w 3073526"/>
                <a:gd name="connsiteY902" fmla="*/ 724030 h 2091152"/>
                <a:gd name="connsiteX903" fmla="*/ 1109052 w 3073526"/>
                <a:gd name="connsiteY903" fmla="*/ 720382 h 2091152"/>
                <a:gd name="connsiteX904" fmla="*/ 1111884 w 3073526"/>
                <a:gd name="connsiteY904" fmla="*/ 711023 h 2091152"/>
                <a:gd name="connsiteX905" fmla="*/ 1124075 w 3073526"/>
                <a:gd name="connsiteY905" fmla="*/ 704498 h 2091152"/>
                <a:gd name="connsiteX906" fmla="*/ 1133434 w 3073526"/>
                <a:gd name="connsiteY906" fmla="*/ 707330 h 2091152"/>
                <a:gd name="connsiteX907" fmla="*/ 1130601 w 3073526"/>
                <a:gd name="connsiteY907" fmla="*/ 716688 h 2091152"/>
                <a:gd name="connsiteX908" fmla="*/ 1118433 w 3073526"/>
                <a:gd name="connsiteY908" fmla="*/ 723214 h 2091152"/>
                <a:gd name="connsiteX909" fmla="*/ 1115170 w 3073526"/>
                <a:gd name="connsiteY909" fmla="*/ 724030 h 2091152"/>
                <a:gd name="connsiteX910" fmla="*/ 1155799 w 3073526"/>
                <a:gd name="connsiteY910" fmla="*/ 702367 h 2091152"/>
                <a:gd name="connsiteX911" fmla="*/ 1149681 w 3073526"/>
                <a:gd name="connsiteY911" fmla="*/ 698674 h 2091152"/>
                <a:gd name="connsiteX912" fmla="*/ 1152558 w 3073526"/>
                <a:gd name="connsiteY912" fmla="*/ 689338 h 2091152"/>
                <a:gd name="connsiteX913" fmla="*/ 1164795 w 3073526"/>
                <a:gd name="connsiteY913" fmla="*/ 682880 h 2091152"/>
                <a:gd name="connsiteX914" fmla="*/ 1174130 w 3073526"/>
                <a:gd name="connsiteY914" fmla="*/ 685781 h 2091152"/>
                <a:gd name="connsiteX915" fmla="*/ 1171230 w 3073526"/>
                <a:gd name="connsiteY915" fmla="*/ 695116 h 2091152"/>
                <a:gd name="connsiteX916" fmla="*/ 1159016 w 3073526"/>
                <a:gd name="connsiteY916" fmla="*/ 701552 h 2091152"/>
                <a:gd name="connsiteX917" fmla="*/ 1155799 w 3073526"/>
                <a:gd name="connsiteY917" fmla="*/ 702345 h 2091152"/>
                <a:gd name="connsiteX918" fmla="*/ 1196609 w 3073526"/>
                <a:gd name="connsiteY918" fmla="*/ 680954 h 2091152"/>
                <a:gd name="connsiteX919" fmla="*/ 1190468 w 3073526"/>
                <a:gd name="connsiteY919" fmla="*/ 677238 h 2091152"/>
                <a:gd name="connsiteX920" fmla="*/ 1193414 w 3073526"/>
                <a:gd name="connsiteY920" fmla="*/ 667925 h 2091152"/>
                <a:gd name="connsiteX921" fmla="*/ 1205672 w 3073526"/>
                <a:gd name="connsiteY921" fmla="*/ 661558 h 2091152"/>
                <a:gd name="connsiteX922" fmla="*/ 1214986 w 3073526"/>
                <a:gd name="connsiteY922" fmla="*/ 664503 h 2091152"/>
                <a:gd name="connsiteX923" fmla="*/ 1212040 w 3073526"/>
                <a:gd name="connsiteY923" fmla="*/ 673816 h 2091152"/>
                <a:gd name="connsiteX924" fmla="*/ 1199781 w 3073526"/>
                <a:gd name="connsiteY924" fmla="*/ 680184 h 2091152"/>
                <a:gd name="connsiteX925" fmla="*/ 1196586 w 3073526"/>
                <a:gd name="connsiteY925" fmla="*/ 680954 h 2091152"/>
                <a:gd name="connsiteX926" fmla="*/ 1237532 w 3073526"/>
                <a:gd name="connsiteY926" fmla="*/ 659767 h 2091152"/>
                <a:gd name="connsiteX927" fmla="*/ 1231369 w 3073526"/>
                <a:gd name="connsiteY927" fmla="*/ 656006 h 2091152"/>
                <a:gd name="connsiteX928" fmla="*/ 1234360 w 3073526"/>
                <a:gd name="connsiteY928" fmla="*/ 646693 h 2091152"/>
                <a:gd name="connsiteX929" fmla="*/ 1246664 w 3073526"/>
                <a:gd name="connsiteY929" fmla="*/ 640371 h 2091152"/>
                <a:gd name="connsiteX930" fmla="*/ 1255977 w 3073526"/>
                <a:gd name="connsiteY930" fmla="*/ 643362 h 2091152"/>
                <a:gd name="connsiteX931" fmla="*/ 1252986 w 3073526"/>
                <a:gd name="connsiteY931" fmla="*/ 652652 h 2091152"/>
                <a:gd name="connsiteX932" fmla="*/ 1240682 w 3073526"/>
                <a:gd name="connsiteY932" fmla="*/ 658952 h 2091152"/>
                <a:gd name="connsiteX933" fmla="*/ 1237532 w 3073526"/>
                <a:gd name="connsiteY933" fmla="*/ 659722 h 2091152"/>
                <a:gd name="connsiteX934" fmla="*/ 1278569 w 3073526"/>
                <a:gd name="connsiteY934" fmla="*/ 638807 h 2091152"/>
                <a:gd name="connsiteX935" fmla="*/ 1272405 w 3073526"/>
                <a:gd name="connsiteY935" fmla="*/ 635023 h 2091152"/>
                <a:gd name="connsiteX936" fmla="*/ 1275442 w 3073526"/>
                <a:gd name="connsiteY936" fmla="*/ 625733 h 2091152"/>
                <a:gd name="connsiteX937" fmla="*/ 1287791 w 3073526"/>
                <a:gd name="connsiteY937" fmla="*/ 619479 h 2091152"/>
                <a:gd name="connsiteX938" fmla="*/ 1297081 w 3073526"/>
                <a:gd name="connsiteY938" fmla="*/ 622538 h 2091152"/>
                <a:gd name="connsiteX939" fmla="*/ 1294022 w 3073526"/>
                <a:gd name="connsiteY939" fmla="*/ 631828 h 2091152"/>
                <a:gd name="connsiteX940" fmla="*/ 1281696 w 3073526"/>
                <a:gd name="connsiteY940" fmla="*/ 638060 h 2091152"/>
                <a:gd name="connsiteX941" fmla="*/ 1278569 w 3073526"/>
                <a:gd name="connsiteY941" fmla="*/ 638807 h 2091152"/>
                <a:gd name="connsiteX942" fmla="*/ 1319718 w 3073526"/>
                <a:gd name="connsiteY942" fmla="*/ 618074 h 2091152"/>
                <a:gd name="connsiteX943" fmla="*/ 1313532 w 3073526"/>
                <a:gd name="connsiteY943" fmla="*/ 614244 h 2091152"/>
                <a:gd name="connsiteX944" fmla="*/ 1316614 w 3073526"/>
                <a:gd name="connsiteY944" fmla="*/ 604976 h 2091152"/>
                <a:gd name="connsiteX945" fmla="*/ 1328986 w 3073526"/>
                <a:gd name="connsiteY945" fmla="*/ 598790 h 2091152"/>
                <a:gd name="connsiteX946" fmla="*/ 1338254 w 3073526"/>
                <a:gd name="connsiteY946" fmla="*/ 601895 h 2091152"/>
                <a:gd name="connsiteX947" fmla="*/ 1335150 w 3073526"/>
                <a:gd name="connsiteY947" fmla="*/ 611163 h 2091152"/>
                <a:gd name="connsiteX948" fmla="*/ 1322777 w 3073526"/>
                <a:gd name="connsiteY948" fmla="*/ 617326 h 2091152"/>
                <a:gd name="connsiteX949" fmla="*/ 1319696 w 3073526"/>
                <a:gd name="connsiteY949" fmla="*/ 618051 h 2091152"/>
                <a:gd name="connsiteX950" fmla="*/ 1361004 w 3073526"/>
                <a:gd name="connsiteY950" fmla="*/ 597567 h 2091152"/>
                <a:gd name="connsiteX951" fmla="*/ 1354795 w 3073526"/>
                <a:gd name="connsiteY951" fmla="*/ 593715 h 2091152"/>
                <a:gd name="connsiteX952" fmla="*/ 1357945 w 3073526"/>
                <a:gd name="connsiteY952" fmla="*/ 584469 h 2091152"/>
                <a:gd name="connsiteX953" fmla="*/ 1370363 w 3073526"/>
                <a:gd name="connsiteY953" fmla="*/ 578351 h 2091152"/>
                <a:gd name="connsiteX954" fmla="*/ 1379608 w 3073526"/>
                <a:gd name="connsiteY954" fmla="*/ 581501 h 2091152"/>
                <a:gd name="connsiteX955" fmla="*/ 1376458 w 3073526"/>
                <a:gd name="connsiteY955" fmla="*/ 590746 h 2091152"/>
                <a:gd name="connsiteX956" fmla="*/ 1364063 w 3073526"/>
                <a:gd name="connsiteY956" fmla="*/ 596864 h 2091152"/>
                <a:gd name="connsiteX957" fmla="*/ 1361004 w 3073526"/>
                <a:gd name="connsiteY957" fmla="*/ 597567 h 2091152"/>
                <a:gd name="connsiteX958" fmla="*/ 1402358 w 3073526"/>
                <a:gd name="connsiteY958" fmla="*/ 577286 h 2091152"/>
                <a:gd name="connsiteX959" fmla="*/ 1396149 w 3073526"/>
                <a:gd name="connsiteY959" fmla="*/ 573412 h 2091152"/>
                <a:gd name="connsiteX960" fmla="*/ 1399322 w 3073526"/>
                <a:gd name="connsiteY960" fmla="*/ 564167 h 2091152"/>
                <a:gd name="connsiteX961" fmla="*/ 1411762 w 3073526"/>
                <a:gd name="connsiteY961" fmla="*/ 558116 h 2091152"/>
                <a:gd name="connsiteX962" fmla="*/ 1421007 w 3073526"/>
                <a:gd name="connsiteY962" fmla="*/ 561311 h 2091152"/>
                <a:gd name="connsiteX963" fmla="*/ 1417812 w 3073526"/>
                <a:gd name="connsiteY963" fmla="*/ 570556 h 2091152"/>
                <a:gd name="connsiteX964" fmla="*/ 1405394 w 3073526"/>
                <a:gd name="connsiteY964" fmla="*/ 576607 h 2091152"/>
                <a:gd name="connsiteX965" fmla="*/ 1402358 w 3073526"/>
                <a:gd name="connsiteY965" fmla="*/ 577309 h 2091152"/>
                <a:gd name="connsiteX966" fmla="*/ 1443848 w 3073526"/>
                <a:gd name="connsiteY966" fmla="*/ 557187 h 2091152"/>
                <a:gd name="connsiteX967" fmla="*/ 1437616 w 3073526"/>
                <a:gd name="connsiteY967" fmla="*/ 553267 h 2091152"/>
                <a:gd name="connsiteX968" fmla="*/ 1440857 w 3073526"/>
                <a:gd name="connsiteY968" fmla="*/ 544045 h 2091152"/>
                <a:gd name="connsiteX969" fmla="*/ 1453319 w 3073526"/>
                <a:gd name="connsiteY969" fmla="*/ 538040 h 2091152"/>
                <a:gd name="connsiteX970" fmla="*/ 1462542 w 3073526"/>
                <a:gd name="connsiteY970" fmla="*/ 541280 h 2091152"/>
                <a:gd name="connsiteX971" fmla="*/ 1459301 w 3073526"/>
                <a:gd name="connsiteY971" fmla="*/ 550503 h 2091152"/>
                <a:gd name="connsiteX972" fmla="*/ 1446839 w 3073526"/>
                <a:gd name="connsiteY972" fmla="*/ 556485 h 2091152"/>
                <a:gd name="connsiteX973" fmla="*/ 1443848 w 3073526"/>
                <a:gd name="connsiteY973" fmla="*/ 557165 h 2091152"/>
                <a:gd name="connsiteX974" fmla="*/ 1485428 w 3073526"/>
                <a:gd name="connsiteY974" fmla="*/ 537292 h 2091152"/>
                <a:gd name="connsiteX975" fmla="*/ 1479174 w 3073526"/>
                <a:gd name="connsiteY975" fmla="*/ 533349 h 2091152"/>
                <a:gd name="connsiteX976" fmla="*/ 1482437 w 3073526"/>
                <a:gd name="connsiteY976" fmla="*/ 524127 h 2091152"/>
                <a:gd name="connsiteX977" fmla="*/ 1494945 w 3073526"/>
                <a:gd name="connsiteY977" fmla="*/ 518190 h 2091152"/>
                <a:gd name="connsiteX978" fmla="*/ 1504145 w 3073526"/>
                <a:gd name="connsiteY978" fmla="*/ 521476 h 2091152"/>
                <a:gd name="connsiteX979" fmla="*/ 1500859 w 3073526"/>
                <a:gd name="connsiteY979" fmla="*/ 530676 h 2091152"/>
                <a:gd name="connsiteX980" fmla="*/ 1488374 w 3073526"/>
                <a:gd name="connsiteY980" fmla="*/ 536612 h 2091152"/>
                <a:gd name="connsiteX981" fmla="*/ 1485405 w 3073526"/>
                <a:gd name="connsiteY981" fmla="*/ 537292 h 2091152"/>
                <a:gd name="connsiteX982" fmla="*/ 1527099 w 3073526"/>
                <a:gd name="connsiteY982" fmla="*/ 517601 h 2091152"/>
                <a:gd name="connsiteX983" fmla="*/ 1520845 w 3073526"/>
                <a:gd name="connsiteY983" fmla="*/ 513635 h 2091152"/>
                <a:gd name="connsiteX984" fmla="*/ 1524153 w 3073526"/>
                <a:gd name="connsiteY984" fmla="*/ 504436 h 2091152"/>
                <a:gd name="connsiteX985" fmla="*/ 1536684 w 3073526"/>
                <a:gd name="connsiteY985" fmla="*/ 498567 h 2091152"/>
                <a:gd name="connsiteX986" fmla="*/ 1545884 w 3073526"/>
                <a:gd name="connsiteY986" fmla="*/ 501898 h 2091152"/>
                <a:gd name="connsiteX987" fmla="*/ 1542553 w 3073526"/>
                <a:gd name="connsiteY987" fmla="*/ 511098 h 2091152"/>
                <a:gd name="connsiteX988" fmla="*/ 1530045 w 3073526"/>
                <a:gd name="connsiteY988" fmla="*/ 516967 h 2091152"/>
                <a:gd name="connsiteX989" fmla="*/ 1527099 w 3073526"/>
                <a:gd name="connsiteY989" fmla="*/ 517624 h 2091152"/>
                <a:gd name="connsiteX990" fmla="*/ 1568861 w 3073526"/>
                <a:gd name="connsiteY990" fmla="*/ 498114 h 2091152"/>
                <a:gd name="connsiteX991" fmla="*/ 1562584 w 3073526"/>
                <a:gd name="connsiteY991" fmla="*/ 494126 h 2091152"/>
                <a:gd name="connsiteX992" fmla="*/ 1565938 w 3073526"/>
                <a:gd name="connsiteY992" fmla="*/ 484948 h 2091152"/>
                <a:gd name="connsiteX993" fmla="*/ 1578491 w 3073526"/>
                <a:gd name="connsiteY993" fmla="*/ 479125 h 2091152"/>
                <a:gd name="connsiteX994" fmla="*/ 1587668 w 3073526"/>
                <a:gd name="connsiteY994" fmla="*/ 482501 h 2091152"/>
                <a:gd name="connsiteX995" fmla="*/ 1584292 w 3073526"/>
                <a:gd name="connsiteY995" fmla="*/ 491678 h 2091152"/>
                <a:gd name="connsiteX996" fmla="*/ 1571761 w 3073526"/>
                <a:gd name="connsiteY996" fmla="*/ 497502 h 2091152"/>
                <a:gd name="connsiteX997" fmla="*/ 1568861 w 3073526"/>
                <a:gd name="connsiteY997" fmla="*/ 498136 h 2091152"/>
                <a:gd name="connsiteX998" fmla="*/ 1610690 w 3073526"/>
                <a:gd name="connsiteY998" fmla="*/ 478762 h 2091152"/>
                <a:gd name="connsiteX999" fmla="*/ 1604414 w 3073526"/>
                <a:gd name="connsiteY999" fmla="*/ 474729 h 2091152"/>
                <a:gd name="connsiteX1000" fmla="*/ 1607813 w 3073526"/>
                <a:gd name="connsiteY1000" fmla="*/ 465552 h 2091152"/>
                <a:gd name="connsiteX1001" fmla="*/ 1620389 w 3073526"/>
                <a:gd name="connsiteY1001" fmla="*/ 459774 h 2091152"/>
                <a:gd name="connsiteX1002" fmla="*/ 1629543 w 3073526"/>
                <a:gd name="connsiteY1002" fmla="*/ 463195 h 2091152"/>
                <a:gd name="connsiteX1003" fmla="*/ 1626122 w 3073526"/>
                <a:gd name="connsiteY1003" fmla="*/ 472350 h 2091152"/>
                <a:gd name="connsiteX1004" fmla="*/ 1613568 w 3073526"/>
                <a:gd name="connsiteY1004" fmla="*/ 478105 h 2091152"/>
                <a:gd name="connsiteX1005" fmla="*/ 1610690 w 3073526"/>
                <a:gd name="connsiteY1005" fmla="*/ 478740 h 2091152"/>
                <a:gd name="connsiteX1006" fmla="*/ 1652611 w 3073526"/>
                <a:gd name="connsiteY1006" fmla="*/ 459638 h 2091152"/>
                <a:gd name="connsiteX1007" fmla="*/ 1646311 w 3073526"/>
                <a:gd name="connsiteY1007" fmla="*/ 455582 h 2091152"/>
                <a:gd name="connsiteX1008" fmla="*/ 1649733 w 3073526"/>
                <a:gd name="connsiteY1008" fmla="*/ 446427 h 2091152"/>
                <a:gd name="connsiteX1009" fmla="*/ 1662332 w 3073526"/>
                <a:gd name="connsiteY1009" fmla="*/ 440717 h 2091152"/>
                <a:gd name="connsiteX1010" fmla="*/ 1671486 w 3073526"/>
                <a:gd name="connsiteY1010" fmla="*/ 444161 h 2091152"/>
                <a:gd name="connsiteX1011" fmla="*/ 1668042 w 3073526"/>
                <a:gd name="connsiteY1011" fmla="*/ 453316 h 2091152"/>
                <a:gd name="connsiteX1012" fmla="*/ 1655466 w 3073526"/>
                <a:gd name="connsiteY1012" fmla="*/ 459026 h 2091152"/>
                <a:gd name="connsiteX1013" fmla="*/ 1652611 w 3073526"/>
                <a:gd name="connsiteY1013" fmla="*/ 459638 h 2091152"/>
                <a:gd name="connsiteX1014" fmla="*/ 1694622 w 3073526"/>
                <a:gd name="connsiteY1014" fmla="*/ 440649 h 2091152"/>
                <a:gd name="connsiteX1015" fmla="*/ 1688322 w 3073526"/>
                <a:gd name="connsiteY1015" fmla="*/ 436570 h 2091152"/>
                <a:gd name="connsiteX1016" fmla="*/ 1691789 w 3073526"/>
                <a:gd name="connsiteY1016" fmla="*/ 427438 h 2091152"/>
                <a:gd name="connsiteX1017" fmla="*/ 1704410 w 3073526"/>
                <a:gd name="connsiteY1017" fmla="*/ 421773 h 2091152"/>
                <a:gd name="connsiteX1018" fmla="*/ 1713542 w 3073526"/>
                <a:gd name="connsiteY1018" fmla="*/ 425263 h 2091152"/>
                <a:gd name="connsiteX1019" fmla="*/ 1710053 w 3073526"/>
                <a:gd name="connsiteY1019" fmla="*/ 434395 h 2091152"/>
                <a:gd name="connsiteX1020" fmla="*/ 1697454 w 3073526"/>
                <a:gd name="connsiteY1020" fmla="*/ 440060 h 2091152"/>
                <a:gd name="connsiteX1021" fmla="*/ 1694622 w 3073526"/>
                <a:gd name="connsiteY1021" fmla="*/ 440672 h 2091152"/>
                <a:gd name="connsiteX1022" fmla="*/ 1736700 w 3073526"/>
                <a:gd name="connsiteY1022" fmla="*/ 421842 h 2091152"/>
                <a:gd name="connsiteX1023" fmla="*/ 1730379 w 3073526"/>
                <a:gd name="connsiteY1023" fmla="*/ 417740 h 2091152"/>
                <a:gd name="connsiteX1024" fmla="*/ 1733868 w 3073526"/>
                <a:gd name="connsiteY1024" fmla="*/ 408608 h 2091152"/>
                <a:gd name="connsiteX1025" fmla="*/ 1746512 w 3073526"/>
                <a:gd name="connsiteY1025" fmla="*/ 402989 h 2091152"/>
                <a:gd name="connsiteX1026" fmla="*/ 1755644 w 3073526"/>
                <a:gd name="connsiteY1026" fmla="*/ 406501 h 2091152"/>
                <a:gd name="connsiteX1027" fmla="*/ 1752132 w 3073526"/>
                <a:gd name="connsiteY1027" fmla="*/ 415610 h 2091152"/>
                <a:gd name="connsiteX1028" fmla="*/ 1739510 w 3073526"/>
                <a:gd name="connsiteY1028" fmla="*/ 421230 h 2091152"/>
                <a:gd name="connsiteX1029" fmla="*/ 1736700 w 3073526"/>
                <a:gd name="connsiteY1029" fmla="*/ 421819 h 2091152"/>
                <a:gd name="connsiteX1030" fmla="*/ 1778825 w 3073526"/>
                <a:gd name="connsiteY1030" fmla="*/ 403170 h 2091152"/>
                <a:gd name="connsiteX1031" fmla="*/ 1772503 w 3073526"/>
                <a:gd name="connsiteY1031" fmla="*/ 399046 h 2091152"/>
                <a:gd name="connsiteX1032" fmla="*/ 1776037 w 3073526"/>
                <a:gd name="connsiteY1032" fmla="*/ 389937 h 2091152"/>
                <a:gd name="connsiteX1033" fmla="*/ 1788704 w 3073526"/>
                <a:gd name="connsiteY1033" fmla="*/ 384362 h 2091152"/>
                <a:gd name="connsiteX1034" fmla="*/ 1797814 w 3073526"/>
                <a:gd name="connsiteY1034" fmla="*/ 387897 h 2091152"/>
                <a:gd name="connsiteX1035" fmla="*/ 1794279 w 3073526"/>
                <a:gd name="connsiteY1035" fmla="*/ 397007 h 2091152"/>
                <a:gd name="connsiteX1036" fmla="*/ 1781635 w 3073526"/>
                <a:gd name="connsiteY1036" fmla="*/ 402581 h 2091152"/>
                <a:gd name="connsiteX1037" fmla="*/ 1778847 w 3073526"/>
                <a:gd name="connsiteY1037" fmla="*/ 403170 h 2091152"/>
                <a:gd name="connsiteX1038" fmla="*/ 1821040 w 3073526"/>
                <a:gd name="connsiteY1038" fmla="*/ 384657 h 2091152"/>
                <a:gd name="connsiteX1039" fmla="*/ 1814695 w 3073526"/>
                <a:gd name="connsiteY1039" fmla="*/ 380510 h 2091152"/>
                <a:gd name="connsiteX1040" fmla="*/ 1818275 w 3073526"/>
                <a:gd name="connsiteY1040" fmla="*/ 371424 h 2091152"/>
                <a:gd name="connsiteX1041" fmla="*/ 1830942 w 3073526"/>
                <a:gd name="connsiteY1041" fmla="*/ 365895 h 2091152"/>
                <a:gd name="connsiteX1042" fmla="*/ 1840028 w 3073526"/>
                <a:gd name="connsiteY1042" fmla="*/ 369475 h 2091152"/>
                <a:gd name="connsiteX1043" fmla="*/ 1836448 w 3073526"/>
                <a:gd name="connsiteY1043" fmla="*/ 378562 h 2091152"/>
                <a:gd name="connsiteX1044" fmla="*/ 1823781 w 3073526"/>
                <a:gd name="connsiteY1044" fmla="*/ 384091 h 2091152"/>
                <a:gd name="connsiteX1045" fmla="*/ 1821017 w 3073526"/>
                <a:gd name="connsiteY1045" fmla="*/ 384657 h 2091152"/>
                <a:gd name="connsiteX1046" fmla="*/ 1863322 w 3073526"/>
                <a:gd name="connsiteY1046" fmla="*/ 366280 h 2091152"/>
                <a:gd name="connsiteX1047" fmla="*/ 1856978 w 3073526"/>
                <a:gd name="connsiteY1047" fmla="*/ 362111 h 2091152"/>
                <a:gd name="connsiteX1048" fmla="*/ 1860581 w 3073526"/>
                <a:gd name="connsiteY1048" fmla="*/ 353024 h 2091152"/>
                <a:gd name="connsiteX1049" fmla="*/ 1873270 w 3073526"/>
                <a:gd name="connsiteY1049" fmla="*/ 347541 h 2091152"/>
                <a:gd name="connsiteX1050" fmla="*/ 1882356 w 3073526"/>
                <a:gd name="connsiteY1050" fmla="*/ 351144 h 2091152"/>
                <a:gd name="connsiteX1051" fmla="*/ 1878754 w 3073526"/>
                <a:gd name="connsiteY1051" fmla="*/ 360230 h 2091152"/>
                <a:gd name="connsiteX1052" fmla="*/ 1866064 w 3073526"/>
                <a:gd name="connsiteY1052" fmla="*/ 365714 h 2091152"/>
                <a:gd name="connsiteX1053" fmla="*/ 1863322 w 3073526"/>
                <a:gd name="connsiteY1053" fmla="*/ 366280 h 2091152"/>
                <a:gd name="connsiteX1054" fmla="*/ 1905651 w 3073526"/>
                <a:gd name="connsiteY1054" fmla="*/ 348062 h 2091152"/>
                <a:gd name="connsiteX1055" fmla="*/ 1899283 w 3073526"/>
                <a:gd name="connsiteY1055" fmla="*/ 343870 h 2091152"/>
                <a:gd name="connsiteX1056" fmla="*/ 1902909 w 3073526"/>
                <a:gd name="connsiteY1056" fmla="*/ 334806 h 2091152"/>
                <a:gd name="connsiteX1057" fmla="*/ 1915621 w 3073526"/>
                <a:gd name="connsiteY1057" fmla="*/ 329368 h 2091152"/>
                <a:gd name="connsiteX1058" fmla="*/ 1924685 w 3073526"/>
                <a:gd name="connsiteY1058" fmla="*/ 332993 h 2091152"/>
                <a:gd name="connsiteX1059" fmla="*/ 1921059 w 3073526"/>
                <a:gd name="connsiteY1059" fmla="*/ 342057 h 2091152"/>
                <a:gd name="connsiteX1060" fmla="*/ 1908347 w 3073526"/>
                <a:gd name="connsiteY1060" fmla="*/ 347495 h 2091152"/>
                <a:gd name="connsiteX1061" fmla="*/ 1905628 w 3073526"/>
                <a:gd name="connsiteY1061" fmla="*/ 348062 h 2091152"/>
                <a:gd name="connsiteX1062" fmla="*/ 1948024 w 3073526"/>
                <a:gd name="connsiteY1062" fmla="*/ 329957 h 2091152"/>
                <a:gd name="connsiteX1063" fmla="*/ 1941657 w 3073526"/>
                <a:gd name="connsiteY1063" fmla="*/ 325742 h 2091152"/>
                <a:gd name="connsiteX1064" fmla="*/ 1945305 w 3073526"/>
                <a:gd name="connsiteY1064" fmla="*/ 316678 h 2091152"/>
                <a:gd name="connsiteX1065" fmla="*/ 1958040 w 3073526"/>
                <a:gd name="connsiteY1065" fmla="*/ 311263 h 2091152"/>
                <a:gd name="connsiteX1066" fmla="*/ 1967103 w 3073526"/>
                <a:gd name="connsiteY1066" fmla="*/ 314933 h 2091152"/>
                <a:gd name="connsiteX1067" fmla="*/ 1963433 w 3073526"/>
                <a:gd name="connsiteY1067" fmla="*/ 323997 h 2091152"/>
                <a:gd name="connsiteX1068" fmla="*/ 1950721 w 3073526"/>
                <a:gd name="connsiteY1068" fmla="*/ 329390 h 2091152"/>
                <a:gd name="connsiteX1069" fmla="*/ 1948024 w 3073526"/>
                <a:gd name="connsiteY1069" fmla="*/ 329934 h 2091152"/>
                <a:gd name="connsiteX1070" fmla="*/ 1990465 w 3073526"/>
                <a:gd name="connsiteY1070" fmla="*/ 311988 h 2091152"/>
                <a:gd name="connsiteX1071" fmla="*/ 1984098 w 3073526"/>
                <a:gd name="connsiteY1071" fmla="*/ 307773 h 2091152"/>
                <a:gd name="connsiteX1072" fmla="*/ 1987792 w 3073526"/>
                <a:gd name="connsiteY1072" fmla="*/ 298709 h 2091152"/>
                <a:gd name="connsiteX1073" fmla="*/ 2000549 w 3073526"/>
                <a:gd name="connsiteY1073" fmla="*/ 293339 h 2091152"/>
                <a:gd name="connsiteX1074" fmla="*/ 2009590 w 3073526"/>
                <a:gd name="connsiteY1074" fmla="*/ 297032 h 2091152"/>
                <a:gd name="connsiteX1075" fmla="*/ 2005897 w 3073526"/>
                <a:gd name="connsiteY1075" fmla="*/ 306074 h 2091152"/>
                <a:gd name="connsiteX1076" fmla="*/ 1993162 w 3073526"/>
                <a:gd name="connsiteY1076" fmla="*/ 311444 h 2091152"/>
                <a:gd name="connsiteX1077" fmla="*/ 1990488 w 3073526"/>
                <a:gd name="connsiteY1077" fmla="*/ 311988 h 2091152"/>
                <a:gd name="connsiteX1078" fmla="*/ 2032952 w 3073526"/>
                <a:gd name="connsiteY1078" fmla="*/ 294132 h 2091152"/>
                <a:gd name="connsiteX1079" fmla="*/ 2026585 w 3073526"/>
                <a:gd name="connsiteY1079" fmla="*/ 289895 h 2091152"/>
                <a:gd name="connsiteX1080" fmla="*/ 2030278 w 3073526"/>
                <a:gd name="connsiteY1080" fmla="*/ 280853 h 2091152"/>
                <a:gd name="connsiteX1081" fmla="*/ 2043036 w 3073526"/>
                <a:gd name="connsiteY1081" fmla="*/ 275506 h 2091152"/>
                <a:gd name="connsiteX1082" fmla="*/ 2052077 w 3073526"/>
                <a:gd name="connsiteY1082" fmla="*/ 279222 h 2091152"/>
                <a:gd name="connsiteX1083" fmla="*/ 2048361 w 3073526"/>
                <a:gd name="connsiteY1083" fmla="*/ 288263 h 2091152"/>
                <a:gd name="connsiteX1084" fmla="*/ 2035603 w 3073526"/>
                <a:gd name="connsiteY1084" fmla="*/ 293611 h 2091152"/>
                <a:gd name="connsiteX1085" fmla="*/ 2032930 w 3073526"/>
                <a:gd name="connsiteY1085" fmla="*/ 294155 h 2091152"/>
                <a:gd name="connsiteX1086" fmla="*/ 2075484 w 3073526"/>
                <a:gd name="connsiteY1086" fmla="*/ 276389 h 2091152"/>
                <a:gd name="connsiteX1087" fmla="*/ 2069094 w 3073526"/>
                <a:gd name="connsiteY1087" fmla="*/ 272129 h 2091152"/>
                <a:gd name="connsiteX1088" fmla="*/ 2072833 w 3073526"/>
                <a:gd name="connsiteY1088" fmla="*/ 263088 h 2091152"/>
                <a:gd name="connsiteX1089" fmla="*/ 2085613 w 3073526"/>
                <a:gd name="connsiteY1089" fmla="*/ 257786 h 2091152"/>
                <a:gd name="connsiteX1090" fmla="*/ 2094654 w 3073526"/>
                <a:gd name="connsiteY1090" fmla="*/ 261525 h 2091152"/>
                <a:gd name="connsiteX1091" fmla="*/ 2090916 w 3073526"/>
                <a:gd name="connsiteY1091" fmla="*/ 270566 h 2091152"/>
                <a:gd name="connsiteX1092" fmla="*/ 2078135 w 3073526"/>
                <a:gd name="connsiteY1092" fmla="*/ 275868 h 2091152"/>
                <a:gd name="connsiteX1093" fmla="*/ 2075484 w 3073526"/>
                <a:gd name="connsiteY1093" fmla="*/ 276389 h 2091152"/>
                <a:gd name="connsiteX1094" fmla="*/ 2118062 w 3073526"/>
                <a:gd name="connsiteY1094" fmla="*/ 258738 h 2091152"/>
                <a:gd name="connsiteX1095" fmla="*/ 2111672 w 3073526"/>
                <a:gd name="connsiteY1095" fmla="*/ 254455 h 2091152"/>
                <a:gd name="connsiteX1096" fmla="*/ 2115410 w 3073526"/>
                <a:gd name="connsiteY1096" fmla="*/ 245436 h 2091152"/>
                <a:gd name="connsiteX1097" fmla="*/ 2128191 w 3073526"/>
                <a:gd name="connsiteY1097" fmla="*/ 240157 h 2091152"/>
                <a:gd name="connsiteX1098" fmla="*/ 2137209 w 3073526"/>
                <a:gd name="connsiteY1098" fmla="*/ 243918 h 2091152"/>
                <a:gd name="connsiteX1099" fmla="*/ 2133448 w 3073526"/>
                <a:gd name="connsiteY1099" fmla="*/ 252937 h 2091152"/>
                <a:gd name="connsiteX1100" fmla="*/ 2120668 w 3073526"/>
                <a:gd name="connsiteY1100" fmla="*/ 258216 h 2091152"/>
                <a:gd name="connsiteX1101" fmla="*/ 2118039 w 3073526"/>
                <a:gd name="connsiteY1101" fmla="*/ 258738 h 2091152"/>
                <a:gd name="connsiteX1102" fmla="*/ 2160662 w 3073526"/>
                <a:gd name="connsiteY1102" fmla="*/ 241199 h 2091152"/>
                <a:gd name="connsiteX1103" fmla="*/ 2154272 w 3073526"/>
                <a:gd name="connsiteY1103" fmla="*/ 236916 h 2091152"/>
                <a:gd name="connsiteX1104" fmla="*/ 2158033 w 3073526"/>
                <a:gd name="connsiteY1104" fmla="*/ 227898 h 2091152"/>
                <a:gd name="connsiteX1105" fmla="*/ 2170836 w 3073526"/>
                <a:gd name="connsiteY1105" fmla="*/ 222641 h 2091152"/>
                <a:gd name="connsiteX1106" fmla="*/ 2179855 w 3073526"/>
                <a:gd name="connsiteY1106" fmla="*/ 226425 h 2091152"/>
                <a:gd name="connsiteX1107" fmla="*/ 2176070 w 3073526"/>
                <a:gd name="connsiteY1107" fmla="*/ 235444 h 2091152"/>
                <a:gd name="connsiteX1108" fmla="*/ 2163290 w 3073526"/>
                <a:gd name="connsiteY1108" fmla="*/ 240701 h 2091152"/>
                <a:gd name="connsiteX1109" fmla="*/ 2160662 w 3073526"/>
                <a:gd name="connsiteY1109" fmla="*/ 241222 h 2091152"/>
                <a:gd name="connsiteX1110" fmla="*/ 2203307 w 3073526"/>
                <a:gd name="connsiteY1110" fmla="*/ 223728 h 2091152"/>
                <a:gd name="connsiteX1111" fmla="*/ 2196917 w 3073526"/>
                <a:gd name="connsiteY1111" fmla="*/ 219423 h 2091152"/>
                <a:gd name="connsiteX1112" fmla="*/ 2200701 w 3073526"/>
                <a:gd name="connsiteY1112" fmla="*/ 210405 h 2091152"/>
                <a:gd name="connsiteX1113" fmla="*/ 2213504 w 3073526"/>
                <a:gd name="connsiteY1113" fmla="*/ 205170 h 2091152"/>
                <a:gd name="connsiteX1114" fmla="*/ 2222500 w 3073526"/>
                <a:gd name="connsiteY1114" fmla="*/ 208977 h 2091152"/>
                <a:gd name="connsiteX1115" fmla="*/ 2218693 w 3073526"/>
                <a:gd name="connsiteY1115" fmla="*/ 217996 h 2091152"/>
                <a:gd name="connsiteX1116" fmla="*/ 2205913 w 3073526"/>
                <a:gd name="connsiteY1116" fmla="*/ 223207 h 2091152"/>
                <a:gd name="connsiteX1117" fmla="*/ 2203307 w 3073526"/>
                <a:gd name="connsiteY1117" fmla="*/ 223728 h 2091152"/>
                <a:gd name="connsiteX1118" fmla="*/ 2245998 w 3073526"/>
                <a:gd name="connsiteY1118" fmla="*/ 206371 h 2091152"/>
                <a:gd name="connsiteX1119" fmla="*/ 2239585 w 3073526"/>
                <a:gd name="connsiteY1119" fmla="*/ 202066 h 2091152"/>
                <a:gd name="connsiteX1120" fmla="*/ 2243392 w 3073526"/>
                <a:gd name="connsiteY1120" fmla="*/ 193070 h 2091152"/>
                <a:gd name="connsiteX1121" fmla="*/ 2256195 w 3073526"/>
                <a:gd name="connsiteY1121" fmla="*/ 187881 h 2091152"/>
                <a:gd name="connsiteX1122" fmla="*/ 2265191 w 3073526"/>
                <a:gd name="connsiteY1122" fmla="*/ 191688 h 2091152"/>
                <a:gd name="connsiteX1123" fmla="*/ 2261384 w 3073526"/>
                <a:gd name="connsiteY1123" fmla="*/ 200684 h 2091152"/>
                <a:gd name="connsiteX1124" fmla="*/ 2248581 w 3073526"/>
                <a:gd name="connsiteY1124" fmla="*/ 205873 h 2091152"/>
                <a:gd name="connsiteX1125" fmla="*/ 2245975 w 3073526"/>
                <a:gd name="connsiteY1125" fmla="*/ 206371 h 2091152"/>
                <a:gd name="connsiteX1126" fmla="*/ 2288711 w 3073526"/>
                <a:gd name="connsiteY1126" fmla="*/ 189082 h 2091152"/>
                <a:gd name="connsiteX1127" fmla="*/ 2282299 w 3073526"/>
                <a:gd name="connsiteY1127" fmla="*/ 184754 h 2091152"/>
                <a:gd name="connsiteX1128" fmla="*/ 2286105 w 3073526"/>
                <a:gd name="connsiteY1128" fmla="*/ 175758 h 2091152"/>
                <a:gd name="connsiteX1129" fmla="*/ 2298931 w 3073526"/>
                <a:gd name="connsiteY1129" fmla="*/ 170592 h 2091152"/>
                <a:gd name="connsiteX1130" fmla="*/ 2307927 w 3073526"/>
                <a:gd name="connsiteY1130" fmla="*/ 174421 h 2091152"/>
                <a:gd name="connsiteX1131" fmla="*/ 2304097 w 3073526"/>
                <a:gd name="connsiteY1131" fmla="*/ 183417 h 2091152"/>
                <a:gd name="connsiteX1132" fmla="*/ 2291294 w 3073526"/>
                <a:gd name="connsiteY1132" fmla="*/ 188583 h 2091152"/>
                <a:gd name="connsiteX1133" fmla="*/ 2288711 w 3073526"/>
                <a:gd name="connsiteY1133" fmla="*/ 189082 h 2091152"/>
                <a:gd name="connsiteX1134" fmla="*/ 2331447 w 3073526"/>
                <a:gd name="connsiteY1134" fmla="*/ 171861 h 2091152"/>
                <a:gd name="connsiteX1135" fmla="*/ 2325035 w 3073526"/>
                <a:gd name="connsiteY1135" fmla="*/ 167533 h 2091152"/>
                <a:gd name="connsiteX1136" fmla="*/ 2328864 w 3073526"/>
                <a:gd name="connsiteY1136" fmla="*/ 158537 h 2091152"/>
                <a:gd name="connsiteX1137" fmla="*/ 2341689 w 3073526"/>
                <a:gd name="connsiteY1137" fmla="*/ 153370 h 2091152"/>
                <a:gd name="connsiteX1138" fmla="*/ 2350685 w 3073526"/>
                <a:gd name="connsiteY1138" fmla="*/ 157200 h 2091152"/>
                <a:gd name="connsiteX1139" fmla="*/ 2346856 w 3073526"/>
                <a:gd name="connsiteY1139" fmla="*/ 166196 h 2091152"/>
                <a:gd name="connsiteX1140" fmla="*/ 2334030 w 3073526"/>
                <a:gd name="connsiteY1140" fmla="*/ 171362 h 2091152"/>
                <a:gd name="connsiteX1141" fmla="*/ 2331447 w 3073526"/>
                <a:gd name="connsiteY1141" fmla="*/ 171861 h 2091152"/>
                <a:gd name="connsiteX1142" fmla="*/ 2374206 w 3073526"/>
                <a:gd name="connsiteY1142" fmla="*/ 154685 h 2091152"/>
                <a:gd name="connsiteX1143" fmla="*/ 2367793 w 3073526"/>
                <a:gd name="connsiteY1143" fmla="*/ 150357 h 2091152"/>
                <a:gd name="connsiteX1144" fmla="*/ 2371623 w 3073526"/>
                <a:gd name="connsiteY1144" fmla="*/ 141361 h 2091152"/>
                <a:gd name="connsiteX1145" fmla="*/ 2384471 w 3073526"/>
                <a:gd name="connsiteY1145" fmla="*/ 136217 h 2091152"/>
                <a:gd name="connsiteX1146" fmla="*/ 2393444 w 3073526"/>
                <a:gd name="connsiteY1146" fmla="*/ 140069 h 2091152"/>
                <a:gd name="connsiteX1147" fmla="*/ 2389592 w 3073526"/>
                <a:gd name="connsiteY1147" fmla="*/ 149042 h 2091152"/>
                <a:gd name="connsiteX1148" fmla="*/ 2376767 w 3073526"/>
                <a:gd name="connsiteY1148" fmla="*/ 154186 h 2091152"/>
                <a:gd name="connsiteX1149" fmla="*/ 2374183 w 3073526"/>
                <a:gd name="connsiteY1149" fmla="*/ 154685 h 2091152"/>
                <a:gd name="connsiteX1150" fmla="*/ 2417010 w 3073526"/>
                <a:gd name="connsiteY1150" fmla="*/ 137577 h 2091152"/>
                <a:gd name="connsiteX1151" fmla="*/ 2410597 w 3073526"/>
                <a:gd name="connsiteY1151" fmla="*/ 133226 h 2091152"/>
                <a:gd name="connsiteX1152" fmla="*/ 2414450 w 3073526"/>
                <a:gd name="connsiteY1152" fmla="*/ 124253 h 2091152"/>
                <a:gd name="connsiteX1153" fmla="*/ 2427297 w 3073526"/>
                <a:gd name="connsiteY1153" fmla="*/ 119132 h 2091152"/>
                <a:gd name="connsiteX1154" fmla="*/ 2436271 w 3073526"/>
                <a:gd name="connsiteY1154" fmla="*/ 122984 h 2091152"/>
                <a:gd name="connsiteX1155" fmla="*/ 2432418 w 3073526"/>
                <a:gd name="connsiteY1155" fmla="*/ 131957 h 2091152"/>
                <a:gd name="connsiteX1156" fmla="*/ 2419570 w 3073526"/>
                <a:gd name="connsiteY1156" fmla="*/ 137078 h 2091152"/>
                <a:gd name="connsiteX1157" fmla="*/ 2417010 w 3073526"/>
                <a:gd name="connsiteY1157" fmla="*/ 137577 h 2091152"/>
                <a:gd name="connsiteX1158" fmla="*/ 2459814 w 3073526"/>
                <a:gd name="connsiteY1158" fmla="*/ 120537 h 2091152"/>
                <a:gd name="connsiteX1159" fmla="*/ 2453379 w 3073526"/>
                <a:gd name="connsiteY1159" fmla="*/ 116186 h 2091152"/>
                <a:gd name="connsiteX1160" fmla="*/ 2457253 w 3073526"/>
                <a:gd name="connsiteY1160" fmla="*/ 107213 h 2091152"/>
                <a:gd name="connsiteX1161" fmla="*/ 2470101 w 3073526"/>
                <a:gd name="connsiteY1161" fmla="*/ 102114 h 2091152"/>
                <a:gd name="connsiteX1162" fmla="*/ 2479075 w 3073526"/>
                <a:gd name="connsiteY1162" fmla="*/ 105989 h 2091152"/>
                <a:gd name="connsiteX1163" fmla="*/ 2475200 w 3073526"/>
                <a:gd name="connsiteY1163" fmla="*/ 114962 h 2091152"/>
                <a:gd name="connsiteX1164" fmla="*/ 2462352 w 3073526"/>
                <a:gd name="connsiteY1164" fmla="*/ 120061 h 2091152"/>
                <a:gd name="connsiteX1165" fmla="*/ 2459791 w 3073526"/>
                <a:gd name="connsiteY1165" fmla="*/ 120559 h 2091152"/>
                <a:gd name="connsiteX1166" fmla="*/ 2502618 w 3073526"/>
                <a:gd name="connsiteY1166" fmla="*/ 103519 h 2091152"/>
                <a:gd name="connsiteX1167" fmla="*/ 2496183 w 3073526"/>
                <a:gd name="connsiteY1167" fmla="*/ 99169 h 2091152"/>
                <a:gd name="connsiteX1168" fmla="*/ 2500057 w 3073526"/>
                <a:gd name="connsiteY1168" fmla="*/ 90195 h 2091152"/>
                <a:gd name="connsiteX1169" fmla="*/ 2512905 w 3073526"/>
                <a:gd name="connsiteY1169" fmla="*/ 85097 h 2091152"/>
                <a:gd name="connsiteX1170" fmla="*/ 2521879 w 3073526"/>
                <a:gd name="connsiteY1170" fmla="*/ 88972 h 2091152"/>
                <a:gd name="connsiteX1171" fmla="*/ 2518004 w 3073526"/>
                <a:gd name="connsiteY1171" fmla="*/ 97945 h 2091152"/>
                <a:gd name="connsiteX1172" fmla="*/ 2505156 w 3073526"/>
                <a:gd name="connsiteY1172" fmla="*/ 103043 h 2091152"/>
                <a:gd name="connsiteX1173" fmla="*/ 2502618 w 3073526"/>
                <a:gd name="connsiteY1173" fmla="*/ 103542 h 2091152"/>
                <a:gd name="connsiteX1174" fmla="*/ 2545467 w 3073526"/>
                <a:gd name="connsiteY1174" fmla="*/ 86547 h 2091152"/>
                <a:gd name="connsiteX1175" fmla="*/ 2539032 w 3073526"/>
                <a:gd name="connsiteY1175" fmla="*/ 82174 h 2091152"/>
                <a:gd name="connsiteX1176" fmla="*/ 2542929 w 3073526"/>
                <a:gd name="connsiteY1176" fmla="*/ 73201 h 2091152"/>
                <a:gd name="connsiteX1177" fmla="*/ 2555778 w 3073526"/>
                <a:gd name="connsiteY1177" fmla="*/ 68125 h 2091152"/>
                <a:gd name="connsiteX1178" fmla="*/ 2564751 w 3073526"/>
                <a:gd name="connsiteY1178" fmla="*/ 72000 h 2091152"/>
                <a:gd name="connsiteX1179" fmla="*/ 2560876 w 3073526"/>
                <a:gd name="connsiteY1179" fmla="*/ 80973 h 2091152"/>
                <a:gd name="connsiteX1180" fmla="*/ 2548028 w 3073526"/>
                <a:gd name="connsiteY1180" fmla="*/ 86071 h 2091152"/>
                <a:gd name="connsiteX1181" fmla="*/ 2545490 w 3073526"/>
                <a:gd name="connsiteY1181" fmla="*/ 86547 h 2091152"/>
                <a:gd name="connsiteX1182" fmla="*/ 2588294 w 3073526"/>
                <a:gd name="connsiteY1182" fmla="*/ 69620 h 2091152"/>
                <a:gd name="connsiteX1183" fmla="*/ 2581859 w 3073526"/>
                <a:gd name="connsiteY1183" fmla="*/ 65247 h 2091152"/>
                <a:gd name="connsiteX1184" fmla="*/ 2585756 w 3073526"/>
                <a:gd name="connsiteY1184" fmla="*/ 56274 h 2091152"/>
                <a:gd name="connsiteX1185" fmla="*/ 2598604 w 3073526"/>
                <a:gd name="connsiteY1185" fmla="*/ 51198 h 2091152"/>
                <a:gd name="connsiteX1186" fmla="*/ 2607577 w 3073526"/>
                <a:gd name="connsiteY1186" fmla="*/ 55096 h 2091152"/>
                <a:gd name="connsiteX1187" fmla="*/ 2603680 w 3073526"/>
                <a:gd name="connsiteY1187" fmla="*/ 64069 h 2091152"/>
                <a:gd name="connsiteX1188" fmla="*/ 2590832 w 3073526"/>
                <a:gd name="connsiteY1188" fmla="*/ 69145 h 2091152"/>
                <a:gd name="connsiteX1189" fmla="*/ 2588294 w 3073526"/>
                <a:gd name="connsiteY1189" fmla="*/ 69620 h 2091152"/>
                <a:gd name="connsiteX1190" fmla="*/ 2631166 w 3073526"/>
                <a:gd name="connsiteY1190" fmla="*/ 52694 h 2091152"/>
                <a:gd name="connsiteX1191" fmla="*/ 2624731 w 3073526"/>
                <a:gd name="connsiteY1191" fmla="*/ 48320 h 2091152"/>
                <a:gd name="connsiteX1192" fmla="*/ 2628628 w 3073526"/>
                <a:gd name="connsiteY1192" fmla="*/ 39347 h 2091152"/>
                <a:gd name="connsiteX1193" fmla="*/ 2641476 w 3073526"/>
                <a:gd name="connsiteY1193" fmla="*/ 34271 h 2091152"/>
                <a:gd name="connsiteX1194" fmla="*/ 2650449 w 3073526"/>
                <a:gd name="connsiteY1194" fmla="*/ 38169 h 2091152"/>
                <a:gd name="connsiteX1195" fmla="*/ 2646552 w 3073526"/>
                <a:gd name="connsiteY1195" fmla="*/ 47142 h 2091152"/>
                <a:gd name="connsiteX1196" fmla="*/ 2633681 w 3073526"/>
                <a:gd name="connsiteY1196" fmla="*/ 52218 h 2091152"/>
                <a:gd name="connsiteX1197" fmla="*/ 2631143 w 3073526"/>
                <a:gd name="connsiteY1197" fmla="*/ 52694 h 2091152"/>
                <a:gd name="connsiteX1198" fmla="*/ 2674015 w 3073526"/>
                <a:gd name="connsiteY1198" fmla="*/ 35790 h 2091152"/>
                <a:gd name="connsiteX1199" fmla="*/ 2667580 w 3073526"/>
                <a:gd name="connsiteY1199" fmla="*/ 31416 h 2091152"/>
                <a:gd name="connsiteX1200" fmla="*/ 2671477 w 3073526"/>
                <a:gd name="connsiteY1200" fmla="*/ 22443 h 2091152"/>
                <a:gd name="connsiteX1201" fmla="*/ 2684348 w 3073526"/>
                <a:gd name="connsiteY1201" fmla="*/ 17367 h 2091152"/>
                <a:gd name="connsiteX1202" fmla="*/ 2693299 w 3073526"/>
                <a:gd name="connsiteY1202" fmla="*/ 21265 h 2091152"/>
                <a:gd name="connsiteX1203" fmla="*/ 2689401 w 3073526"/>
                <a:gd name="connsiteY1203" fmla="*/ 30238 h 2091152"/>
                <a:gd name="connsiteX1204" fmla="*/ 2676553 w 3073526"/>
                <a:gd name="connsiteY1204" fmla="*/ 35314 h 2091152"/>
                <a:gd name="connsiteX1205" fmla="*/ 2674015 w 3073526"/>
                <a:gd name="connsiteY1205" fmla="*/ 35790 h 2091152"/>
                <a:gd name="connsiteX1206" fmla="*/ 2716887 w 3073526"/>
                <a:gd name="connsiteY1206" fmla="*/ 18908 h 2091152"/>
                <a:gd name="connsiteX1207" fmla="*/ 2710452 w 3073526"/>
                <a:gd name="connsiteY1207" fmla="*/ 14535 h 2091152"/>
                <a:gd name="connsiteX1208" fmla="*/ 2714349 w 3073526"/>
                <a:gd name="connsiteY1208" fmla="*/ 5562 h 2091152"/>
                <a:gd name="connsiteX1209" fmla="*/ 2727220 w 3073526"/>
                <a:gd name="connsiteY1209" fmla="*/ 486 h 2091152"/>
                <a:gd name="connsiteX1210" fmla="*/ 2736171 w 3073526"/>
                <a:gd name="connsiteY1210" fmla="*/ 4383 h 2091152"/>
                <a:gd name="connsiteX1211" fmla="*/ 2732273 w 3073526"/>
                <a:gd name="connsiteY1211" fmla="*/ 13357 h 2091152"/>
                <a:gd name="connsiteX1212" fmla="*/ 2719425 w 3073526"/>
                <a:gd name="connsiteY1212" fmla="*/ 18432 h 2091152"/>
                <a:gd name="connsiteX1213" fmla="*/ 2716887 w 3073526"/>
                <a:gd name="connsiteY1213" fmla="*/ 18908 h 209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</a:cxnLst>
              <a:rect l="l" t="t" r="r" b="b"/>
              <a:pathLst>
                <a:path w="3073526" h="2091152">
                  <a:moveTo>
                    <a:pt x="397654" y="2091152"/>
                  </a:moveTo>
                  <a:cubicBezTo>
                    <a:pt x="393847" y="2091152"/>
                    <a:pt x="390765" y="2088071"/>
                    <a:pt x="390742" y="2084264"/>
                  </a:cubicBezTo>
                  <a:cubicBezTo>
                    <a:pt x="390742" y="2080457"/>
                    <a:pt x="393801" y="2077330"/>
                    <a:pt x="397631" y="2077330"/>
                  </a:cubicBezTo>
                  <a:cubicBezTo>
                    <a:pt x="402208" y="2077330"/>
                    <a:pt x="406763" y="2077239"/>
                    <a:pt x="411317" y="2077149"/>
                  </a:cubicBezTo>
                  <a:cubicBezTo>
                    <a:pt x="415192" y="2077262"/>
                    <a:pt x="418296" y="2080072"/>
                    <a:pt x="418387" y="2083901"/>
                  </a:cubicBezTo>
                  <a:cubicBezTo>
                    <a:pt x="418478" y="2087708"/>
                    <a:pt x="415464" y="2090880"/>
                    <a:pt x="411634" y="2090971"/>
                  </a:cubicBezTo>
                  <a:cubicBezTo>
                    <a:pt x="406989" y="2091084"/>
                    <a:pt x="402344" y="2091152"/>
                    <a:pt x="397676" y="2091152"/>
                  </a:cubicBezTo>
                  <a:lnTo>
                    <a:pt x="397654" y="2091152"/>
                  </a:lnTo>
                  <a:close/>
                  <a:moveTo>
                    <a:pt x="365409" y="2090540"/>
                  </a:moveTo>
                  <a:cubicBezTo>
                    <a:pt x="365409" y="2090540"/>
                    <a:pt x="365205" y="2090540"/>
                    <a:pt x="365114" y="2090540"/>
                  </a:cubicBezTo>
                  <a:cubicBezTo>
                    <a:pt x="360469" y="2090337"/>
                    <a:pt x="355801" y="2090110"/>
                    <a:pt x="351156" y="2089815"/>
                  </a:cubicBezTo>
                  <a:cubicBezTo>
                    <a:pt x="347349" y="2089566"/>
                    <a:pt x="344449" y="2086303"/>
                    <a:pt x="344698" y="2082496"/>
                  </a:cubicBezTo>
                  <a:cubicBezTo>
                    <a:pt x="344947" y="2078689"/>
                    <a:pt x="348210" y="2075767"/>
                    <a:pt x="352017" y="2076038"/>
                  </a:cubicBezTo>
                  <a:cubicBezTo>
                    <a:pt x="356594" y="2076333"/>
                    <a:pt x="361149" y="2076560"/>
                    <a:pt x="365703" y="2076741"/>
                  </a:cubicBezTo>
                  <a:cubicBezTo>
                    <a:pt x="369510" y="2076900"/>
                    <a:pt x="372479" y="2080117"/>
                    <a:pt x="372320" y="2083947"/>
                  </a:cubicBezTo>
                  <a:cubicBezTo>
                    <a:pt x="372161" y="2087663"/>
                    <a:pt x="369102" y="2090563"/>
                    <a:pt x="365409" y="2090563"/>
                  </a:cubicBezTo>
                  <a:close/>
                  <a:moveTo>
                    <a:pt x="443743" y="2089634"/>
                  </a:moveTo>
                  <a:cubicBezTo>
                    <a:pt x="440095" y="2089634"/>
                    <a:pt x="437059" y="2086779"/>
                    <a:pt x="436855" y="2083108"/>
                  </a:cubicBezTo>
                  <a:cubicBezTo>
                    <a:pt x="436628" y="2079301"/>
                    <a:pt x="439551" y="2076038"/>
                    <a:pt x="443358" y="2075812"/>
                  </a:cubicBezTo>
                  <a:cubicBezTo>
                    <a:pt x="447935" y="2075562"/>
                    <a:pt x="452512" y="2075268"/>
                    <a:pt x="457090" y="2074951"/>
                  </a:cubicBezTo>
                  <a:cubicBezTo>
                    <a:pt x="460942" y="2074634"/>
                    <a:pt x="464205" y="2077557"/>
                    <a:pt x="464477" y="2081363"/>
                  </a:cubicBezTo>
                  <a:cubicBezTo>
                    <a:pt x="464749" y="2085170"/>
                    <a:pt x="461871" y="2088479"/>
                    <a:pt x="458064" y="2088750"/>
                  </a:cubicBezTo>
                  <a:cubicBezTo>
                    <a:pt x="453441" y="2089068"/>
                    <a:pt x="448796" y="2089362"/>
                    <a:pt x="444151" y="2089634"/>
                  </a:cubicBezTo>
                  <a:cubicBezTo>
                    <a:pt x="444015" y="2089634"/>
                    <a:pt x="443879" y="2089634"/>
                    <a:pt x="443766" y="2089634"/>
                  </a:cubicBezTo>
                  <a:close/>
                  <a:moveTo>
                    <a:pt x="319433" y="2087006"/>
                  </a:moveTo>
                  <a:cubicBezTo>
                    <a:pt x="319183" y="2087006"/>
                    <a:pt x="318911" y="2087006"/>
                    <a:pt x="318639" y="2086960"/>
                  </a:cubicBezTo>
                  <a:cubicBezTo>
                    <a:pt x="314017" y="2086439"/>
                    <a:pt x="309372" y="2085873"/>
                    <a:pt x="304772" y="2085238"/>
                  </a:cubicBezTo>
                  <a:cubicBezTo>
                    <a:pt x="300988" y="2084717"/>
                    <a:pt x="298336" y="2081250"/>
                    <a:pt x="298858" y="2077466"/>
                  </a:cubicBezTo>
                  <a:cubicBezTo>
                    <a:pt x="299379" y="2073682"/>
                    <a:pt x="302868" y="2071008"/>
                    <a:pt x="306630" y="2071552"/>
                  </a:cubicBezTo>
                  <a:cubicBezTo>
                    <a:pt x="311139" y="2072164"/>
                    <a:pt x="315671" y="2072730"/>
                    <a:pt x="320203" y="2073229"/>
                  </a:cubicBezTo>
                  <a:cubicBezTo>
                    <a:pt x="323987" y="2073659"/>
                    <a:pt x="326729" y="2077081"/>
                    <a:pt x="326298" y="2080865"/>
                  </a:cubicBezTo>
                  <a:cubicBezTo>
                    <a:pt x="325891" y="2084400"/>
                    <a:pt x="322899" y="2087006"/>
                    <a:pt x="319433" y="2087006"/>
                  </a:cubicBezTo>
                  <a:close/>
                  <a:moveTo>
                    <a:pt x="489742" y="2086054"/>
                  </a:moveTo>
                  <a:cubicBezTo>
                    <a:pt x="486230" y="2086054"/>
                    <a:pt x="483216" y="2083380"/>
                    <a:pt x="482876" y="2079822"/>
                  </a:cubicBezTo>
                  <a:cubicBezTo>
                    <a:pt x="482491" y="2076016"/>
                    <a:pt x="485278" y="2072640"/>
                    <a:pt x="489085" y="2072254"/>
                  </a:cubicBezTo>
                  <a:cubicBezTo>
                    <a:pt x="493640" y="2071801"/>
                    <a:pt x="498217" y="2071325"/>
                    <a:pt x="502771" y="2070827"/>
                  </a:cubicBezTo>
                  <a:cubicBezTo>
                    <a:pt x="506578" y="2070441"/>
                    <a:pt x="509977" y="2073138"/>
                    <a:pt x="510408" y="2076945"/>
                  </a:cubicBezTo>
                  <a:cubicBezTo>
                    <a:pt x="510838" y="2080752"/>
                    <a:pt x="508096" y="2084151"/>
                    <a:pt x="504312" y="2084581"/>
                  </a:cubicBezTo>
                  <a:cubicBezTo>
                    <a:pt x="499690" y="2085080"/>
                    <a:pt x="495090" y="2085578"/>
                    <a:pt x="490467" y="2086031"/>
                  </a:cubicBezTo>
                  <a:cubicBezTo>
                    <a:pt x="490241" y="2086031"/>
                    <a:pt x="490014" y="2086054"/>
                    <a:pt x="489787" y="2086054"/>
                  </a:cubicBezTo>
                  <a:close/>
                  <a:moveTo>
                    <a:pt x="535537" y="2080593"/>
                  </a:moveTo>
                  <a:cubicBezTo>
                    <a:pt x="532138" y="2080593"/>
                    <a:pt x="529170" y="2078100"/>
                    <a:pt x="528694" y="2074634"/>
                  </a:cubicBezTo>
                  <a:cubicBezTo>
                    <a:pt x="528173" y="2070849"/>
                    <a:pt x="530801" y="2067360"/>
                    <a:pt x="534586" y="2066839"/>
                  </a:cubicBezTo>
                  <a:cubicBezTo>
                    <a:pt x="539117" y="2066204"/>
                    <a:pt x="543672" y="2065547"/>
                    <a:pt x="548181" y="2064867"/>
                  </a:cubicBezTo>
                  <a:cubicBezTo>
                    <a:pt x="551943" y="2064278"/>
                    <a:pt x="555478" y="2066884"/>
                    <a:pt x="556044" y="2070668"/>
                  </a:cubicBezTo>
                  <a:cubicBezTo>
                    <a:pt x="556611" y="2074429"/>
                    <a:pt x="554028" y="2077964"/>
                    <a:pt x="550243" y="2078531"/>
                  </a:cubicBezTo>
                  <a:cubicBezTo>
                    <a:pt x="545666" y="2079233"/>
                    <a:pt x="541066" y="2079891"/>
                    <a:pt x="536466" y="2080525"/>
                  </a:cubicBezTo>
                  <a:cubicBezTo>
                    <a:pt x="536149" y="2080570"/>
                    <a:pt x="535832" y="2080593"/>
                    <a:pt x="535515" y="2080593"/>
                  </a:cubicBezTo>
                  <a:close/>
                  <a:moveTo>
                    <a:pt x="273887" y="2080072"/>
                  </a:moveTo>
                  <a:cubicBezTo>
                    <a:pt x="273456" y="2080072"/>
                    <a:pt x="273003" y="2080027"/>
                    <a:pt x="272572" y="2079936"/>
                  </a:cubicBezTo>
                  <a:cubicBezTo>
                    <a:pt x="267995" y="2079052"/>
                    <a:pt x="263418" y="2078100"/>
                    <a:pt x="258863" y="2077081"/>
                  </a:cubicBezTo>
                  <a:cubicBezTo>
                    <a:pt x="255147" y="2076242"/>
                    <a:pt x="252791" y="2072572"/>
                    <a:pt x="253606" y="2068833"/>
                  </a:cubicBezTo>
                  <a:cubicBezTo>
                    <a:pt x="254422" y="2065094"/>
                    <a:pt x="258116" y="2062782"/>
                    <a:pt x="261854" y="2063576"/>
                  </a:cubicBezTo>
                  <a:cubicBezTo>
                    <a:pt x="266273" y="2064550"/>
                    <a:pt x="270737" y="2065479"/>
                    <a:pt x="275201" y="2066340"/>
                  </a:cubicBezTo>
                  <a:cubicBezTo>
                    <a:pt x="278940" y="2067065"/>
                    <a:pt x="281387" y="2070691"/>
                    <a:pt x="280662" y="2074429"/>
                  </a:cubicBezTo>
                  <a:cubicBezTo>
                    <a:pt x="280027" y="2077738"/>
                    <a:pt x="277127" y="2080027"/>
                    <a:pt x="273887" y="2080027"/>
                  </a:cubicBezTo>
                  <a:close/>
                  <a:moveTo>
                    <a:pt x="581060" y="2073387"/>
                  </a:moveTo>
                  <a:cubicBezTo>
                    <a:pt x="577775" y="2073387"/>
                    <a:pt x="574852" y="2071031"/>
                    <a:pt x="574263" y="2067677"/>
                  </a:cubicBezTo>
                  <a:cubicBezTo>
                    <a:pt x="573605" y="2063915"/>
                    <a:pt x="576098" y="2060335"/>
                    <a:pt x="579859" y="2059655"/>
                  </a:cubicBezTo>
                  <a:cubicBezTo>
                    <a:pt x="584369" y="2058862"/>
                    <a:pt x="588878" y="2058024"/>
                    <a:pt x="593387" y="2057186"/>
                  </a:cubicBezTo>
                  <a:cubicBezTo>
                    <a:pt x="597149" y="2056483"/>
                    <a:pt x="600752" y="2058953"/>
                    <a:pt x="601454" y="2062692"/>
                  </a:cubicBezTo>
                  <a:cubicBezTo>
                    <a:pt x="602157" y="2066431"/>
                    <a:pt x="599687" y="2070056"/>
                    <a:pt x="595948" y="2070759"/>
                  </a:cubicBezTo>
                  <a:cubicBezTo>
                    <a:pt x="591393" y="2071620"/>
                    <a:pt x="586839" y="2072458"/>
                    <a:pt x="582284" y="2073251"/>
                  </a:cubicBezTo>
                  <a:cubicBezTo>
                    <a:pt x="581876" y="2073319"/>
                    <a:pt x="581468" y="2073365"/>
                    <a:pt x="581060" y="2073365"/>
                  </a:cubicBezTo>
                  <a:close/>
                  <a:moveTo>
                    <a:pt x="229111" y="2069263"/>
                  </a:moveTo>
                  <a:cubicBezTo>
                    <a:pt x="228477" y="2069263"/>
                    <a:pt x="227820" y="2069173"/>
                    <a:pt x="227163" y="2068991"/>
                  </a:cubicBezTo>
                  <a:cubicBezTo>
                    <a:pt x="222676" y="2067677"/>
                    <a:pt x="218212" y="2066295"/>
                    <a:pt x="213771" y="2064867"/>
                  </a:cubicBezTo>
                  <a:cubicBezTo>
                    <a:pt x="210145" y="2063689"/>
                    <a:pt x="208151" y="2059791"/>
                    <a:pt x="209329" y="2056166"/>
                  </a:cubicBezTo>
                  <a:cubicBezTo>
                    <a:pt x="210508" y="2052540"/>
                    <a:pt x="214405" y="2050546"/>
                    <a:pt x="218031" y="2051724"/>
                  </a:cubicBezTo>
                  <a:cubicBezTo>
                    <a:pt x="222336" y="2053129"/>
                    <a:pt x="226664" y="2054466"/>
                    <a:pt x="231015" y="2055735"/>
                  </a:cubicBezTo>
                  <a:cubicBezTo>
                    <a:pt x="234686" y="2056801"/>
                    <a:pt x="236793" y="2060630"/>
                    <a:pt x="235705" y="2064301"/>
                  </a:cubicBezTo>
                  <a:cubicBezTo>
                    <a:pt x="234822" y="2067314"/>
                    <a:pt x="232057" y="2069286"/>
                    <a:pt x="229066" y="2069286"/>
                  </a:cubicBezTo>
                  <a:close/>
                  <a:moveTo>
                    <a:pt x="626266" y="2064527"/>
                  </a:moveTo>
                  <a:cubicBezTo>
                    <a:pt x="623071" y="2064527"/>
                    <a:pt x="620216" y="2062307"/>
                    <a:pt x="619514" y="2059066"/>
                  </a:cubicBezTo>
                  <a:cubicBezTo>
                    <a:pt x="618721" y="2055328"/>
                    <a:pt x="621100" y="2051657"/>
                    <a:pt x="624839" y="2050863"/>
                  </a:cubicBezTo>
                  <a:cubicBezTo>
                    <a:pt x="629325" y="2049912"/>
                    <a:pt x="633789" y="2048915"/>
                    <a:pt x="638276" y="2047918"/>
                  </a:cubicBezTo>
                  <a:cubicBezTo>
                    <a:pt x="641992" y="2047102"/>
                    <a:pt x="645686" y="2049436"/>
                    <a:pt x="646524" y="2053152"/>
                  </a:cubicBezTo>
                  <a:cubicBezTo>
                    <a:pt x="647362" y="2056868"/>
                    <a:pt x="645006" y="2060562"/>
                    <a:pt x="641290" y="2061400"/>
                  </a:cubicBezTo>
                  <a:cubicBezTo>
                    <a:pt x="636780" y="2062420"/>
                    <a:pt x="632248" y="2063394"/>
                    <a:pt x="627739" y="2064369"/>
                  </a:cubicBezTo>
                  <a:cubicBezTo>
                    <a:pt x="627241" y="2064482"/>
                    <a:pt x="626765" y="2064527"/>
                    <a:pt x="626289" y="2064527"/>
                  </a:cubicBezTo>
                  <a:close/>
                  <a:moveTo>
                    <a:pt x="671132" y="2054149"/>
                  </a:moveTo>
                  <a:cubicBezTo>
                    <a:pt x="668028" y="2054149"/>
                    <a:pt x="665218" y="2052042"/>
                    <a:pt x="664425" y="2048892"/>
                  </a:cubicBezTo>
                  <a:cubicBezTo>
                    <a:pt x="663496" y="2045176"/>
                    <a:pt x="665762" y="2041437"/>
                    <a:pt x="669478" y="2040508"/>
                  </a:cubicBezTo>
                  <a:cubicBezTo>
                    <a:pt x="673919" y="2039398"/>
                    <a:pt x="678361" y="2038287"/>
                    <a:pt x="682802" y="2037132"/>
                  </a:cubicBezTo>
                  <a:cubicBezTo>
                    <a:pt x="686496" y="2036180"/>
                    <a:pt x="690257" y="2038401"/>
                    <a:pt x="691231" y="2042094"/>
                  </a:cubicBezTo>
                  <a:cubicBezTo>
                    <a:pt x="692183" y="2045788"/>
                    <a:pt x="689963" y="2049549"/>
                    <a:pt x="686269" y="2050524"/>
                  </a:cubicBezTo>
                  <a:cubicBezTo>
                    <a:pt x="681782" y="2051679"/>
                    <a:pt x="677296" y="2052812"/>
                    <a:pt x="672809" y="2053923"/>
                  </a:cubicBezTo>
                  <a:cubicBezTo>
                    <a:pt x="672243" y="2054058"/>
                    <a:pt x="671699" y="2054127"/>
                    <a:pt x="671132" y="2054127"/>
                  </a:cubicBezTo>
                  <a:close/>
                  <a:moveTo>
                    <a:pt x="185696" y="2054081"/>
                  </a:moveTo>
                  <a:cubicBezTo>
                    <a:pt x="184812" y="2054081"/>
                    <a:pt x="183928" y="2053923"/>
                    <a:pt x="183044" y="2053560"/>
                  </a:cubicBezTo>
                  <a:cubicBezTo>
                    <a:pt x="178716" y="2051770"/>
                    <a:pt x="174411" y="2049912"/>
                    <a:pt x="170174" y="2047963"/>
                  </a:cubicBezTo>
                  <a:cubicBezTo>
                    <a:pt x="166707" y="2046377"/>
                    <a:pt x="165166" y="2042276"/>
                    <a:pt x="166752" y="2038809"/>
                  </a:cubicBezTo>
                  <a:cubicBezTo>
                    <a:pt x="168338" y="2035319"/>
                    <a:pt x="172440" y="2033801"/>
                    <a:pt x="175907" y="2035387"/>
                  </a:cubicBezTo>
                  <a:cubicBezTo>
                    <a:pt x="180008" y="2037245"/>
                    <a:pt x="184155" y="2039058"/>
                    <a:pt x="188324" y="2040780"/>
                  </a:cubicBezTo>
                  <a:cubicBezTo>
                    <a:pt x="191859" y="2042230"/>
                    <a:pt x="193513" y="2046286"/>
                    <a:pt x="192063" y="2049821"/>
                  </a:cubicBezTo>
                  <a:cubicBezTo>
                    <a:pt x="190953" y="2052472"/>
                    <a:pt x="188392" y="2054081"/>
                    <a:pt x="185673" y="2054081"/>
                  </a:cubicBezTo>
                  <a:close/>
                  <a:moveTo>
                    <a:pt x="715636" y="2042366"/>
                  </a:moveTo>
                  <a:cubicBezTo>
                    <a:pt x="712622" y="2042366"/>
                    <a:pt x="709835" y="2040372"/>
                    <a:pt x="708974" y="2037313"/>
                  </a:cubicBezTo>
                  <a:cubicBezTo>
                    <a:pt x="707954" y="2033642"/>
                    <a:pt x="710084" y="2029813"/>
                    <a:pt x="713755" y="2028793"/>
                  </a:cubicBezTo>
                  <a:cubicBezTo>
                    <a:pt x="718174" y="2027547"/>
                    <a:pt x="722570" y="2026300"/>
                    <a:pt x="726966" y="2025032"/>
                  </a:cubicBezTo>
                  <a:cubicBezTo>
                    <a:pt x="730637" y="2023944"/>
                    <a:pt x="734466" y="2026074"/>
                    <a:pt x="735531" y="2029745"/>
                  </a:cubicBezTo>
                  <a:cubicBezTo>
                    <a:pt x="736596" y="2033416"/>
                    <a:pt x="734489" y="2037245"/>
                    <a:pt x="730818" y="2038310"/>
                  </a:cubicBezTo>
                  <a:cubicBezTo>
                    <a:pt x="726377" y="2039602"/>
                    <a:pt x="721935" y="2040871"/>
                    <a:pt x="717471" y="2042117"/>
                  </a:cubicBezTo>
                  <a:cubicBezTo>
                    <a:pt x="716837" y="2042298"/>
                    <a:pt x="716225" y="2042366"/>
                    <a:pt x="715591" y="2042366"/>
                  </a:cubicBezTo>
                  <a:close/>
                  <a:moveTo>
                    <a:pt x="144364" y="2033891"/>
                  </a:moveTo>
                  <a:cubicBezTo>
                    <a:pt x="143209" y="2033891"/>
                    <a:pt x="142030" y="2033597"/>
                    <a:pt x="140943" y="2032985"/>
                  </a:cubicBezTo>
                  <a:cubicBezTo>
                    <a:pt x="136887" y="2030674"/>
                    <a:pt x="132808" y="2028226"/>
                    <a:pt x="128865" y="2025711"/>
                  </a:cubicBezTo>
                  <a:cubicBezTo>
                    <a:pt x="125648" y="2023672"/>
                    <a:pt x="124673" y="2019412"/>
                    <a:pt x="126713" y="2016172"/>
                  </a:cubicBezTo>
                  <a:cubicBezTo>
                    <a:pt x="128752" y="2012954"/>
                    <a:pt x="133035" y="2012002"/>
                    <a:pt x="136252" y="2014019"/>
                  </a:cubicBezTo>
                  <a:cubicBezTo>
                    <a:pt x="140059" y="2016421"/>
                    <a:pt x="143911" y="2018732"/>
                    <a:pt x="147809" y="2020976"/>
                  </a:cubicBezTo>
                  <a:cubicBezTo>
                    <a:pt x="151117" y="2022879"/>
                    <a:pt x="152273" y="2027094"/>
                    <a:pt x="150369" y="2030402"/>
                  </a:cubicBezTo>
                  <a:cubicBezTo>
                    <a:pt x="149100" y="2032623"/>
                    <a:pt x="146766" y="2033891"/>
                    <a:pt x="144364" y="2033891"/>
                  </a:cubicBezTo>
                  <a:close/>
                  <a:moveTo>
                    <a:pt x="759777" y="2029337"/>
                  </a:moveTo>
                  <a:cubicBezTo>
                    <a:pt x="756831" y="2029337"/>
                    <a:pt x="754089" y="2027433"/>
                    <a:pt x="753183" y="2024465"/>
                  </a:cubicBezTo>
                  <a:cubicBezTo>
                    <a:pt x="752050" y="2020817"/>
                    <a:pt x="754089" y="2016942"/>
                    <a:pt x="757737" y="2015809"/>
                  </a:cubicBezTo>
                  <a:cubicBezTo>
                    <a:pt x="762111" y="2014450"/>
                    <a:pt x="766484" y="2013067"/>
                    <a:pt x="770857" y="2011685"/>
                  </a:cubicBezTo>
                  <a:cubicBezTo>
                    <a:pt x="774483" y="2010507"/>
                    <a:pt x="778380" y="2012524"/>
                    <a:pt x="779536" y="2016172"/>
                  </a:cubicBezTo>
                  <a:cubicBezTo>
                    <a:pt x="780692" y="2019797"/>
                    <a:pt x="778697" y="2023695"/>
                    <a:pt x="775049" y="2024850"/>
                  </a:cubicBezTo>
                  <a:cubicBezTo>
                    <a:pt x="770653" y="2026255"/>
                    <a:pt x="766235" y="2027637"/>
                    <a:pt x="761839" y="2029020"/>
                  </a:cubicBezTo>
                  <a:cubicBezTo>
                    <a:pt x="761159" y="2029224"/>
                    <a:pt x="760457" y="2029337"/>
                    <a:pt x="759777" y="2029337"/>
                  </a:cubicBezTo>
                  <a:close/>
                  <a:moveTo>
                    <a:pt x="803555" y="2015129"/>
                  </a:moveTo>
                  <a:cubicBezTo>
                    <a:pt x="800677" y="2015129"/>
                    <a:pt x="797981" y="2013317"/>
                    <a:pt x="797006" y="2010439"/>
                  </a:cubicBezTo>
                  <a:cubicBezTo>
                    <a:pt x="795783" y="2006813"/>
                    <a:pt x="797732" y="2002893"/>
                    <a:pt x="801334" y="2001669"/>
                  </a:cubicBezTo>
                  <a:cubicBezTo>
                    <a:pt x="805685" y="2000197"/>
                    <a:pt x="810013" y="1998724"/>
                    <a:pt x="814341" y="1997228"/>
                  </a:cubicBezTo>
                  <a:cubicBezTo>
                    <a:pt x="817944" y="1995982"/>
                    <a:pt x="821887" y="1997908"/>
                    <a:pt x="823133" y="2001511"/>
                  </a:cubicBezTo>
                  <a:cubicBezTo>
                    <a:pt x="824379" y="2005114"/>
                    <a:pt x="822476" y="2009057"/>
                    <a:pt x="818850" y="2010303"/>
                  </a:cubicBezTo>
                  <a:cubicBezTo>
                    <a:pt x="814477" y="2011821"/>
                    <a:pt x="810126" y="2013294"/>
                    <a:pt x="805753" y="2014789"/>
                  </a:cubicBezTo>
                  <a:cubicBezTo>
                    <a:pt x="805028" y="2015039"/>
                    <a:pt x="804280" y="2015152"/>
                    <a:pt x="803532" y="2015152"/>
                  </a:cubicBezTo>
                  <a:close/>
                  <a:moveTo>
                    <a:pt x="106251" y="2008150"/>
                  </a:moveTo>
                  <a:cubicBezTo>
                    <a:pt x="104733" y="2008150"/>
                    <a:pt x="103237" y="2007652"/>
                    <a:pt x="101946" y="2006655"/>
                  </a:cubicBezTo>
                  <a:cubicBezTo>
                    <a:pt x="98252" y="2003732"/>
                    <a:pt x="94604" y="2000673"/>
                    <a:pt x="91092" y="1997591"/>
                  </a:cubicBezTo>
                  <a:cubicBezTo>
                    <a:pt x="88214" y="1995075"/>
                    <a:pt x="87942" y="1990702"/>
                    <a:pt x="90457" y="1987825"/>
                  </a:cubicBezTo>
                  <a:cubicBezTo>
                    <a:pt x="92972" y="1984969"/>
                    <a:pt x="97346" y="1984675"/>
                    <a:pt x="100201" y="1987190"/>
                  </a:cubicBezTo>
                  <a:cubicBezTo>
                    <a:pt x="103554" y="1990113"/>
                    <a:pt x="107021" y="1993036"/>
                    <a:pt x="110534" y="1995823"/>
                  </a:cubicBezTo>
                  <a:cubicBezTo>
                    <a:pt x="113525" y="1998203"/>
                    <a:pt x="114023" y="2002553"/>
                    <a:pt x="111644" y="2005544"/>
                  </a:cubicBezTo>
                  <a:cubicBezTo>
                    <a:pt x="110284" y="2007266"/>
                    <a:pt x="108268" y="2008150"/>
                    <a:pt x="106228" y="2008150"/>
                  </a:cubicBezTo>
                  <a:close/>
                  <a:moveTo>
                    <a:pt x="846994" y="1999902"/>
                  </a:moveTo>
                  <a:cubicBezTo>
                    <a:pt x="844161" y="1999902"/>
                    <a:pt x="841510" y="1998157"/>
                    <a:pt x="840490" y="1995347"/>
                  </a:cubicBezTo>
                  <a:cubicBezTo>
                    <a:pt x="839176" y="1991767"/>
                    <a:pt x="841034" y="1987802"/>
                    <a:pt x="844614" y="1986488"/>
                  </a:cubicBezTo>
                  <a:cubicBezTo>
                    <a:pt x="848920" y="1984924"/>
                    <a:pt x="853225" y="1983338"/>
                    <a:pt x="857530" y="1981752"/>
                  </a:cubicBezTo>
                  <a:cubicBezTo>
                    <a:pt x="861110" y="1980437"/>
                    <a:pt x="865076" y="1982250"/>
                    <a:pt x="866413" y="1985830"/>
                  </a:cubicBezTo>
                  <a:cubicBezTo>
                    <a:pt x="867727" y="1989411"/>
                    <a:pt x="865914" y="1993376"/>
                    <a:pt x="862334" y="1994713"/>
                  </a:cubicBezTo>
                  <a:cubicBezTo>
                    <a:pt x="858006" y="1996322"/>
                    <a:pt x="853678" y="1997908"/>
                    <a:pt x="849327" y="1999472"/>
                  </a:cubicBezTo>
                  <a:cubicBezTo>
                    <a:pt x="848557" y="1999766"/>
                    <a:pt x="847764" y="1999879"/>
                    <a:pt x="846971" y="1999879"/>
                  </a:cubicBezTo>
                  <a:close/>
                  <a:moveTo>
                    <a:pt x="890115" y="1983768"/>
                  </a:moveTo>
                  <a:cubicBezTo>
                    <a:pt x="887350" y="1983768"/>
                    <a:pt x="884722" y="1982092"/>
                    <a:pt x="883657" y="1979350"/>
                  </a:cubicBezTo>
                  <a:cubicBezTo>
                    <a:pt x="882275" y="1975792"/>
                    <a:pt x="884065" y="1971782"/>
                    <a:pt x="887622" y="1970422"/>
                  </a:cubicBezTo>
                  <a:cubicBezTo>
                    <a:pt x="891905" y="1968768"/>
                    <a:pt x="896188" y="1967114"/>
                    <a:pt x="900448" y="1965437"/>
                  </a:cubicBezTo>
                  <a:cubicBezTo>
                    <a:pt x="904005" y="1964032"/>
                    <a:pt x="908016" y="1965799"/>
                    <a:pt x="909398" y="1969357"/>
                  </a:cubicBezTo>
                  <a:cubicBezTo>
                    <a:pt x="910780" y="1972915"/>
                    <a:pt x="909036" y="1976925"/>
                    <a:pt x="905478" y="1978308"/>
                  </a:cubicBezTo>
                  <a:cubicBezTo>
                    <a:pt x="901173" y="1979984"/>
                    <a:pt x="896890" y="1981661"/>
                    <a:pt x="892585" y="1983315"/>
                  </a:cubicBezTo>
                  <a:cubicBezTo>
                    <a:pt x="891769" y="1983633"/>
                    <a:pt x="890931" y="1983768"/>
                    <a:pt x="890092" y="1983768"/>
                  </a:cubicBezTo>
                  <a:close/>
                  <a:moveTo>
                    <a:pt x="72783" y="1976608"/>
                  </a:moveTo>
                  <a:cubicBezTo>
                    <a:pt x="70879" y="1976608"/>
                    <a:pt x="68976" y="1975837"/>
                    <a:pt x="67616" y="1974297"/>
                  </a:cubicBezTo>
                  <a:cubicBezTo>
                    <a:pt x="64467" y="1970762"/>
                    <a:pt x="61385" y="1967114"/>
                    <a:pt x="58439" y="1963443"/>
                  </a:cubicBezTo>
                  <a:cubicBezTo>
                    <a:pt x="56060" y="1960452"/>
                    <a:pt x="56536" y="1956101"/>
                    <a:pt x="59527" y="1953722"/>
                  </a:cubicBezTo>
                  <a:cubicBezTo>
                    <a:pt x="62518" y="1951343"/>
                    <a:pt x="66869" y="1951818"/>
                    <a:pt x="69248" y="1954787"/>
                  </a:cubicBezTo>
                  <a:cubicBezTo>
                    <a:pt x="72035" y="1958276"/>
                    <a:pt x="74958" y="1961743"/>
                    <a:pt x="77949" y="1965074"/>
                  </a:cubicBezTo>
                  <a:cubicBezTo>
                    <a:pt x="80487" y="1967929"/>
                    <a:pt x="80238" y="1972303"/>
                    <a:pt x="77383" y="1974841"/>
                  </a:cubicBezTo>
                  <a:cubicBezTo>
                    <a:pt x="76068" y="1976019"/>
                    <a:pt x="74414" y="1976585"/>
                    <a:pt x="72783" y="1976585"/>
                  </a:cubicBezTo>
                  <a:close/>
                  <a:moveTo>
                    <a:pt x="932896" y="1966819"/>
                  </a:moveTo>
                  <a:cubicBezTo>
                    <a:pt x="930154" y="1966819"/>
                    <a:pt x="927571" y="1965188"/>
                    <a:pt x="926484" y="1962514"/>
                  </a:cubicBezTo>
                  <a:cubicBezTo>
                    <a:pt x="925056" y="1958979"/>
                    <a:pt x="926755" y="1954945"/>
                    <a:pt x="930290" y="1953518"/>
                  </a:cubicBezTo>
                  <a:cubicBezTo>
                    <a:pt x="934550" y="1951796"/>
                    <a:pt x="938788" y="1950051"/>
                    <a:pt x="943048" y="1948306"/>
                  </a:cubicBezTo>
                  <a:cubicBezTo>
                    <a:pt x="946583" y="1946856"/>
                    <a:pt x="950616" y="1948533"/>
                    <a:pt x="952066" y="1952068"/>
                  </a:cubicBezTo>
                  <a:cubicBezTo>
                    <a:pt x="953516" y="1955603"/>
                    <a:pt x="951840" y="1959636"/>
                    <a:pt x="948305" y="1961086"/>
                  </a:cubicBezTo>
                  <a:cubicBezTo>
                    <a:pt x="944045" y="1962831"/>
                    <a:pt x="939762" y="1964598"/>
                    <a:pt x="935502" y="1966321"/>
                  </a:cubicBezTo>
                  <a:cubicBezTo>
                    <a:pt x="934641" y="1966661"/>
                    <a:pt x="933780" y="1966819"/>
                    <a:pt x="932919" y="1966819"/>
                  </a:cubicBezTo>
                  <a:close/>
                  <a:moveTo>
                    <a:pt x="975428" y="1949190"/>
                  </a:moveTo>
                  <a:cubicBezTo>
                    <a:pt x="972732" y="1949190"/>
                    <a:pt x="970171" y="1947604"/>
                    <a:pt x="969061" y="1944975"/>
                  </a:cubicBezTo>
                  <a:cubicBezTo>
                    <a:pt x="967565" y="1941463"/>
                    <a:pt x="969219" y="1937407"/>
                    <a:pt x="972732" y="1935911"/>
                  </a:cubicBezTo>
                  <a:cubicBezTo>
                    <a:pt x="976969" y="1934121"/>
                    <a:pt x="981184" y="1932331"/>
                    <a:pt x="985421" y="1930518"/>
                  </a:cubicBezTo>
                  <a:cubicBezTo>
                    <a:pt x="988933" y="1929000"/>
                    <a:pt x="992989" y="1930654"/>
                    <a:pt x="994485" y="1934144"/>
                  </a:cubicBezTo>
                  <a:cubicBezTo>
                    <a:pt x="995980" y="1937656"/>
                    <a:pt x="994349" y="1941712"/>
                    <a:pt x="990837" y="1943208"/>
                  </a:cubicBezTo>
                  <a:cubicBezTo>
                    <a:pt x="986599" y="1945020"/>
                    <a:pt x="982339" y="1946833"/>
                    <a:pt x="978102" y="1948623"/>
                  </a:cubicBezTo>
                  <a:cubicBezTo>
                    <a:pt x="977218" y="1948986"/>
                    <a:pt x="976312" y="1949167"/>
                    <a:pt x="975406" y="1949167"/>
                  </a:cubicBezTo>
                  <a:close/>
                  <a:moveTo>
                    <a:pt x="45365" y="1939650"/>
                  </a:moveTo>
                  <a:cubicBezTo>
                    <a:pt x="43031" y="1939650"/>
                    <a:pt x="40765" y="1938472"/>
                    <a:pt x="39450" y="1936342"/>
                  </a:cubicBezTo>
                  <a:cubicBezTo>
                    <a:pt x="37003" y="1932308"/>
                    <a:pt x="34624" y="1928162"/>
                    <a:pt x="32403" y="1924038"/>
                  </a:cubicBezTo>
                  <a:cubicBezTo>
                    <a:pt x="30590" y="1920684"/>
                    <a:pt x="31859" y="1916492"/>
                    <a:pt x="35213" y="1914679"/>
                  </a:cubicBezTo>
                  <a:cubicBezTo>
                    <a:pt x="38567" y="1912867"/>
                    <a:pt x="42759" y="1914135"/>
                    <a:pt x="44571" y="1917489"/>
                  </a:cubicBezTo>
                  <a:cubicBezTo>
                    <a:pt x="46679" y="1921409"/>
                    <a:pt x="48922" y="1925329"/>
                    <a:pt x="51256" y="1929159"/>
                  </a:cubicBezTo>
                  <a:cubicBezTo>
                    <a:pt x="53250" y="1932422"/>
                    <a:pt x="52208" y="1936682"/>
                    <a:pt x="48945" y="1938653"/>
                  </a:cubicBezTo>
                  <a:cubicBezTo>
                    <a:pt x="47812" y="1939333"/>
                    <a:pt x="46588" y="1939650"/>
                    <a:pt x="45365" y="1939650"/>
                  </a:cubicBezTo>
                  <a:close/>
                  <a:moveTo>
                    <a:pt x="1017734" y="1930972"/>
                  </a:moveTo>
                  <a:cubicBezTo>
                    <a:pt x="1015060" y="1930972"/>
                    <a:pt x="1012522" y="1929431"/>
                    <a:pt x="1011389" y="1926825"/>
                  </a:cubicBezTo>
                  <a:cubicBezTo>
                    <a:pt x="1009848" y="1923335"/>
                    <a:pt x="1011457" y="1919257"/>
                    <a:pt x="1014947" y="1917716"/>
                  </a:cubicBezTo>
                  <a:cubicBezTo>
                    <a:pt x="1019161" y="1915880"/>
                    <a:pt x="1023353" y="1914022"/>
                    <a:pt x="1027568" y="1912164"/>
                  </a:cubicBezTo>
                  <a:cubicBezTo>
                    <a:pt x="1031058" y="1910623"/>
                    <a:pt x="1035136" y="1912209"/>
                    <a:pt x="1036677" y="1915699"/>
                  </a:cubicBezTo>
                  <a:cubicBezTo>
                    <a:pt x="1038218" y="1919188"/>
                    <a:pt x="1036655" y="1923267"/>
                    <a:pt x="1033165" y="1924808"/>
                  </a:cubicBezTo>
                  <a:cubicBezTo>
                    <a:pt x="1028950" y="1926666"/>
                    <a:pt x="1024713" y="1928524"/>
                    <a:pt x="1020498" y="1930382"/>
                  </a:cubicBezTo>
                  <a:cubicBezTo>
                    <a:pt x="1019592" y="1930767"/>
                    <a:pt x="1018663" y="1930972"/>
                    <a:pt x="1017734" y="1930972"/>
                  </a:cubicBezTo>
                  <a:close/>
                  <a:moveTo>
                    <a:pt x="1059813" y="1912277"/>
                  </a:moveTo>
                  <a:cubicBezTo>
                    <a:pt x="1057184" y="1912277"/>
                    <a:pt x="1054669" y="1910759"/>
                    <a:pt x="1053513" y="1908199"/>
                  </a:cubicBezTo>
                  <a:cubicBezTo>
                    <a:pt x="1051950" y="1904709"/>
                    <a:pt x="1053513" y="1900630"/>
                    <a:pt x="1056980" y="1899044"/>
                  </a:cubicBezTo>
                  <a:lnTo>
                    <a:pt x="1069556" y="1893357"/>
                  </a:lnTo>
                  <a:cubicBezTo>
                    <a:pt x="1073046" y="1891770"/>
                    <a:pt x="1077125" y="1893334"/>
                    <a:pt x="1078711" y="1896801"/>
                  </a:cubicBezTo>
                  <a:cubicBezTo>
                    <a:pt x="1080297" y="1900290"/>
                    <a:pt x="1078756" y="1904369"/>
                    <a:pt x="1075266" y="1905955"/>
                  </a:cubicBezTo>
                  <a:lnTo>
                    <a:pt x="1062668" y="1911666"/>
                  </a:lnTo>
                  <a:cubicBezTo>
                    <a:pt x="1061739" y="1912073"/>
                    <a:pt x="1060787" y="1912277"/>
                    <a:pt x="1059835" y="1912277"/>
                  </a:cubicBezTo>
                  <a:close/>
                  <a:moveTo>
                    <a:pt x="25084" y="1898364"/>
                  </a:moveTo>
                  <a:cubicBezTo>
                    <a:pt x="22297" y="1898364"/>
                    <a:pt x="19691" y="1896688"/>
                    <a:pt x="18626" y="1893923"/>
                  </a:cubicBezTo>
                  <a:cubicBezTo>
                    <a:pt x="16949" y="1889550"/>
                    <a:pt x="15363" y="1885041"/>
                    <a:pt x="13913" y="1880554"/>
                  </a:cubicBezTo>
                  <a:cubicBezTo>
                    <a:pt x="12735" y="1876929"/>
                    <a:pt x="14729" y="1873031"/>
                    <a:pt x="18354" y="1871852"/>
                  </a:cubicBezTo>
                  <a:cubicBezTo>
                    <a:pt x="21980" y="1870674"/>
                    <a:pt x="25877" y="1872668"/>
                    <a:pt x="27056" y="1876294"/>
                  </a:cubicBezTo>
                  <a:cubicBezTo>
                    <a:pt x="28438" y="1880554"/>
                    <a:pt x="29933" y="1884814"/>
                    <a:pt x="31520" y="1888961"/>
                  </a:cubicBezTo>
                  <a:cubicBezTo>
                    <a:pt x="32879" y="1892518"/>
                    <a:pt x="31112" y="1896529"/>
                    <a:pt x="27531" y="1897889"/>
                  </a:cubicBezTo>
                  <a:cubicBezTo>
                    <a:pt x="26716" y="1898206"/>
                    <a:pt x="25877" y="1898342"/>
                    <a:pt x="25062" y="1898342"/>
                  </a:cubicBezTo>
                  <a:close/>
                  <a:moveTo>
                    <a:pt x="1101733" y="1893175"/>
                  </a:moveTo>
                  <a:cubicBezTo>
                    <a:pt x="1099127" y="1893175"/>
                    <a:pt x="1096612" y="1891680"/>
                    <a:pt x="1095456" y="1889142"/>
                  </a:cubicBezTo>
                  <a:cubicBezTo>
                    <a:pt x="1093870" y="1885675"/>
                    <a:pt x="1095388" y="1881574"/>
                    <a:pt x="1098855" y="1879965"/>
                  </a:cubicBezTo>
                  <a:lnTo>
                    <a:pt x="1111386" y="1874187"/>
                  </a:lnTo>
                  <a:cubicBezTo>
                    <a:pt x="1114853" y="1872578"/>
                    <a:pt x="1118954" y="1874096"/>
                    <a:pt x="1120563" y="1877563"/>
                  </a:cubicBezTo>
                  <a:cubicBezTo>
                    <a:pt x="1122172" y="1881030"/>
                    <a:pt x="1120654" y="1885131"/>
                    <a:pt x="1117187" y="1886740"/>
                  </a:cubicBezTo>
                  <a:lnTo>
                    <a:pt x="1104633" y="1892541"/>
                  </a:lnTo>
                  <a:cubicBezTo>
                    <a:pt x="1103704" y="1892971"/>
                    <a:pt x="1102707" y="1893175"/>
                    <a:pt x="1101756" y="1893175"/>
                  </a:cubicBezTo>
                  <a:close/>
                  <a:moveTo>
                    <a:pt x="1143540" y="1873779"/>
                  </a:moveTo>
                  <a:cubicBezTo>
                    <a:pt x="1140934" y="1873779"/>
                    <a:pt x="1138441" y="1872306"/>
                    <a:pt x="1137263" y="1869791"/>
                  </a:cubicBezTo>
                  <a:cubicBezTo>
                    <a:pt x="1135654" y="1866324"/>
                    <a:pt x="1137150" y="1862222"/>
                    <a:pt x="1140594" y="1860591"/>
                  </a:cubicBezTo>
                  <a:lnTo>
                    <a:pt x="1153102" y="1854722"/>
                  </a:lnTo>
                  <a:cubicBezTo>
                    <a:pt x="1156569" y="1853091"/>
                    <a:pt x="1160671" y="1854586"/>
                    <a:pt x="1162302" y="1858053"/>
                  </a:cubicBezTo>
                  <a:cubicBezTo>
                    <a:pt x="1163934" y="1861520"/>
                    <a:pt x="1162438" y="1865621"/>
                    <a:pt x="1158971" y="1867253"/>
                  </a:cubicBezTo>
                  <a:lnTo>
                    <a:pt x="1146440" y="1873122"/>
                  </a:lnTo>
                  <a:cubicBezTo>
                    <a:pt x="1145489" y="1873575"/>
                    <a:pt x="1144492" y="1873779"/>
                    <a:pt x="1143517" y="1873779"/>
                  </a:cubicBezTo>
                  <a:close/>
                  <a:moveTo>
                    <a:pt x="1185256" y="1854178"/>
                  </a:moveTo>
                  <a:cubicBezTo>
                    <a:pt x="1182673" y="1854178"/>
                    <a:pt x="1180180" y="1852705"/>
                    <a:pt x="1179002" y="1850213"/>
                  </a:cubicBezTo>
                  <a:cubicBezTo>
                    <a:pt x="1177371" y="1846768"/>
                    <a:pt x="1178844" y="1842645"/>
                    <a:pt x="1182310" y="1841013"/>
                  </a:cubicBezTo>
                  <a:lnTo>
                    <a:pt x="1194819" y="1835099"/>
                  </a:lnTo>
                  <a:cubicBezTo>
                    <a:pt x="1198263" y="1833467"/>
                    <a:pt x="1202387" y="1834940"/>
                    <a:pt x="1204018" y="1838407"/>
                  </a:cubicBezTo>
                  <a:cubicBezTo>
                    <a:pt x="1205650" y="1841851"/>
                    <a:pt x="1204177" y="1845975"/>
                    <a:pt x="1200733" y="1847607"/>
                  </a:cubicBezTo>
                  <a:lnTo>
                    <a:pt x="1188225" y="1853521"/>
                  </a:lnTo>
                  <a:cubicBezTo>
                    <a:pt x="1187273" y="1853974"/>
                    <a:pt x="1186276" y="1854178"/>
                    <a:pt x="1185279" y="1854178"/>
                  </a:cubicBezTo>
                  <a:close/>
                  <a:moveTo>
                    <a:pt x="12417" y="1854133"/>
                  </a:moveTo>
                  <a:cubicBezTo>
                    <a:pt x="9177" y="1854133"/>
                    <a:pt x="6277" y="1851844"/>
                    <a:pt x="5642" y="1848559"/>
                  </a:cubicBezTo>
                  <a:cubicBezTo>
                    <a:pt x="4736" y="1843981"/>
                    <a:pt x="3943" y="1839291"/>
                    <a:pt x="3263" y="1834600"/>
                  </a:cubicBezTo>
                  <a:cubicBezTo>
                    <a:pt x="2719" y="1830816"/>
                    <a:pt x="5325" y="1827304"/>
                    <a:pt x="9109" y="1826760"/>
                  </a:cubicBezTo>
                  <a:cubicBezTo>
                    <a:pt x="12893" y="1826216"/>
                    <a:pt x="16406" y="1828822"/>
                    <a:pt x="16949" y="1832606"/>
                  </a:cubicBezTo>
                  <a:cubicBezTo>
                    <a:pt x="17607" y="1837070"/>
                    <a:pt x="18354" y="1841534"/>
                    <a:pt x="19215" y="1845907"/>
                  </a:cubicBezTo>
                  <a:cubicBezTo>
                    <a:pt x="19940" y="1849646"/>
                    <a:pt x="17516" y="1853272"/>
                    <a:pt x="13754" y="1854019"/>
                  </a:cubicBezTo>
                  <a:cubicBezTo>
                    <a:pt x="13301" y="1854110"/>
                    <a:pt x="12848" y="1854155"/>
                    <a:pt x="12417" y="1854155"/>
                  </a:cubicBezTo>
                  <a:close/>
                  <a:moveTo>
                    <a:pt x="1226927" y="1834487"/>
                  </a:moveTo>
                  <a:cubicBezTo>
                    <a:pt x="1224344" y="1834487"/>
                    <a:pt x="1221851" y="1833037"/>
                    <a:pt x="1220673" y="1830544"/>
                  </a:cubicBezTo>
                  <a:cubicBezTo>
                    <a:pt x="1219042" y="1827100"/>
                    <a:pt x="1220515" y="1822976"/>
                    <a:pt x="1223959" y="1821344"/>
                  </a:cubicBezTo>
                  <a:lnTo>
                    <a:pt x="1236467" y="1815430"/>
                  </a:lnTo>
                  <a:cubicBezTo>
                    <a:pt x="1239911" y="1813776"/>
                    <a:pt x="1244035" y="1815272"/>
                    <a:pt x="1245667" y="1818716"/>
                  </a:cubicBezTo>
                  <a:cubicBezTo>
                    <a:pt x="1247298" y="1822160"/>
                    <a:pt x="1245825" y="1826284"/>
                    <a:pt x="1242381" y="1827916"/>
                  </a:cubicBezTo>
                  <a:lnTo>
                    <a:pt x="1229873" y="1833830"/>
                  </a:lnTo>
                  <a:cubicBezTo>
                    <a:pt x="1228921" y="1834283"/>
                    <a:pt x="1227902" y="1834487"/>
                    <a:pt x="1226927" y="1834487"/>
                  </a:cubicBezTo>
                  <a:close/>
                  <a:moveTo>
                    <a:pt x="1268621" y="1814750"/>
                  </a:moveTo>
                  <a:cubicBezTo>
                    <a:pt x="1266038" y="1814750"/>
                    <a:pt x="1263545" y="1813277"/>
                    <a:pt x="1262367" y="1810785"/>
                  </a:cubicBezTo>
                  <a:cubicBezTo>
                    <a:pt x="1260735" y="1807341"/>
                    <a:pt x="1262208" y="1803217"/>
                    <a:pt x="1265675" y="1801585"/>
                  </a:cubicBezTo>
                  <a:lnTo>
                    <a:pt x="1278206" y="1795671"/>
                  </a:lnTo>
                  <a:cubicBezTo>
                    <a:pt x="1281650" y="1794039"/>
                    <a:pt x="1285774" y="1795512"/>
                    <a:pt x="1287406" y="1798979"/>
                  </a:cubicBezTo>
                  <a:cubicBezTo>
                    <a:pt x="1289037" y="1802424"/>
                    <a:pt x="1287542" y="1806548"/>
                    <a:pt x="1284098" y="1808179"/>
                  </a:cubicBezTo>
                  <a:lnTo>
                    <a:pt x="1271589" y="1814093"/>
                  </a:lnTo>
                  <a:cubicBezTo>
                    <a:pt x="1270638" y="1814547"/>
                    <a:pt x="1269641" y="1814750"/>
                    <a:pt x="1268644" y="1814750"/>
                  </a:cubicBezTo>
                  <a:close/>
                  <a:moveTo>
                    <a:pt x="7160" y="1808406"/>
                  </a:moveTo>
                  <a:cubicBezTo>
                    <a:pt x="3467" y="1808406"/>
                    <a:pt x="408" y="1805483"/>
                    <a:pt x="249" y="1801766"/>
                  </a:cubicBezTo>
                  <a:cubicBezTo>
                    <a:pt x="68" y="1797348"/>
                    <a:pt x="0" y="1792929"/>
                    <a:pt x="0" y="1788488"/>
                  </a:cubicBezTo>
                  <a:lnTo>
                    <a:pt x="0" y="1787672"/>
                  </a:lnTo>
                  <a:cubicBezTo>
                    <a:pt x="0" y="1783865"/>
                    <a:pt x="3104" y="1780761"/>
                    <a:pt x="6911" y="1780761"/>
                  </a:cubicBezTo>
                  <a:cubicBezTo>
                    <a:pt x="10718" y="1780761"/>
                    <a:pt x="13822" y="1783865"/>
                    <a:pt x="13822" y="1787672"/>
                  </a:cubicBezTo>
                  <a:lnTo>
                    <a:pt x="13822" y="1788488"/>
                  </a:lnTo>
                  <a:cubicBezTo>
                    <a:pt x="13822" y="1792748"/>
                    <a:pt x="13913" y="1796985"/>
                    <a:pt x="14072" y="1801223"/>
                  </a:cubicBezTo>
                  <a:cubicBezTo>
                    <a:pt x="14230" y="1805029"/>
                    <a:pt x="11262" y="1808247"/>
                    <a:pt x="7432" y="1808406"/>
                  </a:cubicBezTo>
                  <a:cubicBezTo>
                    <a:pt x="7342" y="1808406"/>
                    <a:pt x="7251" y="1808406"/>
                    <a:pt x="7160" y="1808406"/>
                  </a:cubicBezTo>
                  <a:close/>
                  <a:moveTo>
                    <a:pt x="1310360" y="1795104"/>
                  </a:moveTo>
                  <a:cubicBezTo>
                    <a:pt x="1307754" y="1795104"/>
                    <a:pt x="1305261" y="1793632"/>
                    <a:pt x="1304106" y="1791117"/>
                  </a:cubicBezTo>
                  <a:cubicBezTo>
                    <a:pt x="1302497" y="1787650"/>
                    <a:pt x="1303970" y="1783548"/>
                    <a:pt x="1307437" y="1781917"/>
                  </a:cubicBezTo>
                  <a:lnTo>
                    <a:pt x="1319990" y="1776048"/>
                  </a:lnTo>
                  <a:cubicBezTo>
                    <a:pt x="1323457" y="1774439"/>
                    <a:pt x="1327559" y="1775934"/>
                    <a:pt x="1329167" y="1779379"/>
                  </a:cubicBezTo>
                  <a:cubicBezTo>
                    <a:pt x="1330776" y="1782846"/>
                    <a:pt x="1329281" y="1786947"/>
                    <a:pt x="1325836" y="1788578"/>
                  </a:cubicBezTo>
                  <a:lnTo>
                    <a:pt x="1313306" y="1794447"/>
                  </a:lnTo>
                  <a:cubicBezTo>
                    <a:pt x="1312354" y="1794901"/>
                    <a:pt x="1311357" y="1795104"/>
                    <a:pt x="1310383" y="1795104"/>
                  </a:cubicBezTo>
                  <a:close/>
                  <a:moveTo>
                    <a:pt x="3036660" y="1790301"/>
                  </a:moveTo>
                  <a:cubicBezTo>
                    <a:pt x="3035187" y="1790301"/>
                    <a:pt x="3033714" y="1789847"/>
                    <a:pt x="3032468" y="1788873"/>
                  </a:cubicBezTo>
                  <a:cubicBezTo>
                    <a:pt x="3029431" y="1786562"/>
                    <a:pt x="3028865" y="1782211"/>
                    <a:pt x="3031176" y="1779175"/>
                  </a:cubicBezTo>
                  <a:cubicBezTo>
                    <a:pt x="3033079" y="1776682"/>
                    <a:pt x="3034938" y="1774076"/>
                    <a:pt x="3036682" y="1771448"/>
                  </a:cubicBezTo>
                  <a:cubicBezTo>
                    <a:pt x="3038790" y="1768276"/>
                    <a:pt x="3043072" y="1767392"/>
                    <a:pt x="3046267" y="1769477"/>
                  </a:cubicBezTo>
                  <a:cubicBezTo>
                    <a:pt x="3049462" y="1771584"/>
                    <a:pt x="3050346" y="1775866"/>
                    <a:pt x="3048239" y="1779062"/>
                  </a:cubicBezTo>
                  <a:cubicBezTo>
                    <a:pt x="3046313" y="1781985"/>
                    <a:pt x="3044273" y="1784840"/>
                    <a:pt x="3042166" y="1787604"/>
                  </a:cubicBezTo>
                  <a:cubicBezTo>
                    <a:pt x="3040806" y="1789372"/>
                    <a:pt x="3038744" y="1790323"/>
                    <a:pt x="3036682" y="1790323"/>
                  </a:cubicBezTo>
                  <a:close/>
                  <a:moveTo>
                    <a:pt x="1352167" y="1775640"/>
                  </a:moveTo>
                  <a:cubicBezTo>
                    <a:pt x="1349561" y="1775640"/>
                    <a:pt x="1347046" y="1774144"/>
                    <a:pt x="1345890" y="1771629"/>
                  </a:cubicBezTo>
                  <a:cubicBezTo>
                    <a:pt x="1344281" y="1768162"/>
                    <a:pt x="1345800" y="1764061"/>
                    <a:pt x="1349266" y="1762452"/>
                  </a:cubicBezTo>
                  <a:lnTo>
                    <a:pt x="1361843" y="1756651"/>
                  </a:lnTo>
                  <a:cubicBezTo>
                    <a:pt x="1365309" y="1755042"/>
                    <a:pt x="1369411" y="1756561"/>
                    <a:pt x="1371020" y="1760027"/>
                  </a:cubicBezTo>
                  <a:cubicBezTo>
                    <a:pt x="1372606" y="1763494"/>
                    <a:pt x="1371110" y="1767596"/>
                    <a:pt x="1367643" y="1769205"/>
                  </a:cubicBezTo>
                  <a:lnTo>
                    <a:pt x="1355090" y="1775005"/>
                  </a:lnTo>
                  <a:cubicBezTo>
                    <a:pt x="1354161" y="1775436"/>
                    <a:pt x="1353164" y="1775640"/>
                    <a:pt x="1352190" y="1775640"/>
                  </a:cubicBezTo>
                  <a:close/>
                  <a:moveTo>
                    <a:pt x="8475" y="1762361"/>
                  </a:moveTo>
                  <a:cubicBezTo>
                    <a:pt x="8248" y="1762361"/>
                    <a:pt x="8044" y="1762361"/>
                    <a:pt x="7818" y="1762339"/>
                  </a:cubicBezTo>
                  <a:cubicBezTo>
                    <a:pt x="4011" y="1761999"/>
                    <a:pt x="1224" y="1758622"/>
                    <a:pt x="1564" y="1754816"/>
                  </a:cubicBezTo>
                  <a:cubicBezTo>
                    <a:pt x="1994" y="1750148"/>
                    <a:pt x="2515" y="1745503"/>
                    <a:pt x="3104" y="1740835"/>
                  </a:cubicBezTo>
                  <a:cubicBezTo>
                    <a:pt x="3580" y="1737050"/>
                    <a:pt x="7024" y="1734422"/>
                    <a:pt x="10831" y="1734853"/>
                  </a:cubicBezTo>
                  <a:cubicBezTo>
                    <a:pt x="14615" y="1735328"/>
                    <a:pt x="17289" y="1738795"/>
                    <a:pt x="16813" y="1742580"/>
                  </a:cubicBezTo>
                  <a:cubicBezTo>
                    <a:pt x="16247" y="1747089"/>
                    <a:pt x="15748" y="1751598"/>
                    <a:pt x="15318" y="1756085"/>
                  </a:cubicBezTo>
                  <a:cubicBezTo>
                    <a:pt x="14978" y="1759665"/>
                    <a:pt x="11964" y="1762361"/>
                    <a:pt x="8452" y="1762361"/>
                  </a:cubicBezTo>
                  <a:close/>
                  <a:moveTo>
                    <a:pt x="1394087" y="1756447"/>
                  </a:moveTo>
                  <a:cubicBezTo>
                    <a:pt x="1391459" y="1756447"/>
                    <a:pt x="1388943" y="1754929"/>
                    <a:pt x="1387788" y="1752391"/>
                  </a:cubicBezTo>
                  <a:cubicBezTo>
                    <a:pt x="1386202" y="1748924"/>
                    <a:pt x="1387743" y="1744823"/>
                    <a:pt x="1391232" y="1743237"/>
                  </a:cubicBezTo>
                  <a:lnTo>
                    <a:pt x="1403831" y="1737549"/>
                  </a:lnTo>
                  <a:cubicBezTo>
                    <a:pt x="1407320" y="1735963"/>
                    <a:pt x="1411399" y="1737549"/>
                    <a:pt x="1412985" y="1741016"/>
                  </a:cubicBezTo>
                  <a:cubicBezTo>
                    <a:pt x="1414549" y="1744506"/>
                    <a:pt x="1412985" y="1748584"/>
                    <a:pt x="1409518" y="1750148"/>
                  </a:cubicBezTo>
                  <a:lnTo>
                    <a:pt x="1396942" y="1755835"/>
                  </a:lnTo>
                  <a:cubicBezTo>
                    <a:pt x="1396013" y="1756243"/>
                    <a:pt x="1395039" y="1756447"/>
                    <a:pt x="1394087" y="1756447"/>
                  </a:cubicBezTo>
                  <a:close/>
                  <a:moveTo>
                    <a:pt x="3056985" y="1753456"/>
                  </a:moveTo>
                  <a:cubicBezTo>
                    <a:pt x="3056192" y="1753456"/>
                    <a:pt x="3055377" y="1753320"/>
                    <a:pt x="3054583" y="1753026"/>
                  </a:cubicBezTo>
                  <a:cubicBezTo>
                    <a:pt x="3051003" y="1751689"/>
                    <a:pt x="3049190" y="1747723"/>
                    <a:pt x="3050505" y="1744143"/>
                  </a:cubicBezTo>
                  <a:cubicBezTo>
                    <a:pt x="3052023" y="1740064"/>
                    <a:pt x="3053360" y="1735850"/>
                    <a:pt x="3054515" y="1731590"/>
                  </a:cubicBezTo>
                  <a:cubicBezTo>
                    <a:pt x="3055512" y="1727896"/>
                    <a:pt x="3059297" y="1725743"/>
                    <a:pt x="3062990" y="1726695"/>
                  </a:cubicBezTo>
                  <a:cubicBezTo>
                    <a:pt x="3066684" y="1727692"/>
                    <a:pt x="3068859" y="1731476"/>
                    <a:pt x="3067885" y="1735170"/>
                  </a:cubicBezTo>
                  <a:cubicBezTo>
                    <a:pt x="3066638" y="1739838"/>
                    <a:pt x="3065165" y="1744460"/>
                    <a:pt x="3063489" y="1748947"/>
                  </a:cubicBezTo>
                  <a:cubicBezTo>
                    <a:pt x="3062446" y="1751734"/>
                    <a:pt x="3059818" y="1753456"/>
                    <a:pt x="3057008" y="1753456"/>
                  </a:cubicBezTo>
                  <a:close/>
                  <a:moveTo>
                    <a:pt x="1436143" y="1737617"/>
                  </a:moveTo>
                  <a:cubicBezTo>
                    <a:pt x="1433492" y="1737617"/>
                    <a:pt x="1430954" y="1736076"/>
                    <a:pt x="1429821" y="1733493"/>
                  </a:cubicBezTo>
                  <a:cubicBezTo>
                    <a:pt x="1428280" y="1730003"/>
                    <a:pt x="1429867" y="1725925"/>
                    <a:pt x="1433356" y="1724384"/>
                  </a:cubicBezTo>
                  <a:lnTo>
                    <a:pt x="1446023" y="1718810"/>
                  </a:lnTo>
                  <a:cubicBezTo>
                    <a:pt x="1449513" y="1717269"/>
                    <a:pt x="1453591" y="1718878"/>
                    <a:pt x="1455132" y="1722367"/>
                  </a:cubicBezTo>
                  <a:cubicBezTo>
                    <a:pt x="1456650" y="1725857"/>
                    <a:pt x="1455064" y="1729936"/>
                    <a:pt x="1451575" y="1731476"/>
                  </a:cubicBezTo>
                  <a:lnTo>
                    <a:pt x="1438953" y="1737028"/>
                  </a:lnTo>
                  <a:cubicBezTo>
                    <a:pt x="1438047" y="1737436"/>
                    <a:pt x="1437095" y="1737617"/>
                    <a:pt x="1436166" y="1737617"/>
                  </a:cubicBezTo>
                  <a:close/>
                  <a:moveTo>
                    <a:pt x="1478381" y="1719263"/>
                  </a:moveTo>
                  <a:cubicBezTo>
                    <a:pt x="1475707" y="1719263"/>
                    <a:pt x="1473147" y="1717699"/>
                    <a:pt x="1472014" y="1715071"/>
                  </a:cubicBezTo>
                  <a:cubicBezTo>
                    <a:pt x="1470518" y="1711558"/>
                    <a:pt x="1472127" y="1707503"/>
                    <a:pt x="1475639" y="1705984"/>
                  </a:cubicBezTo>
                  <a:lnTo>
                    <a:pt x="1488374" y="1700546"/>
                  </a:lnTo>
                  <a:cubicBezTo>
                    <a:pt x="1491886" y="1699028"/>
                    <a:pt x="1495942" y="1700682"/>
                    <a:pt x="1497438" y="1704194"/>
                  </a:cubicBezTo>
                  <a:cubicBezTo>
                    <a:pt x="1498933" y="1707706"/>
                    <a:pt x="1497302" y="1711763"/>
                    <a:pt x="1493789" y="1713258"/>
                  </a:cubicBezTo>
                  <a:lnTo>
                    <a:pt x="1481100" y="1718674"/>
                  </a:lnTo>
                  <a:cubicBezTo>
                    <a:pt x="1480216" y="1719059"/>
                    <a:pt x="1479287" y="1719240"/>
                    <a:pt x="1478381" y="1719240"/>
                  </a:cubicBezTo>
                  <a:close/>
                  <a:moveTo>
                    <a:pt x="15318" y="1716793"/>
                  </a:moveTo>
                  <a:cubicBezTo>
                    <a:pt x="14865" y="1716793"/>
                    <a:pt x="14389" y="1716748"/>
                    <a:pt x="13913" y="1716657"/>
                  </a:cubicBezTo>
                  <a:cubicBezTo>
                    <a:pt x="10174" y="1715886"/>
                    <a:pt x="7772" y="1712238"/>
                    <a:pt x="8543" y="1708499"/>
                  </a:cubicBezTo>
                  <a:cubicBezTo>
                    <a:pt x="9494" y="1703922"/>
                    <a:pt x="10491" y="1699368"/>
                    <a:pt x="11579" y="1694791"/>
                  </a:cubicBezTo>
                  <a:cubicBezTo>
                    <a:pt x="12463" y="1691074"/>
                    <a:pt x="16202" y="1688763"/>
                    <a:pt x="19895" y="1689647"/>
                  </a:cubicBezTo>
                  <a:cubicBezTo>
                    <a:pt x="23611" y="1690531"/>
                    <a:pt x="25900" y="1694247"/>
                    <a:pt x="25016" y="1697963"/>
                  </a:cubicBezTo>
                  <a:cubicBezTo>
                    <a:pt x="23974" y="1702404"/>
                    <a:pt x="22977" y="1706823"/>
                    <a:pt x="22071" y="1711264"/>
                  </a:cubicBezTo>
                  <a:cubicBezTo>
                    <a:pt x="21391" y="1714527"/>
                    <a:pt x="18513" y="1716770"/>
                    <a:pt x="15318" y="1716770"/>
                  </a:cubicBezTo>
                  <a:close/>
                  <a:moveTo>
                    <a:pt x="3066298" y="1708499"/>
                  </a:moveTo>
                  <a:cubicBezTo>
                    <a:pt x="3066163" y="1708499"/>
                    <a:pt x="3066026" y="1708499"/>
                    <a:pt x="3065868" y="1708499"/>
                  </a:cubicBezTo>
                  <a:cubicBezTo>
                    <a:pt x="3062061" y="1708273"/>
                    <a:pt x="3059160" y="1704987"/>
                    <a:pt x="3059387" y="1701180"/>
                  </a:cubicBezTo>
                  <a:cubicBezTo>
                    <a:pt x="3059591" y="1697872"/>
                    <a:pt x="3059682" y="1694496"/>
                    <a:pt x="3059682" y="1691165"/>
                  </a:cubicBezTo>
                  <a:cubicBezTo>
                    <a:pt x="3059682" y="1690077"/>
                    <a:pt x="3059682" y="1688990"/>
                    <a:pt x="3059659" y="1687902"/>
                  </a:cubicBezTo>
                  <a:cubicBezTo>
                    <a:pt x="3059591" y="1684095"/>
                    <a:pt x="3062605" y="1680923"/>
                    <a:pt x="3066434" y="1680855"/>
                  </a:cubicBezTo>
                  <a:cubicBezTo>
                    <a:pt x="3070332" y="1680787"/>
                    <a:pt x="3073413" y="1683823"/>
                    <a:pt x="3073482" y="1687630"/>
                  </a:cubicBezTo>
                  <a:cubicBezTo>
                    <a:pt x="3073504" y="1688808"/>
                    <a:pt x="3073527" y="1689987"/>
                    <a:pt x="3073527" y="1691165"/>
                  </a:cubicBezTo>
                  <a:cubicBezTo>
                    <a:pt x="3073527" y="1694768"/>
                    <a:pt x="3073413" y="1698416"/>
                    <a:pt x="3073210" y="1701996"/>
                  </a:cubicBezTo>
                  <a:cubicBezTo>
                    <a:pt x="3072983" y="1705667"/>
                    <a:pt x="3069946" y="1708499"/>
                    <a:pt x="3066321" y="1708499"/>
                  </a:cubicBezTo>
                  <a:close/>
                  <a:moveTo>
                    <a:pt x="1520822" y="1701339"/>
                  </a:moveTo>
                  <a:cubicBezTo>
                    <a:pt x="1518103" y="1701339"/>
                    <a:pt x="1515543" y="1699730"/>
                    <a:pt x="1514432" y="1697079"/>
                  </a:cubicBezTo>
                  <a:cubicBezTo>
                    <a:pt x="1512960" y="1693567"/>
                    <a:pt x="1514636" y="1689511"/>
                    <a:pt x="1518149" y="1688038"/>
                  </a:cubicBezTo>
                  <a:lnTo>
                    <a:pt x="1530951" y="1682735"/>
                  </a:lnTo>
                  <a:cubicBezTo>
                    <a:pt x="1534463" y="1681285"/>
                    <a:pt x="1538520" y="1682962"/>
                    <a:pt x="1539970" y="1686497"/>
                  </a:cubicBezTo>
                  <a:cubicBezTo>
                    <a:pt x="1541420" y="1690032"/>
                    <a:pt x="1539743" y="1694065"/>
                    <a:pt x="1536208" y="1695516"/>
                  </a:cubicBezTo>
                  <a:lnTo>
                    <a:pt x="1523451" y="1700795"/>
                  </a:lnTo>
                  <a:cubicBezTo>
                    <a:pt x="1522590" y="1701158"/>
                    <a:pt x="1521683" y="1701317"/>
                    <a:pt x="1520800" y="1701317"/>
                  </a:cubicBezTo>
                  <a:close/>
                  <a:moveTo>
                    <a:pt x="1563445" y="1683868"/>
                  </a:moveTo>
                  <a:cubicBezTo>
                    <a:pt x="1560703" y="1683868"/>
                    <a:pt x="1558120" y="1682237"/>
                    <a:pt x="1557032" y="1679540"/>
                  </a:cubicBezTo>
                  <a:cubicBezTo>
                    <a:pt x="1555605" y="1676006"/>
                    <a:pt x="1557327" y="1671972"/>
                    <a:pt x="1560862" y="1670545"/>
                  </a:cubicBezTo>
                  <a:lnTo>
                    <a:pt x="1573710" y="1665401"/>
                  </a:lnTo>
                  <a:cubicBezTo>
                    <a:pt x="1577245" y="1663973"/>
                    <a:pt x="1581278" y="1665718"/>
                    <a:pt x="1582683" y="1669253"/>
                  </a:cubicBezTo>
                  <a:cubicBezTo>
                    <a:pt x="1584088" y="1672788"/>
                    <a:pt x="1582366" y="1676821"/>
                    <a:pt x="1578831" y="1678226"/>
                  </a:cubicBezTo>
                  <a:lnTo>
                    <a:pt x="1566028" y="1683370"/>
                  </a:lnTo>
                  <a:cubicBezTo>
                    <a:pt x="1565190" y="1683710"/>
                    <a:pt x="1564306" y="1683868"/>
                    <a:pt x="1563445" y="1683868"/>
                  </a:cubicBezTo>
                  <a:close/>
                  <a:moveTo>
                    <a:pt x="26761" y="1672154"/>
                  </a:moveTo>
                  <a:cubicBezTo>
                    <a:pt x="26104" y="1672154"/>
                    <a:pt x="25424" y="1672063"/>
                    <a:pt x="24744" y="1671859"/>
                  </a:cubicBezTo>
                  <a:cubicBezTo>
                    <a:pt x="21096" y="1670748"/>
                    <a:pt x="19034" y="1666874"/>
                    <a:pt x="20144" y="1663226"/>
                  </a:cubicBezTo>
                  <a:cubicBezTo>
                    <a:pt x="21504" y="1658762"/>
                    <a:pt x="22932" y="1654320"/>
                    <a:pt x="24404" y="1649879"/>
                  </a:cubicBezTo>
                  <a:cubicBezTo>
                    <a:pt x="25605" y="1646254"/>
                    <a:pt x="29525" y="1644305"/>
                    <a:pt x="33151" y="1645506"/>
                  </a:cubicBezTo>
                  <a:cubicBezTo>
                    <a:pt x="36777" y="1646707"/>
                    <a:pt x="38725" y="1650627"/>
                    <a:pt x="37524" y="1654252"/>
                  </a:cubicBezTo>
                  <a:cubicBezTo>
                    <a:pt x="36074" y="1658580"/>
                    <a:pt x="34692" y="1662908"/>
                    <a:pt x="33355" y="1667259"/>
                  </a:cubicBezTo>
                  <a:cubicBezTo>
                    <a:pt x="32449" y="1670227"/>
                    <a:pt x="29707" y="1672154"/>
                    <a:pt x="26738" y="1672154"/>
                  </a:cubicBezTo>
                  <a:close/>
                  <a:moveTo>
                    <a:pt x="1606272" y="1666896"/>
                  </a:moveTo>
                  <a:cubicBezTo>
                    <a:pt x="1603507" y="1666896"/>
                    <a:pt x="1600901" y="1665220"/>
                    <a:pt x="1599836" y="1662501"/>
                  </a:cubicBezTo>
                  <a:cubicBezTo>
                    <a:pt x="1598454" y="1658943"/>
                    <a:pt x="1600199" y="1654932"/>
                    <a:pt x="1603756" y="1653550"/>
                  </a:cubicBezTo>
                  <a:lnTo>
                    <a:pt x="1616672" y="1648542"/>
                  </a:lnTo>
                  <a:cubicBezTo>
                    <a:pt x="1620230" y="1647160"/>
                    <a:pt x="1624241" y="1648928"/>
                    <a:pt x="1625600" y="1652508"/>
                  </a:cubicBezTo>
                  <a:cubicBezTo>
                    <a:pt x="1626983" y="1656065"/>
                    <a:pt x="1625193" y="1660076"/>
                    <a:pt x="1621635" y="1661435"/>
                  </a:cubicBezTo>
                  <a:lnTo>
                    <a:pt x="1608764" y="1666421"/>
                  </a:lnTo>
                  <a:cubicBezTo>
                    <a:pt x="1607949" y="1666738"/>
                    <a:pt x="1607088" y="1666896"/>
                    <a:pt x="1606249" y="1666896"/>
                  </a:cubicBezTo>
                  <a:close/>
                  <a:moveTo>
                    <a:pt x="3063194" y="1662636"/>
                  </a:moveTo>
                  <a:cubicBezTo>
                    <a:pt x="3059931" y="1662636"/>
                    <a:pt x="3057031" y="1660325"/>
                    <a:pt x="3056419" y="1656994"/>
                  </a:cubicBezTo>
                  <a:cubicBezTo>
                    <a:pt x="3055603" y="1652666"/>
                    <a:pt x="3054629" y="1648270"/>
                    <a:pt x="3053496" y="1643942"/>
                  </a:cubicBezTo>
                  <a:cubicBezTo>
                    <a:pt x="3052544" y="1640249"/>
                    <a:pt x="3054765" y="1636487"/>
                    <a:pt x="3058458" y="1635513"/>
                  </a:cubicBezTo>
                  <a:cubicBezTo>
                    <a:pt x="3062152" y="1634561"/>
                    <a:pt x="3065913" y="1636782"/>
                    <a:pt x="3066887" y="1640475"/>
                  </a:cubicBezTo>
                  <a:cubicBezTo>
                    <a:pt x="3068089" y="1645098"/>
                    <a:pt x="3069131" y="1649788"/>
                    <a:pt x="3069992" y="1654411"/>
                  </a:cubicBezTo>
                  <a:cubicBezTo>
                    <a:pt x="3070694" y="1658150"/>
                    <a:pt x="3068224" y="1661775"/>
                    <a:pt x="3064486" y="1662478"/>
                  </a:cubicBezTo>
                  <a:cubicBezTo>
                    <a:pt x="3064055" y="1662568"/>
                    <a:pt x="3063625" y="1662591"/>
                    <a:pt x="3063194" y="1662591"/>
                  </a:cubicBezTo>
                  <a:close/>
                  <a:moveTo>
                    <a:pt x="1649302" y="1650377"/>
                  </a:moveTo>
                  <a:cubicBezTo>
                    <a:pt x="1646515" y="1650377"/>
                    <a:pt x="1643887" y="1648678"/>
                    <a:pt x="1642822" y="1645891"/>
                  </a:cubicBezTo>
                  <a:cubicBezTo>
                    <a:pt x="1641485" y="1642311"/>
                    <a:pt x="1643275" y="1638345"/>
                    <a:pt x="1646855" y="1636986"/>
                  </a:cubicBezTo>
                  <a:lnTo>
                    <a:pt x="1659816" y="1632137"/>
                  </a:lnTo>
                  <a:cubicBezTo>
                    <a:pt x="1663397" y="1630800"/>
                    <a:pt x="1667385" y="1632612"/>
                    <a:pt x="1668699" y="1636193"/>
                  </a:cubicBezTo>
                  <a:cubicBezTo>
                    <a:pt x="1670013" y="1639773"/>
                    <a:pt x="1668223" y="1643761"/>
                    <a:pt x="1664643" y="1645075"/>
                  </a:cubicBezTo>
                  <a:lnTo>
                    <a:pt x="1651727" y="1649924"/>
                  </a:lnTo>
                  <a:cubicBezTo>
                    <a:pt x="1650934" y="1650242"/>
                    <a:pt x="1650095" y="1650377"/>
                    <a:pt x="1649302" y="1650377"/>
                  </a:cubicBezTo>
                  <a:close/>
                  <a:moveTo>
                    <a:pt x="1692537" y="1634403"/>
                  </a:moveTo>
                  <a:cubicBezTo>
                    <a:pt x="1689704" y="1634403"/>
                    <a:pt x="1687053" y="1632658"/>
                    <a:pt x="1686034" y="1629848"/>
                  </a:cubicBezTo>
                  <a:cubicBezTo>
                    <a:pt x="1684742" y="1626268"/>
                    <a:pt x="1686577" y="1622302"/>
                    <a:pt x="1690180" y="1620988"/>
                  </a:cubicBezTo>
                  <a:lnTo>
                    <a:pt x="1703210" y="1616275"/>
                  </a:lnTo>
                  <a:cubicBezTo>
                    <a:pt x="1706790" y="1614983"/>
                    <a:pt x="1710755" y="1616841"/>
                    <a:pt x="1712047" y="1620444"/>
                  </a:cubicBezTo>
                  <a:cubicBezTo>
                    <a:pt x="1713338" y="1624047"/>
                    <a:pt x="1711480" y="1627990"/>
                    <a:pt x="1707877" y="1629282"/>
                  </a:cubicBezTo>
                  <a:lnTo>
                    <a:pt x="1694893" y="1633972"/>
                  </a:lnTo>
                  <a:cubicBezTo>
                    <a:pt x="1694123" y="1634267"/>
                    <a:pt x="1693330" y="1634380"/>
                    <a:pt x="1692537" y="1634380"/>
                  </a:cubicBezTo>
                  <a:close/>
                  <a:moveTo>
                    <a:pt x="42056" y="1628670"/>
                  </a:moveTo>
                  <a:cubicBezTo>
                    <a:pt x="41218" y="1628670"/>
                    <a:pt x="40357" y="1628511"/>
                    <a:pt x="39518" y="1628194"/>
                  </a:cubicBezTo>
                  <a:cubicBezTo>
                    <a:pt x="35961" y="1626789"/>
                    <a:pt x="34239" y="1622756"/>
                    <a:pt x="35644" y="1619221"/>
                  </a:cubicBezTo>
                  <a:cubicBezTo>
                    <a:pt x="37366" y="1614893"/>
                    <a:pt x="39133" y="1610587"/>
                    <a:pt x="40946" y="1606282"/>
                  </a:cubicBezTo>
                  <a:cubicBezTo>
                    <a:pt x="42441" y="1602770"/>
                    <a:pt x="46498" y="1601138"/>
                    <a:pt x="50010" y="1602611"/>
                  </a:cubicBezTo>
                  <a:cubicBezTo>
                    <a:pt x="53522" y="1604107"/>
                    <a:pt x="55176" y="1608163"/>
                    <a:pt x="53681" y="1611675"/>
                  </a:cubicBezTo>
                  <a:cubicBezTo>
                    <a:pt x="51913" y="1615867"/>
                    <a:pt x="50168" y="1620104"/>
                    <a:pt x="48492" y="1624319"/>
                  </a:cubicBezTo>
                  <a:cubicBezTo>
                    <a:pt x="47427" y="1627038"/>
                    <a:pt x="44821" y="1628692"/>
                    <a:pt x="42056" y="1628692"/>
                  </a:cubicBezTo>
                  <a:close/>
                  <a:moveTo>
                    <a:pt x="1735930" y="1618949"/>
                  </a:moveTo>
                  <a:cubicBezTo>
                    <a:pt x="1733075" y="1618949"/>
                    <a:pt x="1730401" y="1617159"/>
                    <a:pt x="1729404" y="1614326"/>
                  </a:cubicBezTo>
                  <a:cubicBezTo>
                    <a:pt x="1728135" y="1610723"/>
                    <a:pt x="1730039" y="1606780"/>
                    <a:pt x="1733641" y="1605512"/>
                  </a:cubicBezTo>
                  <a:cubicBezTo>
                    <a:pt x="1737992" y="1603993"/>
                    <a:pt x="1742365" y="1602475"/>
                    <a:pt x="1746739" y="1600957"/>
                  </a:cubicBezTo>
                  <a:cubicBezTo>
                    <a:pt x="1750341" y="1599711"/>
                    <a:pt x="1754284" y="1601637"/>
                    <a:pt x="1755531" y="1605240"/>
                  </a:cubicBezTo>
                  <a:cubicBezTo>
                    <a:pt x="1756777" y="1608843"/>
                    <a:pt x="1754851" y="1612785"/>
                    <a:pt x="1751248" y="1614032"/>
                  </a:cubicBezTo>
                  <a:cubicBezTo>
                    <a:pt x="1746897" y="1615527"/>
                    <a:pt x="1742547" y="1617045"/>
                    <a:pt x="1738219" y="1618564"/>
                  </a:cubicBezTo>
                  <a:cubicBezTo>
                    <a:pt x="1737471" y="1618835"/>
                    <a:pt x="1736700" y="1618949"/>
                    <a:pt x="1735930" y="1618949"/>
                  </a:cubicBezTo>
                  <a:close/>
                  <a:moveTo>
                    <a:pt x="3049870" y="1618586"/>
                  </a:moveTo>
                  <a:cubicBezTo>
                    <a:pt x="3047174" y="1618586"/>
                    <a:pt x="3044613" y="1617000"/>
                    <a:pt x="3043503" y="1614349"/>
                  </a:cubicBezTo>
                  <a:cubicBezTo>
                    <a:pt x="3041781" y="1610247"/>
                    <a:pt x="3039923" y="1606146"/>
                    <a:pt x="3037951" y="1602135"/>
                  </a:cubicBezTo>
                  <a:cubicBezTo>
                    <a:pt x="3036274" y="1598714"/>
                    <a:pt x="3037679" y="1594567"/>
                    <a:pt x="3041124" y="1592890"/>
                  </a:cubicBezTo>
                  <a:cubicBezTo>
                    <a:pt x="3044545" y="1591213"/>
                    <a:pt x="3048692" y="1592618"/>
                    <a:pt x="3050369" y="1596062"/>
                  </a:cubicBezTo>
                  <a:cubicBezTo>
                    <a:pt x="3052453" y="1600322"/>
                    <a:pt x="3054425" y="1604673"/>
                    <a:pt x="3056260" y="1609024"/>
                  </a:cubicBezTo>
                  <a:cubicBezTo>
                    <a:pt x="3057733" y="1612536"/>
                    <a:pt x="3056079" y="1616592"/>
                    <a:pt x="3052567" y="1618065"/>
                  </a:cubicBezTo>
                  <a:cubicBezTo>
                    <a:pt x="3051683" y="1618427"/>
                    <a:pt x="3050799" y="1618609"/>
                    <a:pt x="3049893" y="1618609"/>
                  </a:cubicBezTo>
                  <a:close/>
                  <a:moveTo>
                    <a:pt x="1779550" y="1604039"/>
                  </a:moveTo>
                  <a:cubicBezTo>
                    <a:pt x="1776649" y="1604039"/>
                    <a:pt x="1773953" y="1602203"/>
                    <a:pt x="1773001" y="1599326"/>
                  </a:cubicBezTo>
                  <a:cubicBezTo>
                    <a:pt x="1771778" y="1595700"/>
                    <a:pt x="1773749" y="1591780"/>
                    <a:pt x="1777352" y="1590579"/>
                  </a:cubicBezTo>
                  <a:lnTo>
                    <a:pt x="1790494" y="1586206"/>
                  </a:lnTo>
                  <a:cubicBezTo>
                    <a:pt x="1794120" y="1585027"/>
                    <a:pt x="1798040" y="1586976"/>
                    <a:pt x="1799218" y="1590601"/>
                  </a:cubicBezTo>
                  <a:cubicBezTo>
                    <a:pt x="1800419" y="1594227"/>
                    <a:pt x="1798448" y="1598147"/>
                    <a:pt x="1794822" y="1599326"/>
                  </a:cubicBezTo>
                  <a:lnTo>
                    <a:pt x="1781725" y="1603676"/>
                  </a:lnTo>
                  <a:cubicBezTo>
                    <a:pt x="1781000" y="1603925"/>
                    <a:pt x="1780252" y="1604039"/>
                    <a:pt x="1779527" y="1604039"/>
                  </a:cubicBezTo>
                  <a:close/>
                  <a:moveTo>
                    <a:pt x="1823351" y="1589695"/>
                  </a:moveTo>
                  <a:cubicBezTo>
                    <a:pt x="1820428" y="1589695"/>
                    <a:pt x="1817708" y="1587837"/>
                    <a:pt x="1816780" y="1584891"/>
                  </a:cubicBezTo>
                  <a:cubicBezTo>
                    <a:pt x="1815624" y="1581266"/>
                    <a:pt x="1817618" y="1577368"/>
                    <a:pt x="1821243" y="1576190"/>
                  </a:cubicBezTo>
                  <a:cubicBezTo>
                    <a:pt x="1825639" y="1574785"/>
                    <a:pt x="1830058" y="1573380"/>
                    <a:pt x="1834454" y="1571998"/>
                  </a:cubicBezTo>
                  <a:cubicBezTo>
                    <a:pt x="1838102" y="1570865"/>
                    <a:pt x="1841977" y="1572882"/>
                    <a:pt x="1843133" y="1576507"/>
                  </a:cubicBezTo>
                  <a:cubicBezTo>
                    <a:pt x="1844288" y="1580155"/>
                    <a:pt x="1842249" y="1584030"/>
                    <a:pt x="1838624" y="1585186"/>
                  </a:cubicBezTo>
                  <a:cubicBezTo>
                    <a:pt x="1834250" y="1586568"/>
                    <a:pt x="1829854" y="1587973"/>
                    <a:pt x="1825481" y="1589378"/>
                  </a:cubicBezTo>
                  <a:cubicBezTo>
                    <a:pt x="1824778" y="1589605"/>
                    <a:pt x="1824076" y="1589718"/>
                    <a:pt x="1823373" y="1589718"/>
                  </a:cubicBezTo>
                  <a:close/>
                  <a:moveTo>
                    <a:pt x="60592" y="1586477"/>
                  </a:moveTo>
                  <a:cubicBezTo>
                    <a:pt x="59595" y="1586477"/>
                    <a:pt x="58552" y="1586251"/>
                    <a:pt x="57601" y="1585798"/>
                  </a:cubicBezTo>
                  <a:cubicBezTo>
                    <a:pt x="54156" y="1584143"/>
                    <a:pt x="52729" y="1579997"/>
                    <a:pt x="54383" y="1576575"/>
                  </a:cubicBezTo>
                  <a:cubicBezTo>
                    <a:pt x="56400" y="1572383"/>
                    <a:pt x="58462" y="1568214"/>
                    <a:pt x="60569" y="1564067"/>
                  </a:cubicBezTo>
                  <a:cubicBezTo>
                    <a:pt x="62291" y="1560668"/>
                    <a:pt x="66461" y="1559309"/>
                    <a:pt x="69860" y="1561031"/>
                  </a:cubicBezTo>
                  <a:cubicBezTo>
                    <a:pt x="73259" y="1562753"/>
                    <a:pt x="74618" y="1566922"/>
                    <a:pt x="72896" y="1570321"/>
                  </a:cubicBezTo>
                  <a:cubicBezTo>
                    <a:pt x="70834" y="1574377"/>
                    <a:pt x="68817" y="1578479"/>
                    <a:pt x="66823" y="1582603"/>
                  </a:cubicBezTo>
                  <a:cubicBezTo>
                    <a:pt x="65622" y="1585073"/>
                    <a:pt x="63152" y="1586523"/>
                    <a:pt x="60592" y="1586523"/>
                  </a:cubicBezTo>
                  <a:close/>
                  <a:moveTo>
                    <a:pt x="3028072" y="1578071"/>
                  </a:moveTo>
                  <a:cubicBezTo>
                    <a:pt x="3025851" y="1578071"/>
                    <a:pt x="3023653" y="1577006"/>
                    <a:pt x="3022316" y="1575012"/>
                  </a:cubicBezTo>
                  <a:cubicBezTo>
                    <a:pt x="3019846" y="1571318"/>
                    <a:pt x="3017218" y="1567647"/>
                    <a:pt x="3014521" y="1564090"/>
                  </a:cubicBezTo>
                  <a:cubicBezTo>
                    <a:pt x="3012210" y="1561053"/>
                    <a:pt x="3012822" y="1556703"/>
                    <a:pt x="3015858" y="1554414"/>
                  </a:cubicBezTo>
                  <a:cubicBezTo>
                    <a:pt x="3018895" y="1552125"/>
                    <a:pt x="3023245" y="1552715"/>
                    <a:pt x="3025534" y="1555751"/>
                  </a:cubicBezTo>
                  <a:cubicBezTo>
                    <a:pt x="3028389" y="1559513"/>
                    <a:pt x="3031176" y="1563410"/>
                    <a:pt x="3033805" y="1567330"/>
                  </a:cubicBezTo>
                  <a:cubicBezTo>
                    <a:pt x="3035934" y="1570502"/>
                    <a:pt x="3035073" y="1574785"/>
                    <a:pt x="3031924" y="1576915"/>
                  </a:cubicBezTo>
                  <a:cubicBezTo>
                    <a:pt x="3030746" y="1577708"/>
                    <a:pt x="3029408" y="1578094"/>
                    <a:pt x="3028072" y="1578094"/>
                  </a:cubicBezTo>
                  <a:close/>
                  <a:moveTo>
                    <a:pt x="1867333" y="1575918"/>
                  </a:moveTo>
                  <a:cubicBezTo>
                    <a:pt x="1864365" y="1575918"/>
                    <a:pt x="1861623" y="1573992"/>
                    <a:pt x="1860717" y="1571024"/>
                  </a:cubicBezTo>
                  <a:cubicBezTo>
                    <a:pt x="1859606" y="1567375"/>
                    <a:pt x="1861668" y="1563523"/>
                    <a:pt x="1865316" y="1562390"/>
                  </a:cubicBezTo>
                  <a:lnTo>
                    <a:pt x="1878572" y="1558380"/>
                  </a:lnTo>
                  <a:cubicBezTo>
                    <a:pt x="1882221" y="1557269"/>
                    <a:pt x="1886095" y="1559331"/>
                    <a:pt x="1887183" y="1563002"/>
                  </a:cubicBezTo>
                  <a:cubicBezTo>
                    <a:pt x="1888293" y="1566650"/>
                    <a:pt x="1886209" y="1570502"/>
                    <a:pt x="1882560" y="1571613"/>
                  </a:cubicBezTo>
                  <a:lnTo>
                    <a:pt x="1869350" y="1575623"/>
                  </a:lnTo>
                  <a:cubicBezTo>
                    <a:pt x="1868670" y="1575828"/>
                    <a:pt x="1867990" y="1575918"/>
                    <a:pt x="1867333" y="1575918"/>
                  </a:cubicBezTo>
                  <a:close/>
                  <a:moveTo>
                    <a:pt x="1911497" y="1562753"/>
                  </a:moveTo>
                  <a:cubicBezTo>
                    <a:pt x="1908506" y="1562753"/>
                    <a:pt x="1905741" y="1560782"/>
                    <a:pt x="1904858" y="1557768"/>
                  </a:cubicBezTo>
                  <a:cubicBezTo>
                    <a:pt x="1903792" y="1554097"/>
                    <a:pt x="1905900" y="1550267"/>
                    <a:pt x="1909571" y="1549203"/>
                  </a:cubicBezTo>
                  <a:cubicBezTo>
                    <a:pt x="1914012" y="1547911"/>
                    <a:pt x="1918453" y="1546642"/>
                    <a:pt x="1922894" y="1545350"/>
                  </a:cubicBezTo>
                  <a:cubicBezTo>
                    <a:pt x="1926588" y="1544308"/>
                    <a:pt x="1930395" y="1546415"/>
                    <a:pt x="1931437" y="1550086"/>
                  </a:cubicBezTo>
                  <a:cubicBezTo>
                    <a:pt x="1932479" y="1553757"/>
                    <a:pt x="1930372" y="1557586"/>
                    <a:pt x="1926701" y="1558629"/>
                  </a:cubicBezTo>
                  <a:cubicBezTo>
                    <a:pt x="1922283" y="1559898"/>
                    <a:pt x="1917864" y="1561167"/>
                    <a:pt x="1913445" y="1562458"/>
                  </a:cubicBezTo>
                  <a:cubicBezTo>
                    <a:pt x="1912811" y="1562640"/>
                    <a:pt x="1912154" y="1562730"/>
                    <a:pt x="1911519" y="1562730"/>
                  </a:cubicBezTo>
                  <a:close/>
                  <a:moveTo>
                    <a:pt x="1955864" y="1550199"/>
                  </a:moveTo>
                  <a:cubicBezTo>
                    <a:pt x="1952828" y="1550199"/>
                    <a:pt x="1950041" y="1548183"/>
                    <a:pt x="1949202" y="1545124"/>
                  </a:cubicBezTo>
                  <a:cubicBezTo>
                    <a:pt x="1948183" y="1541453"/>
                    <a:pt x="1950358" y="1537646"/>
                    <a:pt x="1954029" y="1536626"/>
                  </a:cubicBezTo>
                  <a:cubicBezTo>
                    <a:pt x="1958493" y="1535403"/>
                    <a:pt x="1962934" y="1534179"/>
                    <a:pt x="1967398" y="1532978"/>
                  </a:cubicBezTo>
                  <a:cubicBezTo>
                    <a:pt x="1971091" y="1531981"/>
                    <a:pt x="1974875" y="1534157"/>
                    <a:pt x="1975873" y="1537827"/>
                  </a:cubicBezTo>
                  <a:cubicBezTo>
                    <a:pt x="1976870" y="1541521"/>
                    <a:pt x="1974694" y="1545305"/>
                    <a:pt x="1971001" y="1546302"/>
                  </a:cubicBezTo>
                  <a:cubicBezTo>
                    <a:pt x="1966560" y="1547503"/>
                    <a:pt x="1962118" y="1548727"/>
                    <a:pt x="1957677" y="1549950"/>
                  </a:cubicBezTo>
                  <a:cubicBezTo>
                    <a:pt x="1957065" y="1550109"/>
                    <a:pt x="1956453" y="1550199"/>
                    <a:pt x="1955842" y="1550199"/>
                  </a:cubicBezTo>
                  <a:close/>
                  <a:moveTo>
                    <a:pt x="81914" y="1545668"/>
                  </a:moveTo>
                  <a:cubicBezTo>
                    <a:pt x="80759" y="1545668"/>
                    <a:pt x="79603" y="1545373"/>
                    <a:pt x="78538" y="1544784"/>
                  </a:cubicBezTo>
                  <a:cubicBezTo>
                    <a:pt x="75207" y="1542903"/>
                    <a:pt x="74029" y="1538688"/>
                    <a:pt x="75910" y="1535380"/>
                  </a:cubicBezTo>
                  <a:cubicBezTo>
                    <a:pt x="78198" y="1531301"/>
                    <a:pt x="80532" y="1527291"/>
                    <a:pt x="82889" y="1523302"/>
                  </a:cubicBezTo>
                  <a:cubicBezTo>
                    <a:pt x="84838" y="1520017"/>
                    <a:pt x="89075" y="1518907"/>
                    <a:pt x="92361" y="1520855"/>
                  </a:cubicBezTo>
                  <a:cubicBezTo>
                    <a:pt x="95646" y="1522781"/>
                    <a:pt x="96734" y="1527019"/>
                    <a:pt x="94808" y="1530327"/>
                  </a:cubicBezTo>
                  <a:cubicBezTo>
                    <a:pt x="92497" y="1534247"/>
                    <a:pt x="90208" y="1538190"/>
                    <a:pt x="87965" y="1542178"/>
                  </a:cubicBezTo>
                  <a:cubicBezTo>
                    <a:pt x="86696" y="1544421"/>
                    <a:pt x="84362" y="1545690"/>
                    <a:pt x="81937" y="1545690"/>
                  </a:cubicBezTo>
                  <a:close/>
                  <a:moveTo>
                    <a:pt x="2998841" y="1542540"/>
                  </a:moveTo>
                  <a:cubicBezTo>
                    <a:pt x="2997073" y="1542540"/>
                    <a:pt x="2995329" y="1541883"/>
                    <a:pt x="2993969" y="1540524"/>
                  </a:cubicBezTo>
                  <a:cubicBezTo>
                    <a:pt x="2990797" y="1537374"/>
                    <a:pt x="2987488" y="1534292"/>
                    <a:pt x="2984180" y="1531392"/>
                  </a:cubicBezTo>
                  <a:cubicBezTo>
                    <a:pt x="2981302" y="1528877"/>
                    <a:pt x="2981008" y="1524504"/>
                    <a:pt x="2983545" y="1521626"/>
                  </a:cubicBezTo>
                  <a:cubicBezTo>
                    <a:pt x="2986061" y="1518748"/>
                    <a:pt x="2990434" y="1518476"/>
                    <a:pt x="2993289" y="1520968"/>
                  </a:cubicBezTo>
                  <a:cubicBezTo>
                    <a:pt x="2996824" y="1524073"/>
                    <a:pt x="3000336" y="1527336"/>
                    <a:pt x="3003712" y="1530690"/>
                  </a:cubicBezTo>
                  <a:cubicBezTo>
                    <a:pt x="3006432" y="1533386"/>
                    <a:pt x="3006432" y="1537759"/>
                    <a:pt x="3003758" y="1540456"/>
                  </a:cubicBezTo>
                  <a:cubicBezTo>
                    <a:pt x="3002398" y="1541815"/>
                    <a:pt x="3000631" y="1542495"/>
                    <a:pt x="2998863" y="1542495"/>
                  </a:cubicBezTo>
                  <a:close/>
                  <a:moveTo>
                    <a:pt x="2000390" y="1538280"/>
                  </a:moveTo>
                  <a:cubicBezTo>
                    <a:pt x="1997309" y="1538280"/>
                    <a:pt x="1994521" y="1536218"/>
                    <a:pt x="1993706" y="1533114"/>
                  </a:cubicBezTo>
                  <a:cubicBezTo>
                    <a:pt x="1992754" y="1529420"/>
                    <a:pt x="1994952" y="1525636"/>
                    <a:pt x="1998646" y="1524685"/>
                  </a:cubicBezTo>
                  <a:cubicBezTo>
                    <a:pt x="2003110" y="1523529"/>
                    <a:pt x="2007596" y="1522373"/>
                    <a:pt x="2012083" y="1521240"/>
                  </a:cubicBezTo>
                  <a:cubicBezTo>
                    <a:pt x="2015799" y="1520266"/>
                    <a:pt x="2019538" y="1522532"/>
                    <a:pt x="2020489" y="1526226"/>
                  </a:cubicBezTo>
                  <a:cubicBezTo>
                    <a:pt x="2021441" y="1529919"/>
                    <a:pt x="2019198" y="1533680"/>
                    <a:pt x="2015504" y="1534632"/>
                  </a:cubicBezTo>
                  <a:cubicBezTo>
                    <a:pt x="2011040" y="1535765"/>
                    <a:pt x="2006599" y="1536921"/>
                    <a:pt x="2002135" y="1538077"/>
                  </a:cubicBezTo>
                  <a:cubicBezTo>
                    <a:pt x="2001546" y="1538235"/>
                    <a:pt x="2000957" y="1538303"/>
                    <a:pt x="2000390" y="1538303"/>
                  </a:cubicBezTo>
                  <a:close/>
                  <a:moveTo>
                    <a:pt x="2045075" y="1527019"/>
                  </a:moveTo>
                  <a:cubicBezTo>
                    <a:pt x="2041971" y="1527019"/>
                    <a:pt x="2039138" y="1524911"/>
                    <a:pt x="2038368" y="1521739"/>
                  </a:cubicBezTo>
                  <a:cubicBezTo>
                    <a:pt x="2037462" y="1518023"/>
                    <a:pt x="2039728" y="1514284"/>
                    <a:pt x="2043443" y="1513378"/>
                  </a:cubicBezTo>
                  <a:cubicBezTo>
                    <a:pt x="2047930" y="1512290"/>
                    <a:pt x="2052417" y="1511202"/>
                    <a:pt x="2056926" y="1510115"/>
                  </a:cubicBezTo>
                  <a:cubicBezTo>
                    <a:pt x="2060642" y="1509231"/>
                    <a:pt x="2064359" y="1511520"/>
                    <a:pt x="2065265" y="1515236"/>
                  </a:cubicBezTo>
                  <a:cubicBezTo>
                    <a:pt x="2066148" y="1518952"/>
                    <a:pt x="2063860" y="1522668"/>
                    <a:pt x="2060144" y="1523574"/>
                  </a:cubicBezTo>
                  <a:cubicBezTo>
                    <a:pt x="2055680" y="1524639"/>
                    <a:pt x="2051193" y="1525727"/>
                    <a:pt x="2046729" y="1526815"/>
                  </a:cubicBezTo>
                  <a:cubicBezTo>
                    <a:pt x="2046185" y="1526951"/>
                    <a:pt x="2045619" y="1527019"/>
                    <a:pt x="2045098" y="1527019"/>
                  </a:cubicBezTo>
                  <a:close/>
                  <a:moveTo>
                    <a:pt x="2089941" y="1516459"/>
                  </a:moveTo>
                  <a:cubicBezTo>
                    <a:pt x="2086791" y="1516459"/>
                    <a:pt x="2083936" y="1514284"/>
                    <a:pt x="2083211" y="1511066"/>
                  </a:cubicBezTo>
                  <a:cubicBezTo>
                    <a:pt x="2082373" y="1507350"/>
                    <a:pt x="2084707" y="1503634"/>
                    <a:pt x="2088423" y="1502795"/>
                  </a:cubicBezTo>
                  <a:cubicBezTo>
                    <a:pt x="2092932" y="1501776"/>
                    <a:pt x="2097442" y="1500756"/>
                    <a:pt x="2101951" y="1499759"/>
                  </a:cubicBezTo>
                  <a:cubicBezTo>
                    <a:pt x="2105690" y="1498943"/>
                    <a:pt x="2109361" y="1501277"/>
                    <a:pt x="2110199" y="1504994"/>
                  </a:cubicBezTo>
                  <a:cubicBezTo>
                    <a:pt x="2111037" y="1508710"/>
                    <a:pt x="2108681" y="1512403"/>
                    <a:pt x="2104964" y="1513242"/>
                  </a:cubicBezTo>
                  <a:cubicBezTo>
                    <a:pt x="2100478" y="1514239"/>
                    <a:pt x="2095991" y="1515258"/>
                    <a:pt x="2091505" y="1516278"/>
                  </a:cubicBezTo>
                  <a:cubicBezTo>
                    <a:pt x="2090984" y="1516391"/>
                    <a:pt x="2090485" y="1516459"/>
                    <a:pt x="2089964" y="1516459"/>
                  </a:cubicBezTo>
                  <a:close/>
                  <a:moveTo>
                    <a:pt x="2962993" y="1513718"/>
                  </a:moveTo>
                  <a:cubicBezTo>
                    <a:pt x="2961679" y="1513718"/>
                    <a:pt x="2960365" y="1513355"/>
                    <a:pt x="2959209" y="1512585"/>
                  </a:cubicBezTo>
                  <a:cubicBezTo>
                    <a:pt x="2955493" y="1510137"/>
                    <a:pt x="2951641" y="1507735"/>
                    <a:pt x="2947766" y="1505424"/>
                  </a:cubicBezTo>
                  <a:cubicBezTo>
                    <a:pt x="2944480" y="1503475"/>
                    <a:pt x="2943393" y="1499238"/>
                    <a:pt x="2945341" y="1495952"/>
                  </a:cubicBezTo>
                  <a:cubicBezTo>
                    <a:pt x="2947290" y="1492667"/>
                    <a:pt x="2951527" y="1491602"/>
                    <a:pt x="2954813" y="1493528"/>
                  </a:cubicBezTo>
                  <a:cubicBezTo>
                    <a:pt x="2958869" y="1495930"/>
                    <a:pt x="2962880" y="1498445"/>
                    <a:pt x="2966800" y="1501028"/>
                  </a:cubicBezTo>
                  <a:cubicBezTo>
                    <a:pt x="2969995" y="1503135"/>
                    <a:pt x="2970879" y="1507418"/>
                    <a:pt x="2968772" y="1510613"/>
                  </a:cubicBezTo>
                  <a:cubicBezTo>
                    <a:pt x="2967434" y="1512630"/>
                    <a:pt x="2965237" y="1513718"/>
                    <a:pt x="2962993" y="1513718"/>
                  </a:cubicBezTo>
                  <a:close/>
                  <a:moveTo>
                    <a:pt x="2134966" y="1506580"/>
                  </a:moveTo>
                  <a:cubicBezTo>
                    <a:pt x="2131771" y="1506580"/>
                    <a:pt x="2128893" y="1504359"/>
                    <a:pt x="2128213" y="1501096"/>
                  </a:cubicBezTo>
                  <a:cubicBezTo>
                    <a:pt x="2127420" y="1497357"/>
                    <a:pt x="2129800" y="1493687"/>
                    <a:pt x="2133538" y="1492893"/>
                  </a:cubicBezTo>
                  <a:cubicBezTo>
                    <a:pt x="2138070" y="1491942"/>
                    <a:pt x="2142579" y="1490990"/>
                    <a:pt x="2147111" y="1490061"/>
                  </a:cubicBezTo>
                  <a:cubicBezTo>
                    <a:pt x="2150873" y="1489268"/>
                    <a:pt x="2154498" y="1491692"/>
                    <a:pt x="2155269" y="1495431"/>
                  </a:cubicBezTo>
                  <a:cubicBezTo>
                    <a:pt x="2156039" y="1499170"/>
                    <a:pt x="2153637" y="1502818"/>
                    <a:pt x="2149899" y="1503589"/>
                  </a:cubicBezTo>
                  <a:cubicBezTo>
                    <a:pt x="2145389" y="1504518"/>
                    <a:pt x="2140903" y="1505447"/>
                    <a:pt x="2136393" y="1506421"/>
                  </a:cubicBezTo>
                  <a:cubicBezTo>
                    <a:pt x="2135918" y="1506512"/>
                    <a:pt x="2135419" y="1506580"/>
                    <a:pt x="2134966" y="1506580"/>
                  </a:cubicBezTo>
                  <a:close/>
                  <a:moveTo>
                    <a:pt x="105775" y="1506262"/>
                  </a:moveTo>
                  <a:cubicBezTo>
                    <a:pt x="104506" y="1506262"/>
                    <a:pt x="103192" y="1505900"/>
                    <a:pt x="102036" y="1505175"/>
                  </a:cubicBezTo>
                  <a:cubicBezTo>
                    <a:pt x="98819" y="1503113"/>
                    <a:pt x="97890" y="1498830"/>
                    <a:pt x="99974" y="1495613"/>
                  </a:cubicBezTo>
                  <a:cubicBezTo>
                    <a:pt x="102489" y="1491715"/>
                    <a:pt x="105005" y="1487840"/>
                    <a:pt x="107565" y="1483965"/>
                  </a:cubicBezTo>
                  <a:cubicBezTo>
                    <a:pt x="109672" y="1480793"/>
                    <a:pt x="113955" y="1479909"/>
                    <a:pt x="117150" y="1481994"/>
                  </a:cubicBezTo>
                  <a:cubicBezTo>
                    <a:pt x="120345" y="1484101"/>
                    <a:pt x="121206" y="1488384"/>
                    <a:pt x="119122" y="1491579"/>
                  </a:cubicBezTo>
                  <a:cubicBezTo>
                    <a:pt x="116606" y="1495409"/>
                    <a:pt x="114091" y="1499238"/>
                    <a:pt x="111621" y="1503090"/>
                  </a:cubicBezTo>
                  <a:cubicBezTo>
                    <a:pt x="110307" y="1505152"/>
                    <a:pt x="108086" y="1506262"/>
                    <a:pt x="105798" y="1506262"/>
                  </a:cubicBezTo>
                  <a:close/>
                  <a:moveTo>
                    <a:pt x="2180149" y="1497402"/>
                  </a:moveTo>
                  <a:cubicBezTo>
                    <a:pt x="2176909" y="1497402"/>
                    <a:pt x="2174008" y="1495114"/>
                    <a:pt x="2173374" y="1491806"/>
                  </a:cubicBezTo>
                  <a:cubicBezTo>
                    <a:pt x="2172649" y="1488067"/>
                    <a:pt x="2175096" y="1484441"/>
                    <a:pt x="2178835" y="1483716"/>
                  </a:cubicBezTo>
                  <a:cubicBezTo>
                    <a:pt x="2183367" y="1482832"/>
                    <a:pt x="2187899" y="1481971"/>
                    <a:pt x="2192453" y="1481110"/>
                  </a:cubicBezTo>
                  <a:cubicBezTo>
                    <a:pt x="2196237" y="1480408"/>
                    <a:pt x="2199818" y="1482855"/>
                    <a:pt x="2200543" y="1486617"/>
                  </a:cubicBezTo>
                  <a:cubicBezTo>
                    <a:pt x="2201245" y="1490355"/>
                    <a:pt x="2198798" y="1493981"/>
                    <a:pt x="2195036" y="1494683"/>
                  </a:cubicBezTo>
                  <a:cubicBezTo>
                    <a:pt x="2190527" y="1495544"/>
                    <a:pt x="2185995" y="1496406"/>
                    <a:pt x="2181486" y="1497289"/>
                  </a:cubicBezTo>
                  <a:cubicBezTo>
                    <a:pt x="2181033" y="1497380"/>
                    <a:pt x="2180602" y="1497425"/>
                    <a:pt x="2180172" y="1497425"/>
                  </a:cubicBezTo>
                  <a:close/>
                  <a:moveTo>
                    <a:pt x="2922750" y="1491443"/>
                  </a:moveTo>
                  <a:cubicBezTo>
                    <a:pt x="2921775" y="1491443"/>
                    <a:pt x="2920801" y="1491239"/>
                    <a:pt x="2919849" y="1490809"/>
                  </a:cubicBezTo>
                  <a:cubicBezTo>
                    <a:pt x="2915748" y="1488928"/>
                    <a:pt x="2911624" y="1487115"/>
                    <a:pt x="2907432" y="1485393"/>
                  </a:cubicBezTo>
                  <a:cubicBezTo>
                    <a:pt x="2903897" y="1483943"/>
                    <a:pt x="2902220" y="1479909"/>
                    <a:pt x="2903670" y="1476375"/>
                  </a:cubicBezTo>
                  <a:cubicBezTo>
                    <a:pt x="2905121" y="1472839"/>
                    <a:pt x="2909154" y="1471163"/>
                    <a:pt x="2912689" y="1472613"/>
                  </a:cubicBezTo>
                  <a:cubicBezTo>
                    <a:pt x="2917039" y="1474403"/>
                    <a:pt x="2921345" y="1476284"/>
                    <a:pt x="2925628" y="1478255"/>
                  </a:cubicBezTo>
                  <a:cubicBezTo>
                    <a:pt x="2929095" y="1479864"/>
                    <a:pt x="2930613" y="1483965"/>
                    <a:pt x="2929004" y="1487432"/>
                  </a:cubicBezTo>
                  <a:cubicBezTo>
                    <a:pt x="2927848" y="1489970"/>
                    <a:pt x="2925333" y="1491443"/>
                    <a:pt x="2922727" y="1491443"/>
                  </a:cubicBezTo>
                  <a:close/>
                  <a:moveTo>
                    <a:pt x="2225468" y="1488996"/>
                  </a:moveTo>
                  <a:cubicBezTo>
                    <a:pt x="2222183" y="1488996"/>
                    <a:pt x="2219260" y="1486639"/>
                    <a:pt x="2218670" y="1483286"/>
                  </a:cubicBezTo>
                  <a:cubicBezTo>
                    <a:pt x="2218013" y="1479524"/>
                    <a:pt x="2220506" y="1475944"/>
                    <a:pt x="2224267" y="1475287"/>
                  </a:cubicBezTo>
                  <a:cubicBezTo>
                    <a:pt x="2228822" y="1474471"/>
                    <a:pt x="2233377" y="1473678"/>
                    <a:pt x="2237931" y="1472908"/>
                  </a:cubicBezTo>
                  <a:cubicBezTo>
                    <a:pt x="2241692" y="1472273"/>
                    <a:pt x="2245273" y="1474788"/>
                    <a:pt x="2245907" y="1478550"/>
                  </a:cubicBezTo>
                  <a:cubicBezTo>
                    <a:pt x="2246542" y="1482311"/>
                    <a:pt x="2244026" y="1485891"/>
                    <a:pt x="2240265" y="1486526"/>
                  </a:cubicBezTo>
                  <a:cubicBezTo>
                    <a:pt x="2235733" y="1487296"/>
                    <a:pt x="2231201" y="1488089"/>
                    <a:pt x="2226692" y="1488883"/>
                  </a:cubicBezTo>
                  <a:cubicBezTo>
                    <a:pt x="2226284" y="1488950"/>
                    <a:pt x="2225876" y="1488996"/>
                    <a:pt x="2225468" y="1488996"/>
                  </a:cubicBezTo>
                  <a:close/>
                  <a:moveTo>
                    <a:pt x="2270901" y="1481337"/>
                  </a:moveTo>
                  <a:cubicBezTo>
                    <a:pt x="2267570" y="1481337"/>
                    <a:pt x="2264624" y="1478912"/>
                    <a:pt x="2264080" y="1475513"/>
                  </a:cubicBezTo>
                  <a:cubicBezTo>
                    <a:pt x="2263469" y="1471752"/>
                    <a:pt x="2266052" y="1468194"/>
                    <a:pt x="2269813" y="1467583"/>
                  </a:cubicBezTo>
                  <a:cubicBezTo>
                    <a:pt x="2274368" y="1466857"/>
                    <a:pt x="2278945" y="1466132"/>
                    <a:pt x="2283522" y="1465430"/>
                  </a:cubicBezTo>
                  <a:cubicBezTo>
                    <a:pt x="2287306" y="1464863"/>
                    <a:pt x="2290819" y="1467424"/>
                    <a:pt x="2291408" y="1471208"/>
                  </a:cubicBezTo>
                  <a:cubicBezTo>
                    <a:pt x="2291997" y="1474970"/>
                    <a:pt x="2289414" y="1478504"/>
                    <a:pt x="2285629" y="1479094"/>
                  </a:cubicBezTo>
                  <a:cubicBezTo>
                    <a:pt x="2281098" y="1479796"/>
                    <a:pt x="2276543" y="1480498"/>
                    <a:pt x="2272011" y="1481246"/>
                  </a:cubicBezTo>
                  <a:cubicBezTo>
                    <a:pt x="2271649" y="1481314"/>
                    <a:pt x="2271263" y="1481337"/>
                    <a:pt x="2270901" y="1481337"/>
                  </a:cubicBezTo>
                  <a:close/>
                  <a:moveTo>
                    <a:pt x="2879765" y="1474970"/>
                  </a:moveTo>
                  <a:cubicBezTo>
                    <a:pt x="2879085" y="1474970"/>
                    <a:pt x="2878382" y="1474856"/>
                    <a:pt x="2877680" y="1474652"/>
                  </a:cubicBezTo>
                  <a:cubicBezTo>
                    <a:pt x="2873374" y="1473293"/>
                    <a:pt x="2869024" y="1472001"/>
                    <a:pt x="2864650" y="1470800"/>
                  </a:cubicBezTo>
                  <a:cubicBezTo>
                    <a:pt x="2860980" y="1469781"/>
                    <a:pt x="2858804" y="1465974"/>
                    <a:pt x="2859824" y="1462303"/>
                  </a:cubicBezTo>
                  <a:cubicBezTo>
                    <a:pt x="2860844" y="1458632"/>
                    <a:pt x="2864673" y="1456479"/>
                    <a:pt x="2868321" y="1457499"/>
                  </a:cubicBezTo>
                  <a:cubicBezTo>
                    <a:pt x="2872853" y="1458745"/>
                    <a:pt x="2877340" y="1460082"/>
                    <a:pt x="2881826" y="1461487"/>
                  </a:cubicBezTo>
                  <a:cubicBezTo>
                    <a:pt x="2885475" y="1462620"/>
                    <a:pt x="2887491" y="1466518"/>
                    <a:pt x="2886336" y="1470143"/>
                  </a:cubicBezTo>
                  <a:cubicBezTo>
                    <a:pt x="2885407" y="1473089"/>
                    <a:pt x="2882687" y="1474970"/>
                    <a:pt x="2879742" y="1474970"/>
                  </a:cubicBezTo>
                  <a:close/>
                  <a:moveTo>
                    <a:pt x="2316469" y="1474449"/>
                  </a:moveTo>
                  <a:cubicBezTo>
                    <a:pt x="2313093" y="1474449"/>
                    <a:pt x="2310125" y="1471956"/>
                    <a:pt x="2309626" y="1468511"/>
                  </a:cubicBezTo>
                  <a:cubicBezTo>
                    <a:pt x="2309082" y="1464727"/>
                    <a:pt x="2311711" y="1461238"/>
                    <a:pt x="2315495" y="1460694"/>
                  </a:cubicBezTo>
                  <a:cubicBezTo>
                    <a:pt x="2320072" y="1460037"/>
                    <a:pt x="2324650" y="1459403"/>
                    <a:pt x="2329227" y="1458791"/>
                  </a:cubicBezTo>
                  <a:cubicBezTo>
                    <a:pt x="2332988" y="1458292"/>
                    <a:pt x="2336500" y="1460921"/>
                    <a:pt x="2337022" y="1464705"/>
                  </a:cubicBezTo>
                  <a:cubicBezTo>
                    <a:pt x="2337543" y="1468489"/>
                    <a:pt x="2334891" y="1471978"/>
                    <a:pt x="2331107" y="1472500"/>
                  </a:cubicBezTo>
                  <a:cubicBezTo>
                    <a:pt x="2326553" y="1473111"/>
                    <a:pt x="2321998" y="1473746"/>
                    <a:pt x="2317444" y="1474403"/>
                  </a:cubicBezTo>
                  <a:cubicBezTo>
                    <a:pt x="2317104" y="1474449"/>
                    <a:pt x="2316786" y="1474471"/>
                    <a:pt x="2316469" y="1474471"/>
                  </a:cubicBezTo>
                  <a:close/>
                  <a:moveTo>
                    <a:pt x="2362151" y="1468376"/>
                  </a:moveTo>
                  <a:cubicBezTo>
                    <a:pt x="2358707" y="1468376"/>
                    <a:pt x="2355738" y="1465815"/>
                    <a:pt x="2355308" y="1462325"/>
                  </a:cubicBezTo>
                  <a:cubicBezTo>
                    <a:pt x="2354832" y="1458541"/>
                    <a:pt x="2357529" y="1455074"/>
                    <a:pt x="2361313" y="1454621"/>
                  </a:cubicBezTo>
                  <a:cubicBezTo>
                    <a:pt x="2365890" y="1454055"/>
                    <a:pt x="2370490" y="1453488"/>
                    <a:pt x="2375067" y="1452944"/>
                  </a:cubicBezTo>
                  <a:cubicBezTo>
                    <a:pt x="2378828" y="1452446"/>
                    <a:pt x="2382295" y="1455210"/>
                    <a:pt x="2382748" y="1458995"/>
                  </a:cubicBezTo>
                  <a:cubicBezTo>
                    <a:pt x="2383202" y="1462779"/>
                    <a:pt x="2380505" y="1466223"/>
                    <a:pt x="2376699" y="1466676"/>
                  </a:cubicBezTo>
                  <a:cubicBezTo>
                    <a:pt x="2372144" y="1467220"/>
                    <a:pt x="2367567" y="1467764"/>
                    <a:pt x="2363012" y="1468330"/>
                  </a:cubicBezTo>
                  <a:cubicBezTo>
                    <a:pt x="2362717" y="1468376"/>
                    <a:pt x="2362446" y="1468376"/>
                    <a:pt x="2362151" y="1468376"/>
                  </a:cubicBezTo>
                  <a:close/>
                  <a:moveTo>
                    <a:pt x="131426" y="1468036"/>
                  </a:moveTo>
                  <a:cubicBezTo>
                    <a:pt x="130066" y="1468036"/>
                    <a:pt x="128684" y="1467628"/>
                    <a:pt x="127460" y="1466790"/>
                  </a:cubicBezTo>
                  <a:cubicBezTo>
                    <a:pt x="124333" y="1464591"/>
                    <a:pt x="123563" y="1460286"/>
                    <a:pt x="125761" y="1457159"/>
                  </a:cubicBezTo>
                  <a:cubicBezTo>
                    <a:pt x="128412" y="1453375"/>
                    <a:pt x="131086" y="1449591"/>
                    <a:pt x="133782" y="1445829"/>
                  </a:cubicBezTo>
                  <a:cubicBezTo>
                    <a:pt x="136003" y="1442725"/>
                    <a:pt x="140331" y="1442022"/>
                    <a:pt x="143435" y="1444243"/>
                  </a:cubicBezTo>
                  <a:cubicBezTo>
                    <a:pt x="146540" y="1446464"/>
                    <a:pt x="147242" y="1450792"/>
                    <a:pt x="145022" y="1453896"/>
                  </a:cubicBezTo>
                  <a:cubicBezTo>
                    <a:pt x="142348" y="1457612"/>
                    <a:pt x="139719" y="1461351"/>
                    <a:pt x="137091" y="1465090"/>
                  </a:cubicBezTo>
                  <a:cubicBezTo>
                    <a:pt x="135754" y="1467016"/>
                    <a:pt x="133601" y="1468036"/>
                    <a:pt x="131426" y="1468036"/>
                  </a:cubicBezTo>
                  <a:close/>
                  <a:moveTo>
                    <a:pt x="2835125" y="1463526"/>
                  </a:moveTo>
                  <a:cubicBezTo>
                    <a:pt x="2834672" y="1463526"/>
                    <a:pt x="2834196" y="1463481"/>
                    <a:pt x="2833743" y="1463391"/>
                  </a:cubicBezTo>
                  <a:cubicBezTo>
                    <a:pt x="2829279" y="1462484"/>
                    <a:pt x="2824815" y="1461646"/>
                    <a:pt x="2820328" y="1460830"/>
                  </a:cubicBezTo>
                  <a:cubicBezTo>
                    <a:pt x="2816567" y="1460173"/>
                    <a:pt x="2814052" y="1456570"/>
                    <a:pt x="2814731" y="1452831"/>
                  </a:cubicBezTo>
                  <a:cubicBezTo>
                    <a:pt x="2815389" y="1449070"/>
                    <a:pt x="2818969" y="1446532"/>
                    <a:pt x="2822753" y="1447234"/>
                  </a:cubicBezTo>
                  <a:cubicBezTo>
                    <a:pt x="2827353" y="1448050"/>
                    <a:pt x="2831953" y="1448911"/>
                    <a:pt x="2836507" y="1449840"/>
                  </a:cubicBezTo>
                  <a:cubicBezTo>
                    <a:pt x="2840246" y="1450611"/>
                    <a:pt x="2842671" y="1454259"/>
                    <a:pt x="2841900" y="1457998"/>
                  </a:cubicBezTo>
                  <a:cubicBezTo>
                    <a:pt x="2841243" y="1461283"/>
                    <a:pt x="2838343" y="1463526"/>
                    <a:pt x="2835125" y="1463526"/>
                  </a:cubicBezTo>
                  <a:close/>
                  <a:moveTo>
                    <a:pt x="2407924" y="1463119"/>
                  </a:moveTo>
                  <a:cubicBezTo>
                    <a:pt x="2404434" y="1463119"/>
                    <a:pt x="2401443" y="1460490"/>
                    <a:pt x="2401058" y="1456932"/>
                  </a:cubicBezTo>
                  <a:cubicBezTo>
                    <a:pt x="2400650" y="1453126"/>
                    <a:pt x="2403414" y="1449727"/>
                    <a:pt x="2407198" y="1449341"/>
                  </a:cubicBezTo>
                  <a:cubicBezTo>
                    <a:pt x="2411798" y="1448866"/>
                    <a:pt x="2416376" y="1448390"/>
                    <a:pt x="2420976" y="1447937"/>
                  </a:cubicBezTo>
                  <a:cubicBezTo>
                    <a:pt x="2424737" y="1447506"/>
                    <a:pt x="2428158" y="1450316"/>
                    <a:pt x="2428544" y="1454123"/>
                  </a:cubicBezTo>
                  <a:cubicBezTo>
                    <a:pt x="2428929" y="1457930"/>
                    <a:pt x="2426142" y="1461306"/>
                    <a:pt x="2422358" y="1461691"/>
                  </a:cubicBezTo>
                  <a:cubicBezTo>
                    <a:pt x="2417780" y="1462144"/>
                    <a:pt x="2413203" y="1462620"/>
                    <a:pt x="2408649" y="1463096"/>
                  </a:cubicBezTo>
                  <a:cubicBezTo>
                    <a:pt x="2408399" y="1463119"/>
                    <a:pt x="2408150" y="1463141"/>
                    <a:pt x="2407924" y="1463141"/>
                  </a:cubicBezTo>
                  <a:close/>
                  <a:moveTo>
                    <a:pt x="2453787" y="1458723"/>
                  </a:moveTo>
                  <a:cubicBezTo>
                    <a:pt x="2450252" y="1458723"/>
                    <a:pt x="2447215" y="1456004"/>
                    <a:pt x="2446921" y="1452423"/>
                  </a:cubicBezTo>
                  <a:cubicBezTo>
                    <a:pt x="2446581" y="1448617"/>
                    <a:pt x="2449413" y="1445263"/>
                    <a:pt x="2453197" y="1444946"/>
                  </a:cubicBezTo>
                  <a:cubicBezTo>
                    <a:pt x="2457797" y="1444538"/>
                    <a:pt x="2462420" y="1444152"/>
                    <a:pt x="2467020" y="1443790"/>
                  </a:cubicBezTo>
                  <a:cubicBezTo>
                    <a:pt x="2470894" y="1443495"/>
                    <a:pt x="2474158" y="1446328"/>
                    <a:pt x="2474452" y="1450135"/>
                  </a:cubicBezTo>
                  <a:cubicBezTo>
                    <a:pt x="2474769" y="1453941"/>
                    <a:pt x="2471914" y="1457272"/>
                    <a:pt x="2468107" y="1457567"/>
                  </a:cubicBezTo>
                  <a:cubicBezTo>
                    <a:pt x="2463530" y="1457930"/>
                    <a:pt x="2458953" y="1458315"/>
                    <a:pt x="2454376" y="1458723"/>
                  </a:cubicBezTo>
                  <a:cubicBezTo>
                    <a:pt x="2454172" y="1458723"/>
                    <a:pt x="2453968" y="1458745"/>
                    <a:pt x="2453764" y="1458745"/>
                  </a:cubicBezTo>
                  <a:close/>
                  <a:moveTo>
                    <a:pt x="2789625" y="1456230"/>
                  </a:moveTo>
                  <a:cubicBezTo>
                    <a:pt x="2789353" y="1456230"/>
                    <a:pt x="2789058" y="1456230"/>
                    <a:pt x="2788763" y="1456185"/>
                  </a:cubicBezTo>
                  <a:cubicBezTo>
                    <a:pt x="2784232" y="1455641"/>
                    <a:pt x="2779700" y="1455120"/>
                    <a:pt x="2775168" y="1454666"/>
                  </a:cubicBezTo>
                  <a:cubicBezTo>
                    <a:pt x="2771361" y="1454281"/>
                    <a:pt x="2768596" y="1450882"/>
                    <a:pt x="2769004" y="1447098"/>
                  </a:cubicBezTo>
                  <a:cubicBezTo>
                    <a:pt x="2769389" y="1443292"/>
                    <a:pt x="2772788" y="1440504"/>
                    <a:pt x="2776573" y="1440935"/>
                  </a:cubicBezTo>
                  <a:cubicBezTo>
                    <a:pt x="2781218" y="1441411"/>
                    <a:pt x="2785840" y="1441932"/>
                    <a:pt x="2790463" y="1442498"/>
                  </a:cubicBezTo>
                  <a:cubicBezTo>
                    <a:pt x="2794247" y="1442974"/>
                    <a:pt x="2796944" y="1446418"/>
                    <a:pt x="2796490" y="1450203"/>
                  </a:cubicBezTo>
                  <a:cubicBezTo>
                    <a:pt x="2796060" y="1453715"/>
                    <a:pt x="2793069" y="1456275"/>
                    <a:pt x="2789647" y="1456275"/>
                  </a:cubicBezTo>
                  <a:close/>
                  <a:moveTo>
                    <a:pt x="2499740" y="1455165"/>
                  </a:moveTo>
                  <a:cubicBezTo>
                    <a:pt x="2496137" y="1455165"/>
                    <a:pt x="2493101" y="1452378"/>
                    <a:pt x="2492852" y="1448730"/>
                  </a:cubicBezTo>
                  <a:cubicBezTo>
                    <a:pt x="2492603" y="1444923"/>
                    <a:pt x="2495480" y="1441614"/>
                    <a:pt x="2499287" y="1441365"/>
                  </a:cubicBezTo>
                  <a:cubicBezTo>
                    <a:pt x="2503887" y="1441048"/>
                    <a:pt x="2508509" y="1440753"/>
                    <a:pt x="2513109" y="1440482"/>
                  </a:cubicBezTo>
                  <a:cubicBezTo>
                    <a:pt x="2516894" y="1440232"/>
                    <a:pt x="2520202" y="1443155"/>
                    <a:pt x="2520428" y="1446962"/>
                  </a:cubicBezTo>
                  <a:cubicBezTo>
                    <a:pt x="2520655" y="1450769"/>
                    <a:pt x="2517777" y="1454055"/>
                    <a:pt x="2513948" y="1454281"/>
                  </a:cubicBezTo>
                  <a:cubicBezTo>
                    <a:pt x="2509370" y="1454576"/>
                    <a:pt x="2504771" y="1454871"/>
                    <a:pt x="2500193" y="1455165"/>
                  </a:cubicBezTo>
                  <a:cubicBezTo>
                    <a:pt x="2500035" y="1455165"/>
                    <a:pt x="2499876" y="1455165"/>
                    <a:pt x="2499718" y="1455165"/>
                  </a:cubicBezTo>
                  <a:close/>
                  <a:moveTo>
                    <a:pt x="2545716" y="1452491"/>
                  </a:moveTo>
                  <a:cubicBezTo>
                    <a:pt x="2542046" y="1452491"/>
                    <a:pt x="2538987" y="1449613"/>
                    <a:pt x="2538828" y="1445920"/>
                  </a:cubicBezTo>
                  <a:cubicBezTo>
                    <a:pt x="2538647" y="1442113"/>
                    <a:pt x="2541593" y="1438873"/>
                    <a:pt x="2545399" y="1438692"/>
                  </a:cubicBezTo>
                  <a:cubicBezTo>
                    <a:pt x="2549999" y="1438465"/>
                    <a:pt x="2554622" y="1438261"/>
                    <a:pt x="2559244" y="1438057"/>
                  </a:cubicBezTo>
                  <a:cubicBezTo>
                    <a:pt x="2563119" y="1437762"/>
                    <a:pt x="2566269" y="1440867"/>
                    <a:pt x="2566450" y="1444674"/>
                  </a:cubicBezTo>
                  <a:cubicBezTo>
                    <a:pt x="2566609" y="1448480"/>
                    <a:pt x="2563663" y="1451721"/>
                    <a:pt x="2559833" y="1451879"/>
                  </a:cubicBezTo>
                  <a:cubicBezTo>
                    <a:pt x="2555234" y="1452083"/>
                    <a:pt x="2550656" y="1452287"/>
                    <a:pt x="2546056" y="1452491"/>
                  </a:cubicBezTo>
                  <a:cubicBezTo>
                    <a:pt x="2545943" y="1452491"/>
                    <a:pt x="2545830" y="1452491"/>
                    <a:pt x="2545716" y="1452491"/>
                  </a:cubicBezTo>
                  <a:close/>
                  <a:moveTo>
                    <a:pt x="2743716" y="1452061"/>
                  </a:moveTo>
                  <a:cubicBezTo>
                    <a:pt x="2743558" y="1452061"/>
                    <a:pt x="2743422" y="1452061"/>
                    <a:pt x="2743263" y="1452061"/>
                  </a:cubicBezTo>
                  <a:cubicBezTo>
                    <a:pt x="2738686" y="1451766"/>
                    <a:pt x="2734131" y="1451517"/>
                    <a:pt x="2729577" y="1451290"/>
                  </a:cubicBezTo>
                  <a:cubicBezTo>
                    <a:pt x="2725770" y="1451109"/>
                    <a:pt x="2722824" y="1447869"/>
                    <a:pt x="2723005" y="1444062"/>
                  </a:cubicBezTo>
                  <a:cubicBezTo>
                    <a:pt x="2723187" y="1440255"/>
                    <a:pt x="2726404" y="1437377"/>
                    <a:pt x="2730234" y="1437491"/>
                  </a:cubicBezTo>
                  <a:cubicBezTo>
                    <a:pt x="2734879" y="1437717"/>
                    <a:pt x="2739502" y="1437966"/>
                    <a:pt x="2744147" y="1438261"/>
                  </a:cubicBezTo>
                  <a:cubicBezTo>
                    <a:pt x="2747954" y="1438510"/>
                    <a:pt x="2750854" y="1441796"/>
                    <a:pt x="2750605" y="1445603"/>
                  </a:cubicBezTo>
                  <a:cubicBezTo>
                    <a:pt x="2750378" y="1449273"/>
                    <a:pt x="2747342" y="1452083"/>
                    <a:pt x="2743716" y="1452083"/>
                  </a:cubicBezTo>
                  <a:close/>
                  <a:moveTo>
                    <a:pt x="2591738" y="1450724"/>
                  </a:moveTo>
                  <a:cubicBezTo>
                    <a:pt x="2587999" y="1450724"/>
                    <a:pt x="2584940" y="1447755"/>
                    <a:pt x="2584827" y="1444017"/>
                  </a:cubicBezTo>
                  <a:cubicBezTo>
                    <a:pt x="2584714" y="1440210"/>
                    <a:pt x="2587728" y="1437015"/>
                    <a:pt x="2591534" y="1436901"/>
                  </a:cubicBezTo>
                  <a:cubicBezTo>
                    <a:pt x="2596157" y="1436766"/>
                    <a:pt x="2600757" y="1436652"/>
                    <a:pt x="2605379" y="1436539"/>
                  </a:cubicBezTo>
                  <a:cubicBezTo>
                    <a:pt x="2609095" y="1436403"/>
                    <a:pt x="2612358" y="1439462"/>
                    <a:pt x="2612449" y="1443292"/>
                  </a:cubicBezTo>
                  <a:cubicBezTo>
                    <a:pt x="2612540" y="1447098"/>
                    <a:pt x="2609526" y="1450271"/>
                    <a:pt x="2605696" y="1450361"/>
                  </a:cubicBezTo>
                  <a:cubicBezTo>
                    <a:pt x="2601097" y="1450474"/>
                    <a:pt x="2596519" y="1450588"/>
                    <a:pt x="2591919" y="1450701"/>
                  </a:cubicBezTo>
                  <a:cubicBezTo>
                    <a:pt x="2591851" y="1450701"/>
                    <a:pt x="2591783" y="1450701"/>
                    <a:pt x="2591716" y="1450701"/>
                  </a:cubicBezTo>
                  <a:close/>
                  <a:moveTo>
                    <a:pt x="2697695" y="1450203"/>
                  </a:moveTo>
                  <a:lnTo>
                    <a:pt x="2697536" y="1450203"/>
                  </a:lnTo>
                  <a:cubicBezTo>
                    <a:pt x="2692936" y="1450112"/>
                    <a:pt x="2688359" y="1450021"/>
                    <a:pt x="2683782" y="1449976"/>
                  </a:cubicBezTo>
                  <a:cubicBezTo>
                    <a:pt x="2679975" y="1449931"/>
                    <a:pt x="2676916" y="1446804"/>
                    <a:pt x="2676961" y="1442974"/>
                  </a:cubicBezTo>
                  <a:cubicBezTo>
                    <a:pt x="2677006" y="1439190"/>
                    <a:pt x="2680088" y="1436154"/>
                    <a:pt x="2683872" y="1436154"/>
                  </a:cubicBezTo>
                  <a:lnTo>
                    <a:pt x="2683963" y="1436154"/>
                  </a:lnTo>
                  <a:cubicBezTo>
                    <a:pt x="2688585" y="1436221"/>
                    <a:pt x="2693208" y="1436290"/>
                    <a:pt x="2697830" y="1436380"/>
                  </a:cubicBezTo>
                  <a:cubicBezTo>
                    <a:pt x="2701637" y="1436471"/>
                    <a:pt x="2704674" y="1439620"/>
                    <a:pt x="2704583" y="1443450"/>
                  </a:cubicBezTo>
                  <a:cubicBezTo>
                    <a:pt x="2704493" y="1447212"/>
                    <a:pt x="2701433" y="1450203"/>
                    <a:pt x="2697672" y="1450203"/>
                  </a:cubicBezTo>
                  <a:close/>
                  <a:moveTo>
                    <a:pt x="2637805" y="1449885"/>
                  </a:moveTo>
                  <a:cubicBezTo>
                    <a:pt x="2634021" y="1449885"/>
                    <a:pt x="2630939" y="1446826"/>
                    <a:pt x="2630894" y="1443042"/>
                  </a:cubicBezTo>
                  <a:cubicBezTo>
                    <a:pt x="2630871" y="1439235"/>
                    <a:pt x="2633930" y="1436108"/>
                    <a:pt x="2637737" y="1436063"/>
                  </a:cubicBezTo>
                  <a:cubicBezTo>
                    <a:pt x="2642360" y="1436018"/>
                    <a:pt x="2646982" y="1435995"/>
                    <a:pt x="2651605" y="1435995"/>
                  </a:cubicBezTo>
                  <a:lnTo>
                    <a:pt x="2651605" y="1435995"/>
                  </a:lnTo>
                  <a:cubicBezTo>
                    <a:pt x="2655412" y="1435995"/>
                    <a:pt x="2658516" y="1439077"/>
                    <a:pt x="2658516" y="1442884"/>
                  </a:cubicBezTo>
                  <a:cubicBezTo>
                    <a:pt x="2658516" y="1446690"/>
                    <a:pt x="2655434" y="1449795"/>
                    <a:pt x="2651627" y="1449817"/>
                  </a:cubicBezTo>
                  <a:cubicBezTo>
                    <a:pt x="2647028" y="1449817"/>
                    <a:pt x="2642451" y="1449863"/>
                    <a:pt x="2637851" y="1449885"/>
                  </a:cubicBezTo>
                  <a:lnTo>
                    <a:pt x="2637783" y="1449885"/>
                  </a:lnTo>
                  <a:close/>
                  <a:moveTo>
                    <a:pt x="158527" y="1430806"/>
                  </a:moveTo>
                  <a:cubicBezTo>
                    <a:pt x="157076" y="1430806"/>
                    <a:pt x="155604" y="1430353"/>
                    <a:pt x="154357" y="1429401"/>
                  </a:cubicBezTo>
                  <a:cubicBezTo>
                    <a:pt x="151321" y="1427113"/>
                    <a:pt x="150709" y="1422762"/>
                    <a:pt x="153020" y="1419726"/>
                  </a:cubicBezTo>
                  <a:cubicBezTo>
                    <a:pt x="155807" y="1416032"/>
                    <a:pt x="158640" y="1412361"/>
                    <a:pt x="161472" y="1408690"/>
                  </a:cubicBezTo>
                  <a:cubicBezTo>
                    <a:pt x="163806" y="1405676"/>
                    <a:pt x="168157" y="1405133"/>
                    <a:pt x="171171" y="1407444"/>
                  </a:cubicBezTo>
                  <a:cubicBezTo>
                    <a:pt x="174184" y="1409778"/>
                    <a:pt x="174751" y="1414128"/>
                    <a:pt x="172417" y="1417142"/>
                  </a:cubicBezTo>
                  <a:cubicBezTo>
                    <a:pt x="169607" y="1420768"/>
                    <a:pt x="166843" y="1424393"/>
                    <a:pt x="164078" y="1428041"/>
                  </a:cubicBezTo>
                  <a:cubicBezTo>
                    <a:pt x="162719" y="1429832"/>
                    <a:pt x="160657" y="1430783"/>
                    <a:pt x="158549" y="1430783"/>
                  </a:cubicBezTo>
                  <a:close/>
                  <a:moveTo>
                    <a:pt x="186987" y="1394596"/>
                  </a:moveTo>
                  <a:cubicBezTo>
                    <a:pt x="185446" y="1394596"/>
                    <a:pt x="183905" y="1394097"/>
                    <a:pt x="182614" y="1393032"/>
                  </a:cubicBezTo>
                  <a:cubicBezTo>
                    <a:pt x="179645" y="1390630"/>
                    <a:pt x="179215" y="1386280"/>
                    <a:pt x="181617" y="1383311"/>
                  </a:cubicBezTo>
                  <a:cubicBezTo>
                    <a:pt x="184540" y="1379731"/>
                    <a:pt x="187486" y="1376151"/>
                    <a:pt x="190454" y="1372593"/>
                  </a:cubicBezTo>
                  <a:cubicBezTo>
                    <a:pt x="192901" y="1369670"/>
                    <a:pt x="197252" y="1369263"/>
                    <a:pt x="200198" y="1371710"/>
                  </a:cubicBezTo>
                  <a:cubicBezTo>
                    <a:pt x="203121" y="1374157"/>
                    <a:pt x="203529" y="1378508"/>
                    <a:pt x="201081" y="1381453"/>
                  </a:cubicBezTo>
                  <a:cubicBezTo>
                    <a:pt x="198158" y="1384988"/>
                    <a:pt x="195235" y="1388523"/>
                    <a:pt x="192335" y="1392058"/>
                  </a:cubicBezTo>
                  <a:cubicBezTo>
                    <a:pt x="190975" y="1393735"/>
                    <a:pt x="188981" y="1394596"/>
                    <a:pt x="186964" y="1394596"/>
                  </a:cubicBezTo>
                  <a:close/>
                  <a:moveTo>
                    <a:pt x="216694" y="1359383"/>
                  </a:moveTo>
                  <a:cubicBezTo>
                    <a:pt x="215085" y="1359383"/>
                    <a:pt x="213454" y="1358816"/>
                    <a:pt x="212139" y="1357683"/>
                  </a:cubicBezTo>
                  <a:cubicBezTo>
                    <a:pt x="209262" y="1355168"/>
                    <a:pt x="208967" y="1350795"/>
                    <a:pt x="211482" y="1347917"/>
                  </a:cubicBezTo>
                  <a:cubicBezTo>
                    <a:pt x="214519" y="1344428"/>
                    <a:pt x="217600" y="1340961"/>
                    <a:pt x="220659" y="1337494"/>
                  </a:cubicBezTo>
                  <a:cubicBezTo>
                    <a:pt x="223197" y="1334639"/>
                    <a:pt x="227570" y="1334389"/>
                    <a:pt x="230426" y="1336927"/>
                  </a:cubicBezTo>
                  <a:cubicBezTo>
                    <a:pt x="233281" y="1339465"/>
                    <a:pt x="233530" y="1343838"/>
                    <a:pt x="230992" y="1346693"/>
                  </a:cubicBezTo>
                  <a:cubicBezTo>
                    <a:pt x="227933" y="1350115"/>
                    <a:pt x="224897" y="1353559"/>
                    <a:pt x="221883" y="1357004"/>
                  </a:cubicBezTo>
                  <a:cubicBezTo>
                    <a:pt x="220523" y="1358567"/>
                    <a:pt x="218597" y="1359360"/>
                    <a:pt x="216671" y="1359360"/>
                  </a:cubicBezTo>
                  <a:close/>
                  <a:moveTo>
                    <a:pt x="247579" y="1325190"/>
                  </a:moveTo>
                  <a:cubicBezTo>
                    <a:pt x="245902" y="1325190"/>
                    <a:pt x="244203" y="1324578"/>
                    <a:pt x="242866" y="1323331"/>
                  </a:cubicBezTo>
                  <a:cubicBezTo>
                    <a:pt x="240079" y="1320726"/>
                    <a:pt x="239920" y="1316352"/>
                    <a:pt x="242526" y="1313565"/>
                  </a:cubicBezTo>
                  <a:cubicBezTo>
                    <a:pt x="245676" y="1310189"/>
                    <a:pt x="248848" y="1306813"/>
                    <a:pt x="252043" y="1303459"/>
                  </a:cubicBezTo>
                  <a:cubicBezTo>
                    <a:pt x="254671" y="1300695"/>
                    <a:pt x="259045" y="1300581"/>
                    <a:pt x="261809" y="1303210"/>
                  </a:cubicBezTo>
                  <a:cubicBezTo>
                    <a:pt x="264574" y="1305838"/>
                    <a:pt x="264687" y="1310212"/>
                    <a:pt x="262058" y="1312976"/>
                  </a:cubicBezTo>
                  <a:cubicBezTo>
                    <a:pt x="258886" y="1316307"/>
                    <a:pt x="255759" y="1319638"/>
                    <a:pt x="252632" y="1322991"/>
                  </a:cubicBezTo>
                  <a:cubicBezTo>
                    <a:pt x="251272" y="1324442"/>
                    <a:pt x="249437" y="1325190"/>
                    <a:pt x="247579" y="1325190"/>
                  </a:cubicBezTo>
                  <a:close/>
                  <a:moveTo>
                    <a:pt x="279506" y="1291948"/>
                  </a:moveTo>
                  <a:cubicBezTo>
                    <a:pt x="277739" y="1291948"/>
                    <a:pt x="275994" y="1291291"/>
                    <a:pt x="274635" y="1289954"/>
                  </a:cubicBezTo>
                  <a:cubicBezTo>
                    <a:pt x="271915" y="1287257"/>
                    <a:pt x="271915" y="1282884"/>
                    <a:pt x="274589" y="1280165"/>
                  </a:cubicBezTo>
                  <a:cubicBezTo>
                    <a:pt x="277852" y="1276879"/>
                    <a:pt x="281115" y="1273616"/>
                    <a:pt x="284401" y="1270353"/>
                  </a:cubicBezTo>
                  <a:cubicBezTo>
                    <a:pt x="287120" y="1267657"/>
                    <a:pt x="291493" y="1267679"/>
                    <a:pt x="294167" y="1270399"/>
                  </a:cubicBezTo>
                  <a:cubicBezTo>
                    <a:pt x="296864" y="1273118"/>
                    <a:pt x="296841" y="1277491"/>
                    <a:pt x="294122" y="1280165"/>
                  </a:cubicBezTo>
                  <a:cubicBezTo>
                    <a:pt x="290859" y="1283405"/>
                    <a:pt x="287618" y="1286646"/>
                    <a:pt x="284378" y="1289909"/>
                  </a:cubicBezTo>
                  <a:cubicBezTo>
                    <a:pt x="283019" y="1291268"/>
                    <a:pt x="281251" y="1291948"/>
                    <a:pt x="279461" y="1291948"/>
                  </a:cubicBezTo>
                  <a:close/>
                  <a:moveTo>
                    <a:pt x="312408" y="1259681"/>
                  </a:moveTo>
                  <a:cubicBezTo>
                    <a:pt x="310595" y="1259681"/>
                    <a:pt x="308760" y="1258956"/>
                    <a:pt x="307400" y="1257528"/>
                  </a:cubicBezTo>
                  <a:cubicBezTo>
                    <a:pt x="304772" y="1254763"/>
                    <a:pt x="304862" y="1250390"/>
                    <a:pt x="307627" y="1247762"/>
                  </a:cubicBezTo>
                  <a:cubicBezTo>
                    <a:pt x="310981" y="1244567"/>
                    <a:pt x="314334" y="1241372"/>
                    <a:pt x="317733" y="1238222"/>
                  </a:cubicBezTo>
                  <a:cubicBezTo>
                    <a:pt x="320520" y="1235616"/>
                    <a:pt x="324893" y="1235752"/>
                    <a:pt x="327499" y="1238539"/>
                  </a:cubicBezTo>
                  <a:cubicBezTo>
                    <a:pt x="330105" y="1241326"/>
                    <a:pt x="329969" y="1245700"/>
                    <a:pt x="327182" y="1248305"/>
                  </a:cubicBezTo>
                  <a:cubicBezTo>
                    <a:pt x="323828" y="1251455"/>
                    <a:pt x="320498" y="1254605"/>
                    <a:pt x="317167" y="1257777"/>
                  </a:cubicBezTo>
                  <a:cubicBezTo>
                    <a:pt x="315830" y="1259046"/>
                    <a:pt x="314107" y="1259681"/>
                    <a:pt x="312385" y="1259681"/>
                  </a:cubicBezTo>
                  <a:close/>
                  <a:moveTo>
                    <a:pt x="346216" y="1228320"/>
                  </a:moveTo>
                  <a:cubicBezTo>
                    <a:pt x="344335" y="1228320"/>
                    <a:pt x="342455" y="1227549"/>
                    <a:pt x="341095" y="1226054"/>
                  </a:cubicBezTo>
                  <a:cubicBezTo>
                    <a:pt x="338535" y="1223221"/>
                    <a:pt x="338761" y="1218848"/>
                    <a:pt x="341594" y="1216287"/>
                  </a:cubicBezTo>
                  <a:cubicBezTo>
                    <a:pt x="345038" y="1213183"/>
                    <a:pt x="348482" y="1210101"/>
                    <a:pt x="351926" y="1207020"/>
                  </a:cubicBezTo>
                  <a:cubicBezTo>
                    <a:pt x="354782" y="1204482"/>
                    <a:pt x="359155" y="1204731"/>
                    <a:pt x="361693" y="1207586"/>
                  </a:cubicBezTo>
                  <a:cubicBezTo>
                    <a:pt x="364231" y="1210441"/>
                    <a:pt x="363981" y="1214815"/>
                    <a:pt x="361126" y="1217352"/>
                  </a:cubicBezTo>
                  <a:cubicBezTo>
                    <a:pt x="357682" y="1220412"/>
                    <a:pt x="354283" y="1223471"/>
                    <a:pt x="350861" y="1226552"/>
                  </a:cubicBezTo>
                  <a:cubicBezTo>
                    <a:pt x="349547" y="1227753"/>
                    <a:pt x="347870" y="1228342"/>
                    <a:pt x="346239" y="1228342"/>
                  </a:cubicBezTo>
                  <a:close/>
                  <a:moveTo>
                    <a:pt x="380795" y="1197843"/>
                  </a:moveTo>
                  <a:cubicBezTo>
                    <a:pt x="378846" y="1197843"/>
                    <a:pt x="376920" y="1197027"/>
                    <a:pt x="375560" y="1195441"/>
                  </a:cubicBezTo>
                  <a:cubicBezTo>
                    <a:pt x="373068" y="1192540"/>
                    <a:pt x="373408" y="1188189"/>
                    <a:pt x="376308" y="1185697"/>
                  </a:cubicBezTo>
                  <a:cubicBezTo>
                    <a:pt x="379820" y="1182683"/>
                    <a:pt x="383333" y="1179669"/>
                    <a:pt x="386868" y="1176679"/>
                  </a:cubicBezTo>
                  <a:cubicBezTo>
                    <a:pt x="389791" y="1174209"/>
                    <a:pt x="394141" y="1174571"/>
                    <a:pt x="396611" y="1177494"/>
                  </a:cubicBezTo>
                  <a:cubicBezTo>
                    <a:pt x="399081" y="1180395"/>
                    <a:pt x="398718" y="1184768"/>
                    <a:pt x="395818" y="1187238"/>
                  </a:cubicBezTo>
                  <a:cubicBezTo>
                    <a:pt x="392306" y="1190206"/>
                    <a:pt x="388816" y="1193197"/>
                    <a:pt x="385327" y="1196188"/>
                  </a:cubicBezTo>
                  <a:cubicBezTo>
                    <a:pt x="384012" y="1197299"/>
                    <a:pt x="382426" y="1197865"/>
                    <a:pt x="380817" y="1197865"/>
                  </a:cubicBezTo>
                  <a:close/>
                  <a:moveTo>
                    <a:pt x="416121" y="1168204"/>
                  </a:moveTo>
                  <a:cubicBezTo>
                    <a:pt x="414127" y="1168204"/>
                    <a:pt x="412133" y="1167343"/>
                    <a:pt x="410773" y="1165666"/>
                  </a:cubicBezTo>
                  <a:cubicBezTo>
                    <a:pt x="408349" y="1162720"/>
                    <a:pt x="408779" y="1158347"/>
                    <a:pt x="411748" y="1155945"/>
                  </a:cubicBezTo>
                  <a:cubicBezTo>
                    <a:pt x="415328" y="1153022"/>
                    <a:pt x="418908" y="1150099"/>
                    <a:pt x="422511" y="1147176"/>
                  </a:cubicBezTo>
                  <a:cubicBezTo>
                    <a:pt x="425480" y="1144774"/>
                    <a:pt x="429830" y="1145227"/>
                    <a:pt x="432232" y="1148195"/>
                  </a:cubicBezTo>
                  <a:cubicBezTo>
                    <a:pt x="434634" y="1151164"/>
                    <a:pt x="434181" y="1155514"/>
                    <a:pt x="431212" y="1157916"/>
                  </a:cubicBezTo>
                  <a:cubicBezTo>
                    <a:pt x="427632" y="1160817"/>
                    <a:pt x="424075" y="1163717"/>
                    <a:pt x="420517" y="1166618"/>
                  </a:cubicBezTo>
                  <a:cubicBezTo>
                    <a:pt x="419225" y="1167660"/>
                    <a:pt x="417685" y="1168181"/>
                    <a:pt x="416144" y="1168181"/>
                  </a:cubicBezTo>
                  <a:close/>
                  <a:moveTo>
                    <a:pt x="452082" y="1139335"/>
                  </a:moveTo>
                  <a:cubicBezTo>
                    <a:pt x="450043" y="1139335"/>
                    <a:pt x="448003" y="1138429"/>
                    <a:pt x="446644" y="1136684"/>
                  </a:cubicBezTo>
                  <a:cubicBezTo>
                    <a:pt x="444287" y="1133693"/>
                    <a:pt x="444808" y="1129343"/>
                    <a:pt x="447822" y="1126986"/>
                  </a:cubicBezTo>
                  <a:cubicBezTo>
                    <a:pt x="451470" y="1124131"/>
                    <a:pt x="455118" y="1121276"/>
                    <a:pt x="458766" y="1118443"/>
                  </a:cubicBezTo>
                  <a:cubicBezTo>
                    <a:pt x="461780" y="1116109"/>
                    <a:pt x="466108" y="1116653"/>
                    <a:pt x="468465" y="1119667"/>
                  </a:cubicBezTo>
                  <a:cubicBezTo>
                    <a:pt x="470799" y="1122681"/>
                    <a:pt x="470255" y="1127031"/>
                    <a:pt x="467241" y="1129365"/>
                  </a:cubicBezTo>
                  <a:cubicBezTo>
                    <a:pt x="463616" y="1132175"/>
                    <a:pt x="459990" y="1135007"/>
                    <a:pt x="456365" y="1137840"/>
                  </a:cubicBezTo>
                  <a:cubicBezTo>
                    <a:pt x="455096" y="1138837"/>
                    <a:pt x="453600" y="1139313"/>
                    <a:pt x="452105" y="1139313"/>
                  </a:cubicBezTo>
                  <a:close/>
                  <a:moveTo>
                    <a:pt x="488609" y="1111238"/>
                  </a:moveTo>
                  <a:cubicBezTo>
                    <a:pt x="486502" y="1111238"/>
                    <a:pt x="484440" y="1110286"/>
                    <a:pt x="483080" y="1108473"/>
                  </a:cubicBezTo>
                  <a:cubicBezTo>
                    <a:pt x="480792" y="1105414"/>
                    <a:pt x="481403" y="1101086"/>
                    <a:pt x="484440" y="1098797"/>
                  </a:cubicBezTo>
                  <a:cubicBezTo>
                    <a:pt x="488133" y="1096010"/>
                    <a:pt x="491827" y="1093246"/>
                    <a:pt x="495543" y="1090481"/>
                  </a:cubicBezTo>
                  <a:cubicBezTo>
                    <a:pt x="498602" y="1088215"/>
                    <a:pt x="502930" y="1088827"/>
                    <a:pt x="505219" y="1091886"/>
                  </a:cubicBezTo>
                  <a:cubicBezTo>
                    <a:pt x="507507" y="1094945"/>
                    <a:pt x="506873" y="1099273"/>
                    <a:pt x="503814" y="1101562"/>
                  </a:cubicBezTo>
                  <a:cubicBezTo>
                    <a:pt x="500120" y="1104304"/>
                    <a:pt x="496449" y="1107068"/>
                    <a:pt x="492779" y="1109833"/>
                  </a:cubicBezTo>
                  <a:cubicBezTo>
                    <a:pt x="491532" y="1110762"/>
                    <a:pt x="490082" y="1111215"/>
                    <a:pt x="488632" y="1111215"/>
                  </a:cubicBezTo>
                  <a:close/>
                  <a:moveTo>
                    <a:pt x="525680" y="1083819"/>
                  </a:moveTo>
                  <a:cubicBezTo>
                    <a:pt x="523550" y="1083819"/>
                    <a:pt x="521443" y="1082822"/>
                    <a:pt x="520083" y="1080964"/>
                  </a:cubicBezTo>
                  <a:cubicBezTo>
                    <a:pt x="517840" y="1077883"/>
                    <a:pt x="518520" y="1073555"/>
                    <a:pt x="521624" y="1071311"/>
                  </a:cubicBezTo>
                  <a:cubicBezTo>
                    <a:pt x="525363" y="1068592"/>
                    <a:pt x="529102" y="1065896"/>
                    <a:pt x="532863" y="1063199"/>
                  </a:cubicBezTo>
                  <a:cubicBezTo>
                    <a:pt x="535968" y="1060979"/>
                    <a:pt x="540273" y="1061681"/>
                    <a:pt x="542516" y="1064763"/>
                  </a:cubicBezTo>
                  <a:cubicBezTo>
                    <a:pt x="544737" y="1067867"/>
                    <a:pt x="544035" y="1072172"/>
                    <a:pt x="540930" y="1074416"/>
                  </a:cubicBezTo>
                  <a:cubicBezTo>
                    <a:pt x="537191" y="1077112"/>
                    <a:pt x="533475" y="1079786"/>
                    <a:pt x="529736" y="1082505"/>
                  </a:cubicBezTo>
                  <a:cubicBezTo>
                    <a:pt x="528513" y="1083389"/>
                    <a:pt x="527085" y="1083819"/>
                    <a:pt x="525680" y="1083819"/>
                  </a:cubicBezTo>
                  <a:close/>
                  <a:moveTo>
                    <a:pt x="563182" y="1057036"/>
                  </a:moveTo>
                  <a:cubicBezTo>
                    <a:pt x="561007" y="1057036"/>
                    <a:pt x="558854" y="1056016"/>
                    <a:pt x="557517" y="1054090"/>
                  </a:cubicBezTo>
                  <a:cubicBezTo>
                    <a:pt x="555319" y="1050963"/>
                    <a:pt x="556067" y="1046658"/>
                    <a:pt x="559194" y="1044460"/>
                  </a:cubicBezTo>
                  <a:cubicBezTo>
                    <a:pt x="562978" y="1041808"/>
                    <a:pt x="566762" y="1039157"/>
                    <a:pt x="570546" y="1036529"/>
                  </a:cubicBezTo>
                  <a:cubicBezTo>
                    <a:pt x="573673" y="1034353"/>
                    <a:pt x="577979" y="1035124"/>
                    <a:pt x="580177" y="1038251"/>
                  </a:cubicBezTo>
                  <a:cubicBezTo>
                    <a:pt x="582375" y="1041378"/>
                    <a:pt x="581582" y="1045683"/>
                    <a:pt x="578455" y="1047881"/>
                  </a:cubicBezTo>
                  <a:cubicBezTo>
                    <a:pt x="574670" y="1050510"/>
                    <a:pt x="570909" y="1053138"/>
                    <a:pt x="567147" y="1055789"/>
                  </a:cubicBezTo>
                  <a:cubicBezTo>
                    <a:pt x="565946" y="1056650"/>
                    <a:pt x="564564" y="1057036"/>
                    <a:pt x="563182" y="1057036"/>
                  </a:cubicBezTo>
                  <a:close/>
                  <a:moveTo>
                    <a:pt x="601091" y="1030841"/>
                  </a:moveTo>
                  <a:cubicBezTo>
                    <a:pt x="598871" y="1030841"/>
                    <a:pt x="596695" y="1029776"/>
                    <a:pt x="595359" y="1027827"/>
                  </a:cubicBezTo>
                  <a:cubicBezTo>
                    <a:pt x="593206" y="1024678"/>
                    <a:pt x="594022" y="1020372"/>
                    <a:pt x="597194" y="1018220"/>
                  </a:cubicBezTo>
                  <a:cubicBezTo>
                    <a:pt x="601024" y="1015614"/>
                    <a:pt x="604830" y="1013031"/>
                    <a:pt x="608660" y="1010447"/>
                  </a:cubicBezTo>
                  <a:cubicBezTo>
                    <a:pt x="611832" y="1008317"/>
                    <a:pt x="616115" y="1009156"/>
                    <a:pt x="618245" y="1012328"/>
                  </a:cubicBezTo>
                  <a:cubicBezTo>
                    <a:pt x="620375" y="1015501"/>
                    <a:pt x="619536" y="1019783"/>
                    <a:pt x="616364" y="1021913"/>
                  </a:cubicBezTo>
                  <a:cubicBezTo>
                    <a:pt x="612557" y="1024474"/>
                    <a:pt x="608750" y="1027057"/>
                    <a:pt x="604944" y="1029640"/>
                  </a:cubicBezTo>
                  <a:cubicBezTo>
                    <a:pt x="603743" y="1030456"/>
                    <a:pt x="602406" y="1030841"/>
                    <a:pt x="601069" y="1030841"/>
                  </a:cubicBezTo>
                  <a:close/>
                  <a:moveTo>
                    <a:pt x="639364" y="1005190"/>
                  </a:moveTo>
                  <a:cubicBezTo>
                    <a:pt x="637120" y="1005190"/>
                    <a:pt x="634922" y="1004103"/>
                    <a:pt x="633585" y="1002086"/>
                  </a:cubicBezTo>
                  <a:cubicBezTo>
                    <a:pt x="631478" y="998891"/>
                    <a:pt x="632362" y="994608"/>
                    <a:pt x="635534" y="992501"/>
                  </a:cubicBezTo>
                  <a:cubicBezTo>
                    <a:pt x="639386" y="989963"/>
                    <a:pt x="643238" y="987425"/>
                    <a:pt x="647090" y="984887"/>
                  </a:cubicBezTo>
                  <a:cubicBezTo>
                    <a:pt x="650286" y="982803"/>
                    <a:pt x="654568" y="983686"/>
                    <a:pt x="656653" y="986882"/>
                  </a:cubicBezTo>
                  <a:cubicBezTo>
                    <a:pt x="658737" y="990076"/>
                    <a:pt x="657854" y="994359"/>
                    <a:pt x="654659" y="996444"/>
                  </a:cubicBezTo>
                  <a:cubicBezTo>
                    <a:pt x="650807" y="998959"/>
                    <a:pt x="646977" y="1001497"/>
                    <a:pt x="643148" y="1004035"/>
                  </a:cubicBezTo>
                  <a:cubicBezTo>
                    <a:pt x="641969" y="1004805"/>
                    <a:pt x="640655" y="1005190"/>
                    <a:pt x="639341" y="1005190"/>
                  </a:cubicBezTo>
                  <a:close/>
                  <a:moveTo>
                    <a:pt x="677953" y="980016"/>
                  </a:moveTo>
                  <a:cubicBezTo>
                    <a:pt x="675687" y="980016"/>
                    <a:pt x="673466" y="978905"/>
                    <a:pt x="672129" y="976843"/>
                  </a:cubicBezTo>
                  <a:cubicBezTo>
                    <a:pt x="670067" y="973626"/>
                    <a:pt x="670974" y="969366"/>
                    <a:pt x="674191" y="967281"/>
                  </a:cubicBezTo>
                  <a:lnTo>
                    <a:pt x="685838" y="959803"/>
                  </a:lnTo>
                  <a:cubicBezTo>
                    <a:pt x="689056" y="957741"/>
                    <a:pt x="693316" y="958693"/>
                    <a:pt x="695378" y="961888"/>
                  </a:cubicBezTo>
                  <a:cubicBezTo>
                    <a:pt x="697440" y="965106"/>
                    <a:pt x="696511" y="969388"/>
                    <a:pt x="693293" y="971428"/>
                  </a:cubicBezTo>
                  <a:lnTo>
                    <a:pt x="681692" y="978883"/>
                  </a:lnTo>
                  <a:cubicBezTo>
                    <a:pt x="680536" y="979630"/>
                    <a:pt x="679244" y="979993"/>
                    <a:pt x="677953" y="979993"/>
                  </a:cubicBezTo>
                  <a:close/>
                  <a:moveTo>
                    <a:pt x="716791" y="955249"/>
                  </a:moveTo>
                  <a:cubicBezTo>
                    <a:pt x="714503" y="955249"/>
                    <a:pt x="712259" y="954116"/>
                    <a:pt x="710945" y="952031"/>
                  </a:cubicBezTo>
                  <a:cubicBezTo>
                    <a:pt x="708906" y="948813"/>
                    <a:pt x="709880" y="944531"/>
                    <a:pt x="713098" y="942491"/>
                  </a:cubicBezTo>
                  <a:lnTo>
                    <a:pt x="724813" y="935127"/>
                  </a:lnTo>
                  <a:cubicBezTo>
                    <a:pt x="728053" y="933110"/>
                    <a:pt x="732313" y="934085"/>
                    <a:pt x="734330" y="937325"/>
                  </a:cubicBezTo>
                  <a:cubicBezTo>
                    <a:pt x="736347" y="940565"/>
                    <a:pt x="735372" y="944825"/>
                    <a:pt x="732132" y="946865"/>
                  </a:cubicBezTo>
                  <a:lnTo>
                    <a:pt x="720462" y="954206"/>
                  </a:lnTo>
                  <a:cubicBezTo>
                    <a:pt x="719329" y="954931"/>
                    <a:pt x="718038" y="955271"/>
                    <a:pt x="716791" y="955271"/>
                  </a:cubicBezTo>
                  <a:close/>
                  <a:moveTo>
                    <a:pt x="755857" y="930867"/>
                  </a:moveTo>
                  <a:cubicBezTo>
                    <a:pt x="753545" y="930867"/>
                    <a:pt x="751279" y="929711"/>
                    <a:pt x="749965" y="927604"/>
                  </a:cubicBezTo>
                  <a:cubicBezTo>
                    <a:pt x="747948" y="924364"/>
                    <a:pt x="748968" y="920104"/>
                    <a:pt x="752208" y="918087"/>
                  </a:cubicBezTo>
                  <a:lnTo>
                    <a:pt x="763991" y="910813"/>
                  </a:lnTo>
                  <a:cubicBezTo>
                    <a:pt x="767254" y="908796"/>
                    <a:pt x="771492" y="909816"/>
                    <a:pt x="773508" y="913079"/>
                  </a:cubicBezTo>
                  <a:cubicBezTo>
                    <a:pt x="775503" y="916319"/>
                    <a:pt x="774505" y="920580"/>
                    <a:pt x="771243" y="922596"/>
                  </a:cubicBezTo>
                  <a:lnTo>
                    <a:pt x="759482" y="929847"/>
                  </a:lnTo>
                  <a:cubicBezTo>
                    <a:pt x="758349" y="930550"/>
                    <a:pt x="757103" y="930890"/>
                    <a:pt x="755857" y="930890"/>
                  </a:cubicBezTo>
                  <a:close/>
                  <a:moveTo>
                    <a:pt x="795126" y="906757"/>
                  </a:moveTo>
                  <a:cubicBezTo>
                    <a:pt x="792792" y="906757"/>
                    <a:pt x="790526" y="905579"/>
                    <a:pt x="789212" y="903449"/>
                  </a:cubicBezTo>
                  <a:cubicBezTo>
                    <a:pt x="787218" y="900186"/>
                    <a:pt x="788260" y="895949"/>
                    <a:pt x="791523" y="893954"/>
                  </a:cubicBezTo>
                  <a:lnTo>
                    <a:pt x="803351" y="886771"/>
                  </a:lnTo>
                  <a:cubicBezTo>
                    <a:pt x="806614" y="884777"/>
                    <a:pt x="810874" y="885842"/>
                    <a:pt x="812846" y="889105"/>
                  </a:cubicBezTo>
                  <a:cubicBezTo>
                    <a:pt x="814817" y="892368"/>
                    <a:pt x="813775" y="896628"/>
                    <a:pt x="810512" y="898600"/>
                  </a:cubicBezTo>
                  <a:lnTo>
                    <a:pt x="798706" y="905760"/>
                  </a:lnTo>
                  <a:cubicBezTo>
                    <a:pt x="797573" y="906440"/>
                    <a:pt x="796349" y="906757"/>
                    <a:pt x="795126" y="906757"/>
                  </a:cubicBezTo>
                  <a:close/>
                  <a:moveTo>
                    <a:pt x="834553" y="882965"/>
                  </a:moveTo>
                  <a:cubicBezTo>
                    <a:pt x="832197" y="882965"/>
                    <a:pt x="829908" y="881764"/>
                    <a:pt x="828617" y="879588"/>
                  </a:cubicBezTo>
                  <a:cubicBezTo>
                    <a:pt x="826668" y="876303"/>
                    <a:pt x="827733" y="872065"/>
                    <a:pt x="830996" y="870117"/>
                  </a:cubicBezTo>
                  <a:lnTo>
                    <a:pt x="842869" y="863024"/>
                  </a:lnTo>
                  <a:cubicBezTo>
                    <a:pt x="846132" y="861075"/>
                    <a:pt x="850393" y="862140"/>
                    <a:pt x="852341" y="865426"/>
                  </a:cubicBezTo>
                  <a:cubicBezTo>
                    <a:pt x="854290" y="868712"/>
                    <a:pt x="853225" y="872949"/>
                    <a:pt x="849939" y="874898"/>
                  </a:cubicBezTo>
                  <a:lnTo>
                    <a:pt x="838088" y="881968"/>
                  </a:lnTo>
                  <a:cubicBezTo>
                    <a:pt x="836978" y="882625"/>
                    <a:pt x="835754" y="882942"/>
                    <a:pt x="834553" y="882942"/>
                  </a:cubicBezTo>
                  <a:close/>
                  <a:moveTo>
                    <a:pt x="874162" y="859444"/>
                  </a:moveTo>
                  <a:cubicBezTo>
                    <a:pt x="871783" y="859444"/>
                    <a:pt x="869495" y="858220"/>
                    <a:pt x="868203" y="856045"/>
                  </a:cubicBezTo>
                  <a:cubicBezTo>
                    <a:pt x="866277" y="852759"/>
                    <a:pt x="867365" y="848522"/>
                    <a:pt x="870650" y="846573"/>
                  </a:cubicBezTo>
                  <a:lnTo>
                    <a:pt x="882569" y="839571"/>
                  </a:lnTo>
                  <a:cubicBezTo>
                    <a:pt x="885855" y="837645"/>
                    <a:pt x="890092" y="838733"/>
                    <a:pt x="892018" y="842041"/>
                  </a:cubicBezTo>
                  <a:cubicBezTo>
                    <a:pt x="893944" y="845327"/>
                    <a:pt x="892857" y="849564"/>
                    <a:pt x="889548" y="851490"/>
                  </a:cubicBezTo>
                  <a:lnTo>
                    <a:pt x="877652" y="858492"/>
                  </a:lnTo>
                  <a:cubicBezTo>
                    <a:pt x="876542" y="859149"/>
                    <a:pt x="875341" y="859444"/>
                    <a:pt x="874162" y="859444"/>
                  </a:cubicBezTo>
                  <a:close/>
                  <a:moveTo>
                    <a:pt x="913930" y="836195"/>
                  </a:moveTo>
                  <a:cubicBezTo>
                    <a:pt x="911551" y="836195"/>
                    <a:pt x="909217" y="834971"/>
                    <a:pt x="907948" y="832751"/>
                  </a:cubicBezTo>
                  <a:cubicBezTo>
                    <a:pt x="906022" y="829442"/>
                    <a:pt x="907155" y="825228"/>
                    <a:pt x="910463" y="823302"/>
                  </a:cubicBezTo>
                  <a:lnTo>
                    <a:pt x="922450" y="816368"/>
                  </a:lnTo>
                  <a:cubicBezTo>
                    <a:pt x="925758" y="814465"/>
                    <a:pt x="929973" y="815597"/>
                    <a:pt x="931899" y="818906"/>
                  </a:cubicBezTo>
                  <a:cubicBezTo>
                    <a:pt x="933803" y="822214"/>
                    <a:pt x="932670" y="826429"/>
                    <a:pt x="929361" y="828355"/>
                  </a:cubicBezTo>
                  <a:lnTo>
                    <a:pt x="917420" y="835266"/>
                  </a:lnTo>
                  <a:cubicBezTo>
                    <a:pt x="916332" y="835901"/>
                    <a:pt x="915131" y="836195"/>
                    <a:pt x="913953" y="836195"/>
                  </a:cubicBezTo>
                  <a:close/>
                  <a:moveTo>
                    <a:pt x="953879" y="813241"/>
                  </a:moveTo>
                  <a:cubicBezTo>
                    <a:pt x="951477" y="813241"/>
                    <a:pt x="949143" y="811995"/>
                    <a:pt x="947874" y="809751"/>
                  </a:cubicBezTo>
                  <a:cubicBezTo>
                    <a:pt x="945971" y="806443"/>
                    <a:pt x="947126" y="802206"/>
                    <a:pt x="950457" y="800325"/>
                  </a:cubicBezTo>
                  <a:lnTo>
                    <a:pt x="962490" y="793482"/>
                  </a:lnTo>
                  <a:cubicBezTo>
                    <a:pt x="965821" y="791601"/>
                    <a:pt x="970035" y="792757"/>
                    <a:pt x="971916" y="796088"/>
                  </a:cubicBezTo>
                  <a:cubicBezTo>
                    <a:pt x="973797" y="799419"/>
                    <a:pt x="972641" y="803633"/>
                    <a:pt x="969310" y="805514"/>
                  </a:cubicBezTo>
                  <a:lnTo>
                    <a:pt x="957323" y="812335"/>
                  </a:lnTo>
                  <a:cubicBezTo>
                    <a:pt x="956236" y="812946"/>
                    <a:pt x="955057" y="813241"/>
                    <a:pt x="953902" y="813241"/>
                  </a:cubicBezTo>
                  <a:close/>
                  <a:moveTo>
                    <a:pt x="993964" y="790559"/>
                  </a:moveTo>
                  <a:cubicBezTo>
                    <a:pt x="991539" y="790559"/>
                    <a:pt x="989205" y="789290"/>
                    <a:pt x="987936" y="787046"/>
                  </a:cubicBezTo>
                  <a:cubicBezTo>
                    <a:pt x="986056" y="783715"/>
                    <a:pt x="987257" y="779501"/>
                    <a:pt x="990565" y="777643"/>
                  </a:cubicBezTo>
                  <a:lnTo>
                    <a:pt x="1002642" y="770890"/>
                  </a:lnTo>
                  <a:cubicBezTo>
                    <a:pt x="1005973" y="769032"/>
                    <a:pt x="1010188" y="770210"/>
                    <a:pt x="1012046" y="773541"/>
                  </a:cubicBezTo>
                  <a:cubicBezTo>
                    <a:pt x="1013904" y="776872"/>
                    <a:pt x="1012726" y="781087"/>
                    <a:pt x="1009395" y="782945"/>
                  </a:cubicBezTo>
                  <a:lnTo>
                    <a:pt x="997340" y="789698"/>
                  </a:lnTo>
                  <a:cubicBezTo>
                    <a:pt x="996275" y="790309"/>
                    <a:pt x="995119" y="790581"/>
                    <a:pt x="993964" y="790581"/>
                  </a:cubicBezTo>
                  <a:close/>
                  <a:moveTo>
                    <a:pt x="1034207" y="768126"/>
                  </a:moveTo>
                  <a:cubicBezTo>
                    <a:pt x="1031783" y="768126"/>
                    <a:pt x="1029403" y="766834"/>
                    <a:pt x="1028157" y="764568"/>
                  </a:cubicBezTo>
                  <a:cubicBezTo>
                    <a:pt x="1026322" y="761214"/>
                    <a:pt x="1027523" y="757022"/>
                    <a:pt x="1030876" y="755187"/>
                  </a:cubicBezTo>
                  <a:lnTo>
                    <a:pt x="1042976" y="748502"/>
                  </a:lnTo>
                  <a:cubicBezTo>
                    <a:pt x="1046330" y="746644"/>
                    <a:pt x="1050522" y="747868"/>
                    <a:pt x="1052358" y="751222"/>
                  </a:cubicBezTo>
                  <a:cubicBezTo>
                    <a:pt x="1054193" y="754575"/>
                    <a:pt x="1052992" y="758767"/>
                    <a:pt x="1049638" y="760603"/>
                  </a:cubicBezTo>
                  <a:lnTo>
                    <a:pt x="1037538" y="767287"/>
                  </a:lnTo>
                  <a:cubicBezTo>
                    <a:pt x="1036473" y="767876"/>
                    <a:pt x="1035340" y="768148"/>
                    <a:pt x="1034207" y="768148"/>
                  </a:cubicBezTo>
                  <a:close/>
                  <a:moveTo>
                    <a:pt x="1074609" y="745965"/>
                  </a:moveTo>
                  <a:cubicBezTo>
                    <a:pt x="1072162" y="745965"/>
                    <a:pt x="1069783" y="744673"/>
                    <a:pt x="1068537" y="742362"/>
                  </a:cubicBezTo>
                  <a:cubicBezTo>
                    <a:pt x="1066701" y="739008"/>
                    <a:pt x="1067947" y="734816"/>
                    <a:pt x="1071301" y="732981"/>
                  </a:cubicBezTo>
                  <a:lnTo>
                    <a:pt x="1083447" y="726364"/>
                  </a:lnTo>
                  <a:cubicBezTo>
                    <a:pt x="1086800" y="724551"/>
                    <a:pt x="1090992" y="725797"/>
                    <a:pt x="1092828" y="729151"/>
                  </a:cubicBezTo>
                  <a:cubicBezTo>
                    <a:pt x="1094640" y="732505"/>
                    <a:pt x="1093394" y="736697"/>
                    <a:pt x="1090041" y="738510"/>
                  </a:cubicBezTo>
                  <a:lnTo>
                    <a:pt x="1077918" y="745103"/>
                  </a:lnTo>
                  <a:cubicBezTo>
                    <a:pt x="1076875" y="745670"/>
                    <a:pt x="1075742" y="745942"/>
                    <a:pt x="1074609" y="745942"/>
                  </a:cubicBezTo>
                  <a:close/>
                  <a:moveTo>
                    <a:pt x="1115147" y="724030"/>
                  </a:moveTo>
                  <a:cubicBezTo>
                    <a:pt x="1112678" y="724030"/>
                    <a:pt x="1110298" y="722716"/>
                    <a:pt x="1109052" y="720382"/>
                  </a:cubicBezTo>
                  <a:cubicBezTo>
                    <a:pt x="1107239" y="717006"/>
                    <a:pt x="1108508" y="712836"/>
                    <a:pt x="1111884" y="711023"/>
                  </a:cubicBezTo>
                  <a:lnTo>
                    <a:pt x="1124075" y="704498"/>
                  </a:lnTo>
                  <a:cubicBezTo>
                    <a:pt x="1127452" y="702685"/>
                    <a:pt x="1131621" y="703976"/>
                    <a:pt x="1133434" y="707330"/>
                  </a:cubicBezTo>
                  <a:cubicBezTo>
                    <a:pt x="1135224" y="710706"/>
                    <a:pt x="1133955" y="714876"/>
                    <a:pt x="1130601" y="716688"/>
                  </a:cubicBezTo>
                  <a:lnTo>
                    <a:pt x="1118433" y="723214"/>
                  </a:lnTo>
                  <a:cubicBezTo>
                    <a:pt x="1117391" y="723781"/>
                    <a:pt x="1116280" y="724030"/>
                    <a:pt x="1115170" y="724030"/>
                  </a:cubicBezTo>
                  <a:close/>
                  <a:moveTo>
                    <a:pt x="1155799" y="702367"/>
                  </a:moveTo>
                  <a:cubicBezTo>
                    <a:pt x="1153306" y="702367"/>
                    <a:pt x="1150927" y="701031"/>
                    <a:pt x="1149681" y="698674"/>
                  </a:cubicBezTo>
                  <a:cubicBezTo>
                    <a:pt x="1147890" y="695298"/>
                    <a:pt x="1149182" y="691128"/>
                    <a:pt x="1152558" y="689338"/>
                  </a:cubicBezTo>
                  <a:lnTo>
                    <a:pt x="1164795" y="682880"/>
                  </a:lnTo>
                  <a:cubicBezTo>
                    <a:pt x="1168171" y="681090"/>
                    <a:pt x="1172363" y="682404"/>
                    <a:pt x="1174130" y="685781"/>
                  </a:cubicBezTo>
                  <a:cubicBezTo>
                    <a:pt x="1175920" y="689157"/>
                    <a:pt x="1174606" y="693349"/>
                    <a:pt x="1171230" y="695116"/>
                  </a:cubicBezTo>
                  <a:lnTo>
                    <a:pt x="1159016" y="701552"/>
                  </a:lnTo>
                  <a:cubicBezTo>
                    <a:pt x="1157997" y="702096"/>
                    <a:pt x="1156886" y="702345"/>
                    <a:pt x="1155799" y="702345"/>
                  </a:cubicBezTo>
                  <a:close/>
                  <a:moveTo>
                    <a:pt x="1196609" y="680954"/>
                  </a:moveTo>
                  <a:cubicBezTo>
                    <a:pt x="1194116" y="680954"/>
                    <a:pt x="1191692" y="679595"/>
                    <a:pt x="1190468" y="677238"/>
                  </a:cubicBezTo>
                  <a:cubicBezTo>
                    <a:pt x="1188700" y="673839"/>
                    <a:pt x="1190015" y="669670"/>
                    <a:pt x="1193414" y="667925"/>
                  </a:cubicBezTo>
                  <a:lnTo>
                    <a:pt x="1205672" y="661558"/>
                  </a:lnTo>
                  <a:cubicBezTo>
                    <a:pt x="1209071" y="659790"/>
                    <a:pt x="1213241" y="661127"/>
                    <a:pt x="1214986" y="664503"/>
                  </a:cubicBezTo>
                  <a:cubicBezTo>
                    <a:pt x="1216753" y="667902"/>
                    <a:pt x="1215416" y="672072"/>
                    <a:pt x="1212040" y="673816"/>
                  </a:cubicBezTo>
                  <a:lnTo>
                    <a:pt x="1199781" y="680184"/>
                  </a:lnTo>
                  <a:cubicBezTo>
                    <a:pt x="1198761" y="680705"/>
                    <a:pt x="1197674" y="680954"/>
                    <a:pt x="1196586" y="680954"/>
                  </a:cubicBezTo>
                  <a:close/>
                  <a:moveTo>
                    <a:pt x="1237532" y="659767"/>
                  </a:moveTo>
                  <a:cubicBezTo>
                    <a:pt x="1235017" y="659767"/>
                    <a:pt x="1232592" y="658408"/>
                    <a:pt x="1231369" y="656006"/>
                  </a:cubicBezTo>
                  <a:cubicBezTo>
                    <a:pt x="1229624" y="652607"/>
                    <a:pt x="1230961" y="648438"/>
                    <a:pt x="1234360" y="646693"/>
                  </a:cubicBezTo>
                  <a:lnTo>
                    <a:pt x="1246664" y="640371"/>
                  </a:lnTo>
                  <a:cubicBezTo>
                    <a:pt x="1250063" y="638626"/>
                    <a:pt x="1254232" y="639986"/>
                    <a:pt x="1255977" y="643362"/>
                  </a:cubicBezTo>
                  <a:cubicBezTo>
                    <a:pt x="1257722" y="646761"/>
                    <a:pt x="1256385" y="650930"/>
                    <a:pt x="1252986" y="652652"/>
                  </a:cubicBezTo>
                  <a:lnTo>
                    <a:pt x="1240682" y="658952"/>
                  </a:lnTo>
                  <a:cubicBezTo>
                    <a:pt x="1239662" y="659473"/>
                    <a:pt x="1238597" y="659722"/>
                    <a:pt x="1237532" y="659722"/>
                  </a:cubicBezTo>
                  <a:close/>
                  <a:moveTo>
                    <a:pt x="1278569" y="638807"/>
                  </a:moveTo>
                  <a:cubicBezTo>
                    <a:pt x="1276053" y="638807"/>
                    <a:pt x="1273606" y="637425"/>
                    <a:pt x="1272405" y="635023"/>
                  </a:cubicBezTo>
                  <a:cubicBezTo>
                    <a:pt x="1270683" y="631624"/>
                    <a:pt x="1272043" y="627455"/>
                    <a:pt x="1275442" y="625733"/>
                  </a:cubicBezTo>
                  <a:lnTo>
                    <a:pt x="1287791" y="619479"/>
                  </a:lnTo>
                  <a:cubicBezTo>
                    <a:pt x="1291190" y="617756"/>
                    <a:pt x="1295359" y="619139"/>
                    <a:pt x="1297081" y="622538"/>
                  </a:cubicBezTo>
                  <a:cubicBezTo>
                    <a:pt x="1298804" y="625937"/>
                    <a:pt x="1297444" y="630106"/>
                    <a:pt x="1294022" y="631828"/>
                  </a:cubicBezTo>
                  <a:lnTo>
                    <a:pt x="1281696" y="638060"/>
                  </a:lnTo>
                  <a:cubicBezTo>
                    <a:pt x="1280699" y="638558"/>
                    <a:pt x="1279633" y="638807"/>
                    <a:pt x="1278569" y="638807"/>
                  </a:cubicBezTo>
                  <a:close/>
                  <a:moveTo>
                    <a:pt x="1319718" y="618074"/>
                  </a:moveTo>
                  <a:cubicBezTo>
                    <a:pt x="1317180" y="618074"/>
                    <a:pt x="1314733" y="616669"/>
                    <a:pt x="1313532" y="614244"/>
                  </a:cubicBezTo>
                  <a:cubicBezTo>
                    <a:pt x="1311833" y="610823"/>
                    <a:pt x="1313215" y="606676"/>
                    <a:pt x="1316614" y="604976"/>
                  </a:cubicBezTo>
                  <a:lnTo>
                    <a:pt x="1328986" y="598790"/>
                  </a:lnTo>
                  <a:cubicBezTo>
                    <a:pt x="1332408" y="597114"/>
                    <a:pt x="1336554" y="598473"/>
                    <a:pt x="1338254" y="601895"/>
                  </a:cubicBezTo>
                  <a:cubicBezTo>
                    <a:pt x="1339953" y="605316"/>
                    <a:pt x="1338571" y="609463"/>
                    <a:pt x="1335150" y="611163"/>
                  </a:cubicBezTo>
                  <a:lnTo>
                    <a:pt x="1322777" y="617326"/>
                  </a:lnTo>
                  <a:cubicBezTo>
                    <a:pt x="1321780" y="617824"/>
                    <a:pt x="1320738" y="618051"/>
                    <a:pt x="1319696" y="618051"/>
                  </a:cubicBezTo>
                  <a:close/>
                  <a:moveTo>
                    <a:pt x="1361004" y="597567"/>
                  </a:moveTo>
                  <a:cubicBezTo>
                    <a:pt x="1358466" y="597567"/>
                    <a:pt x="1355996" y="596162"/>
                    <a:pt x="1354795" y="593715"/>
                  </a:cubicBezTo>
                  <a:cubicBezTo>
                    <a:pt x="1353096" y="590293"/>
                    <a:pt x="1354523" y="586146"/>
                    <a:pt x="1357945" y="584469"/>
                  </a:cubicBezTo>
                  <a:lnTo>
                    <a:pt x="1370363" y="578351"/>
                  </a:lnTo>
                  <a:cubicBezTo>
                    <a:pt x="1373807" y="576652"/>
                    <a:pt x="1377931" y="578079"/>
                    <a:pt x="1379608" y="581501"/>
                  </a:cubicBezTo>
                  <a:cubicBezTo>
                    <a:pt x="1381284" y="584923"/>
                    <a:pt x="1379880" y="589069"/>
                    <a:pt x="1376458" y="590746"/>
                  </a:cubicBezTo>
                  <a:lnTo>
                    <a:pt x="1364063" y="596864"/>
                  </a:lnTo>
                  <a:cubicBezTo>
                    <a:pt x="1363089" y="597340"/>
                    <a:pt x="1362046" y="597567"/>
                    <a:pt x="1361004" y="597567"/>
                  </a:cubicBezTo>
                  <a:close/>
                  <a:moveTo>
                    <a:pt x="1402358" y="577286"/>
                  </a:moveTo>
                  <a:cubicBezTo>
                    <a:pt x="1399797" y="577286"/>
                    <a:pt x="1397327" y="575859"/>
                    <a:pt x="1396149" y="573412"/>
                  </a:cubicBezTo>
                  <a:cubicBezTo>
                    <a:pt x="1394472" y="569990"/>
                    <a:pt x="1395900" y="565843"/>
                    <a:pt x="1399322" y="564167"/>
                  </a:cubicBezTo>
                  <a:lnTo>
                    <a:pt x="1411762" y="558116"/>
                  </a:lnTo>
                  <a:cubicBezTo>
                    <a:pt x="1415206" y="556462"/>
                    <a:pt x="1419330" y="557890"/>
                    <a:pt x="1421007" y="561311"/>
                  </a:cubicBezTo>
                  <a:cubicBezTo>
                    <a:pt x="1422684" y="564756"/>
                    <a:pt x="1421233" y="568880"/>
                    <a:pt x="1417812" y="570556"/>
                  </a:cubicBezTo>
                  <a:lnTo>
                    <a:pt x="1405394" y="576607"/>
                  </a:lnTo>
                  <a:cubicBezTo>
                    <a:pt x="1404420" y="577082"/>
                    <a:pt x="1403378" y="577309"/>
                    <a:pt x="1402358" y="577309"/>
                  </a:cubicBezTo>
                  <a:close/>
                  <a:moveTo>
                    <a:pt x="1443848" y="557187"/>
                  </a:moveTo>
                  <a:cubicBezTo>
                    <a:pt x="1441265" y="557187"/>
                    <a:pt x="1438795" y="555737"/>
                    <a:pt x="1437616" y="553267"/>
                  </a:cubicBezTo>
                  <a:cubicBezTo>
                    <a:pt x="1435962" y="549823"/>
                    <a:pt x="1437412" y="545699"/>
                    <a:pt x="1440857" y="544045"/>
                  </a:cubicBezTo>
                  <a:lnTo>
                    <a:pt x="1453319" y="538040"/>
                  </a:lnTo>
                  <a:cubicBezTo>
                    <a:pt x="1456764" y="536386"/>
                    <a:pt x="1460888" y="537836"/>
                    <a:pt x="1462542" y="541280"/>
                  </a:cubicBezTo>
                  <a:cubicBezTo>
                    <a:pt x="1464196" y="544725"/>
                    <a:pt x="1462746" y="548849"/>
                    <a:pt x="1459301" y="550503"/>
                  </a:cubicBezTo>
                  <a:lnTo>
                    <a:pt x="1446839" y="556485"/>
                  </a:lnTo>
                  <a:cubicBezTo>
                    <a:pt x="1445864" y="556938"/>
                    <a:pt x="1444845" y="557165"/>
                    <a:pt x="1443848" y="557165"/>
                  </a:cubicBezTo>
                  <a:close/>
                  <a:moveTo>
                    <a:pt x="1485428" y="537292"/>
                  </a:moveTo>
                  <a:cubicBezTo>
                    <a:pt x="1482845" y="537292"/>
                    <a:pt x="1480375" y="535842"/>
                    <a:pt x="1479174" y="533349"/>
                  </a:cubicBezTo>
                  <a:cubicBezTo>
                    <a:pt x="1477543" y="529905"/>
                    <a:pt x="1478993" y="525781"/>
                    <a:pt x="1482437" y="524127"/>
                  </a:cubicBezTo>
                  <a:lnTo>
                    <a:pt x="1494945" y="518190"/>
                  </a:lnTo>
                  <a:cubicBezTo>
                    <a:pt x="1498389" y="516559"/>
                    <a:pt x="1502513" y="518031"/>
                    <a:pt x="1504145" y="521476"/>
                  </a:cubicBezTo>
                  <a:cubicBezTo>
                    <a:pt x="1505776" y="524920"/>
                    <a:pt x="1504304" y="529044"/>
                    <a:pt x="1500859" y="530676"/>
                  </a:cubicBezTo>
                  <a:lnTo>
                    <a:pt x="1488374" y="536612"/>
                  </a:lnTo>
                  <a:cubicBezTo>
                    <a:pt x="1487422" y="537066"/>
                    <a:pt x="1486402" y="537292"/>
                    <a:pt x="1485405" y="537292"/>
                  </a:cubicBezTo>
                  <a:close/>
                  <a:moveTo>
                    <a:pt x="1527099" y="517601"/>
                  </a:moveTo>
                  <a:cubicBezTo>
                    <a:pt x="1524516" y="517601"/>
                    <a:pt x="1522023" y="516128"/>
                    <a:pt x="1520845" y="513635"/>
                  </a:cubicBezTo>
                  <a:cubicBezTo>
                    <a:pt x="1519213" y="510169"/>
                    <a:pt x="1520709" y="506067"/>
                    <a:pt x="1524153" y="504436"/>
                  </a:cubicBezTo>
                  <a:lnTo>
                    <a:pt x="1536684" y="498567"/>
                  </a:lnTo>
                  <a:cubicBezTo>
                    <a:pt x="1540151" y="496935"/>
                    <a:pt x="1544252" y="498431"/>
                    <a:pt x="1545884" y="501898"/>
                  </a:cubicBezTo>
                  <a:cubicBezTo>
                    <a:pt x="1547493" y="505365"/>
                    <a:pt x="1546020" y="509466"/>
                    <a:pt x="1542553" y="511098"/>
                  </a:cubicBezTo>
                  <a:lnTo>
                    <a:pt x="1530045" y="516967"/>
                  </a:lnTo>
                  <a:cubicBezTo>
                    <a:pt x="1529093" y="517420"/>
                    <a:pt x="1528096" y="517624"/>
                    <a:pt x="1527099" y="517624"/>
                  </a:cubicBezTo>
                  <a:close/>
                  <a:moveTo>
                    <a:pt x="1568861" y="498114"/>
                  </a:moveTo>
                  <a:cubicBezTo>
                    <a:pt x="1566255" y="498114"/>
                    <a:pt x="1563762" y="496641"/>
                    <a:pt x="1562584" y="494126"/>
                  </a:cubicBezTo>
                  <a:cubicBezTo>
                    <a:pt x="1560975" y="490659"/>
                    <a:pt x="1562471" y="486557"/>
                    <a:pt x="1565938" y="484948"/>
                  </a:cubicBezTo>
                  <a:lnTo>
                    <a:pt x="1578491" y="479125"/>
                  </a:lnTo>
                  <a:cubicBezTo>
                    <a:pt x="1581958" y="477516"/>
                    <a:pt x="1586059" y="479034"/>
                    <a:pt x="1587668" y="482501"/>
                  </a:cubicBezTo>
                  <a:cubicBezTo>
                    <a:pt x="1589277" y="485968"/>
                    <a:pt x="1587759" y="490070"/>
                    <a:pt x="1584292" y="491678"/>
                  </a:cubicBezTo>
                  <a:lnTo>
                    <a:pt x="1571761" y="497502"/>
                  </a:lnTo>
                  <a:cubicBezTo>
                    <a:pt x="1570809" y="497932"/>
                    <a:pt x="1569835" y="498136"/>
                    <a:pt x="1568861" y="498136"/>
                  </a:cubicBezTo>
                  <a:close/>
                  <a:moveTo>
                    <a:pt x="1610690" y="478762"/>
                  </a:moveTo>
                  <a:cubicBezTo>
                    <a:pt x="1608085" y="478762"/>
                    <a:pt x="1605569" y="477267"/>
                    <a:pt x="1604414" y="474729"/>
                  </a:cubicBezTo>
                  <a:cubicBezTo>
                    <a:pt x="1602827" y="471262"/>
                    <a:pt x="1604346" y="467161"/>
                    <a:pt x="1607813" y="465552"/>
                  </a:cubicBezTo>
                  <a:lnTo>
                    <a:pt x="1620389" y="459774"/>
                  </a:lnTo>
                  <a:cubicBezTo>
                    <a:pt x="1623856" y="458187"/>
                    <a:pt x="1627957" y="459706"/>
                    <a:pt x="1629543" y="463195"/>
                  </a:cubicBezTo>
                  <a:cubicBezTo>
                    <a:pt x="1631129" y="466662"/>
                    <a:pt x="1629611" y="470764"/>
                    <a:pt x="1626122" y="472350"/>
                  </a:cubicBezTo>
                  <a:lnTo>
                    <a:pt x="1613568" y="478105"/>
                  </a:lnTo>
                  <a:cubicBezTo>
                    <a:pt x="1612639" y="478536"/>
                    <a:pt x="1611642" y="478740"/>
                    <a:pt x="1610690" y="478740"/>
                  </a:cubicBezTo>
                  <a:close/>
                  <a:moveTo>
                    <a:pt x="1652611" y="459638"/>
                  </a:moveTo>
                  <a:cubicBezTo>
                    <a:pt x="1649982" y="459638"/>
                    <a:pt x="1647467" y="458142"/>
                    <a:pt x="1646311" y="455582"/>
                  </a:cubicBezTo>
                  <a:cubicBezTo>
                    <a:pt x="1644725" y="452115"/>
                    <a:pt x="1646266" y="448013"/>
                    <a:pt x="1649733" y="446427"/>
                  </a:cubicBezTo>
                  <a:lnTo>
                    <a:pt x="1662332" y="440717"/>
                  </a:lnTo>
                  <a:cubicBezTo>
                    <a:pt x="1665798" y="439131"/>
                    <a:pt x="1669900" y="440672"/>
                    <a:pt x="1671486" y="444161"/>
                  </a:cubicBezTo>
                  <a:cubicBezTo>
                    <a:pt x="1673072" y="447628"/>
                    <a:pt x="1671531" y="451729"/>
                    <a:pt x="1668042" y="453316"/>
                  </a:cubicBezTo>
                  <a:lnTo>
                    <a:pt x="1655466" y="459026"/>
                  </a:lnTo>
                  <a:cubicBezTo>
                    <a:pt x="1654537" y="459456"/>
                    <a:pt x="1653562" y="459638"/>
                    <a:pt x="1652611" y="459638"/>
                  </a:cubicBezTo>
                  <a:close/>
                  <a:moveTo>
                    <a:pt x="1694622" y="440649"/>
                  </a:moveTo>
                  <a:cubicBezTo>
                    <a:pt x="1691993" y="440649"/>
                    <a:pt x="1689478" y="439131"/>
                    <a:pt x="1688322" y="436570"/>
                  </a:cubicBezTo>
                  <a:cubicBezTo>
                    <a:pt x="1686759" y="433081"/>
                    <a:pt x="1688322" y="429002"/>
                    <a:pt x="1691789" y="427438"/>
                  </a:cubicBezTo>
                  <a:lnTo>
                    <a:pt x="1704410" y="421773"/>
                  </a:lnTo>
                  <a:cubicBezTo>
                    <a:pt x="1707900" y="420210"/>
                    <a:pt x="1711979" y="421773"/>
                    <a:pt x="1713542" y="425263"/>
                  </a:cubicBezTo>
                  <a:cubicBezTo>
                    <a:pt x="1715106" y="428753"/>
                    <a:pt x="1713542" y="432831"/>
                    <a:pt x="1710053" y="434395"/>
                  </a:cubicBezTo>
                  <a:lnTo>
                    <a:pt x="1697454" y="440060"/>
                  </a:lnTo>
                  <a:cubicBezTo>
                    <a:pt x="1696525" y="440468"/>
                    <a:pt x="1695573" y="440672"/>
                    <a:pt x="1694622" y="440672"/>
                  </a:cubicBezTo>
                  <a:close/>
                  <a:moveTo>
                    <a:pt x="1736700" y="421842"/>
                  </a:moveTo>
                  <a:cubicBezTo>
                    <a:pt x="1734049" y="421842"/>
                    <a:pt x="1731534" y="420323"/>
                    <a:pt x="1730379" y="417740"/>
                  </a:cubicBezTo>
                  <a:cubicBezTo>
                    <a:pt x="1728815" y="414250"/>
                    <a:pt x="1730379" y="410172"/>
                    <a:pt x="1733868" y="408608"/>
                  </a:cubicBezTo>
                  <a:lnTo>
                    <a:pt x="1746512" y="402989"/>
                  </a:lnTo>
                  <a:cubicBezTo>
                    <a:pt x="1750002" y="401425"/>
                    <a:pt x="1754080" y="403011"/>
                    <a:pt x="1755644" y="406501"/>
                  </a:cubicBezTo>
                  <a:cubicBezTo>
                    <a:pt x="1757185" y="409990"/>
                    <a:pt x="1755621" y="414069"/>
                    <a:pt x="1752132" y="415610"/>
                  </a:cubicBezTo>
                  <a:lnTo>
                    <a:pt x="1739510" y="421230"/>
                  </a:lnTo>
                  <a:cubicBezTo>
                    <a:pt x="1738604" y="421638"/>
                    <a:pt x="1737629" y="421819"/>
                    <a:pt x="1736700" y="421819"/>
                  </a:cubicBezTo>
                  <a:close/>
                  <a:moveTo>
                    <a:pt x="1778825" y="403170"/>
                  </a:moveTo>
                  <a:cubicBezTo>
                    <a:pt x="1776174" y="403170"/>
                    <a:pt x="1773636" y="401629"/>
                    <a:pt x="1772503" y="399046"/>
                  </a:cubicBezTo>
                  <a:cubicBezTo>
                    <a:pt x="1770962" y="395556"/>
                    <a:pt x="1772548" y="391478"/>
                    <a:pt x="1776037" y="389937"/>
                  </a:cubicBezTo>
                  <a:lnTo>
                    <a:pt x="1788704" y="384362"/>
                  </a:lnTo>
                  <a:cubicBezTo>
                    <a:pt x="1792216" y="382822"/>
                    <a:pt x="1796273" y="384408"/>
                    <a:pt x="1797814" y="387897"/>
                  </a:cubicBezTo>
                  <a:cubicBezTo>
                    <a:pt x="1799354" y="391387"/>
                    <a:pt x="1797768" y="395466"/>
                    <a:pt x="1794279" y="397007"/>
                  </a:cubicBezTo>
                  <a:lnTo>
                    <a:pt x="1781635" y="402581"/>
                  </a:lnTo>
                  <a:cubicBezTo>
                    <a:pt x="1780728" y="402966"/>
                    <a:pt x="1779776" y="403170"/>
                    <a:pt x="1778847" y="403170"/>
                  </a:cubicBezTo>
                  <a:close/>
                  <a:moveTo>
                    <a:pt x="1821040" y="384657"/>
                  </a:moveTo>
                  <a:cubicBezTo>
                    <a:pt x="1818366" y="384657"/>
                    <a:pt x="1815828" y="383094"/>
                    <a:pt x="1814695" y="380510"/>
                  </a:cubicBezTo>
                  <a:cubicBezTo>
                    <a:pt x="1813177" y="377021"/>
                    <a:pt x="1814763" y="372942"/>
                    <a:pt x="1818275" y="371424"/>
                  </a:cubicBezTo>
                  <a:lnTo>
                    <a:pt x="1830942" y="365895"/>
                  </a:lnTo>
                  <a:cubicBezTo>
                    <a:pt x="1834454" y="364354"/>
                    <a:pt x="1838510" y="365986"/>
                    <a:pt x="1840028" y="369475"/>
                  </a:cubicBezTo>
                  <a:cubicBezTo>
                    <a:pt x="1841546" y="372965"/>
                    <a:pt x="1839960" y="377043"/>
                    <a:pt x="1836448" y="378562"/>
                  </a:cubicBezTo>
                  <a:lnTo>
                    <a:pt x="1823781" y="384091"/>
                  </a:lnTo>
                  <a:cubicBezTo>
                    <a:pt x="1822875" y="384476"/>
                    <a:pt x="1821946" y="384657"/>
                    <a:pt x="1821017" y="384657"/>
                  </a:cubicBezTo>
                  <a:close/>
                  <a:moveTo>
                    <a:pt x="1863322" y="366280"/>
                  </a:moveTo>
                  <a:cubicBezTo>
                    <a:pt x="1860649" y="366280"/>
                    <a:pt x="1858111" y="364717"/>
                    <a:pt x="1856978" y="362111"/>
                  </a:cubicBezTo>
                  <a:cubicBezTo>
                    <a:pt x="1855459" y="358598"/>
                    <a:pt x="1857068" y="354542"/>
                    <a:pt x="1860581" y="353024"/>
                  </a:cubicBezTo>
                  <a:lnTo>
                    <a:pt x="1873270" y="347541"/>
                  </a:lnTo>
                  <a:cubicBezTo>
                    <a:pt x="1876782" y="346022"/>
                    <a:pt x="1880838" y="347654"/>
                    <a:pt x="1882356" y="351144"/>
                  </a:cubicBezTo>
                  <a:cubicBezTo>
                    <a:pt x="1883875" y="354656"/>
                    <a:pt x="1882266" y="358712"/>
                    <a:pt x="1878754" y="360230"/>
                  </a:cubicBezTo>
                  <a:lnTo>
                    <a:pt x="1866064" y="365714"/>
                  </a:lnTo>
                  <a:cubicBezTo>
                    <a:pt x="1865181" y="366099"/>
                    <a:pt x="1864251" y="366280"/>
                    <a:pt x="1863322" y="366280"/>
                  </a:cubicBezTo>
                  <a:close/>
                  <a:moveTo>
                    <a:pt x="1905651" y="348062"/>
                  </a:moveTo>
                  <a:cubicBezTo>
                    <a:pt x="1902977" y="348062"/>
                    <a:pt x="1900416" y="346498"/>
                    <a:pt x="1899283" y="343870"/>
                  </a:cubicBezTo>
                  <a:cubicBezTo>
                    <a:pt x="1897788" y="340358"/>
                    <a:pt x="1899396" y="336302"/>
                    <a:pt x="1902909" y="334806"/>
                  </a:cubicBezTo>
                  <a:lnTo>
                    <a:pt x="1915621" y="329368"/>
                  </a:lnTo>
                  <a:cubicBezTo>
                    <a:pt x="1919133" y="327872"/>
                    <a:pt x="1923189" y="329481"/>
                    <a:pt x="1924685" y="332993"/>
                  </a:cubicBezTo>
                  <a:cubicBezTo>
                    <a:pt x="1926180" y="336505"/>
                    <a:pt x="1924571" y="340561"/>
                    <a:pt x="1921059" y="342057"/>
                  </a:cubicBezTo>
                  <a:lnTo>
                    <a:pt x="1908347" y="347495"/>
                  </a:lnTo>
                  <a:cubicBezTo>
                    <a:pt x="1907463" y="347881"/>
                    <a:pt x="1906534" y="348062"/>
                    <a:pt x="1905628" y="348062"/>
                  </a:cubicBezTo>
                  <a:close/>
                  <a:moveTo>
                    <a:pt x="1948024" y="329957"/>
                  </a:moveTo>
                  <a:cubicBezTo>
                    <a:pt x="1945328" y="329957"/>
                    <a:pt x="1942790" y="328371"/>
                    <a:pt x="1941657" y="325742"/>
                  </a:cubicBezTo>
                  <a:cubicBezTo>
                    <a:pt x="1940161" y="322230"/>
                    <a:pt x="1941793" y="318174"/>
                    <a:pt x="1945305" y="316678"/>
                  </a:cubicBezTo>
                  <a:lnTo>
                    <a:pt x="1958040" y="311263"/>
                  </a:lnTo>
                  <a:cubicBezTo>
                    <a:pt x="1961552" y="309767"/>
                    <a:pt x="1965608" y="311421"/>
                    <a:pt x="1967103" y="314933"/>
                  </a:cubicBezTo>
                  <a:cubicBezTo>
                    <a:pt x="1968599" y="318446"/>
                    <a:pt x="1966945" y="322502"/>
                    <a:pt x="1963433" y="323997"/>
                  </a:cubicBezTo>
                  <a:lnTo>
                    <a:pt x="1950721" y="329390"/>
                  </a:lnTo>
                  <a:cubicBezTo>
                    <a:pt x="1949837" y="329776"/>
                    <a:pt x="1948930" y="329934"/>
                    <a:pt x="1948024" y="329934"/>
                  </a:cubicBezTo>
                  <a:close/>
                  <a:moveTo>
                    <a:pt x="1990465" y="311988"/>
                  </a:moveTo>
                  <a:cubicBezTo>
                    <a:pt x="1987769" y="311988"/>
                    <a:pt x="1985208" y="310401"/>
                    <a:pt x="1984098" y="307773"/>
                  </a:cubicBezTo>
                  <a:cubicBezTo>
                    <a:pt x="1982625" y="304261"/>
                    <a:pt x="1984257" y="300205"/>
                    <a:pt x="1987792" y="298709"/>
                  </a:cubicBezTo>
                  <a:lnTo>
                    <a:pt x="2000549" y="293339"/>
                  </a:lnTo>
                  <a:cubicBezTo>
                    <a:pt x="2004084" y="291843"/>
                    <a:pt x="2008117" y="293520"/>
                    <a:pt x="2009590" y="297032"/>
                  </a:cubicBezTo>
                  <a:cubicBezTo>
                    <a:pt x="2011063" y="300545"/>
                    <a:pt x="2009409" y="304601"/>
                    <a:pt x="2005897" y="306074"/>
                  </a:cubicBezTo>
                  <a:lnTo>
                    <a:pt x="1993162" y="311444"/>
                  </a:lnTo>
                  <a:cubicBezTo>
                    <a:pt x="1992278" y="311806"/>
                    <a:pt x="1991372" y="311988"/>
                    <a:pt x="1990488" y="311988"/>
                  </a:cubicBezTo>
                  <a:close/>
                  <a:moveTo>
                    <a:pt x="2032952" y="294132"/>
                  </a:moveTo>
                  <a:cubicBezTo>
                    <a:pt x="2030256" y="294132"/>
                    <a:pt x="2027695" y="292546"/>
                    <a:pt x="2026585" y="289895"/>
                  </a:cubicBezTo>
                  <a:cubicBezTo>
                    <a:pt x="2025112" y="286382"/>
                    <a:pt x="2026766" y="282326"/>
                    <a:pt x="2030278" y="280853"/>
                  </a:cubicBezTo>
                  <a:lnTo>
                    <a:pt x="2043036" y="275506"/>
                  </a:lnTo>
                  <a:cubicBezTo>
                    <a:pt x="2046548" y="274033"/>
                    <a:pt x="2050604" y="275687"/>
                    <a:pt x="2052077" y="279222"/>
                  </a:cubicBezTo>
                  <a:cubicBezTo>
                    <a:pt x="2053550" y="282734"/>
                    <a:pt x="2051896" y="286790"/>
                    <a:pt x="2048361" y="288263"/>
                  </a:cubicBezTo>
                  <a:lnTo>
                    <a:pt x="2035603" y="293611"/>
                  </a:lnTo>
                  <a:cubicBezTo>
                    <a:pt x="2034720" y="293973"/>
                    <a:pt x="2033813" y="294155"/>
                    <a:pt x="2032930" y="294155"/>
                  </a:cubicBezTo>
                  <a:close/>
                  <a:moveTo>
                    <a:pt x="2075484" y="276389"/>
                  </a:moveTo>
                  <a:cubicBezTo>
                    <a:pt x="2072765" y="276389"/>
                    <a:pt x="2070205" y="274781"/>
                    <a:pt x="2069094" y="272129"/>
                  </a:cubicBezTo>
                  <a:cubicBezTo>
                    <a:pt x="2067621" y="268595"/>
                    <a:pt x="2069298" y="264561"/>
                    <a:pt x="2072833" y="263088"/>
                  </a:cubicBezTo>
                  <a:lnTo>
                    <a:pt x="2085613" y="257786"/>
                  </a:lnTo>
                  <a:cubicBezTo>
                    <a:pt x="2089148" y="256313"/>
                    <a:pt x="2093181" y="257990"/>
                    <a:pt x="2094654" y="261525"/>
                  </a:cubicBezTo>
                  <a:cubicBezTo>
                    <a:pt x="2096127" y="265037"/>
                    <a:pt x="2094450" y="269093"/>
                    <a:pt x="2090916" y="270566"/>
                  </a:cubicBezTo>
                  <a:lnTo>
                    <a:pt x="2078135" y="275868"/>
                  </a:lnTo>
                  <a:cubicBezTo>
                    <a:pt x="2077274" y="276231"/>
                    <a:pt x="2076368" y="276389"/>
                    <a:pt x="2075484" y="276389"/>
                  </a:cubicBezTo>
                  <a:close/>
                  <a:moveTo>
                    <a:pt x="2118062" y="258738"/>
                  </a:moveTo>
                  <a:cubicBezTo>
                    <a:pt x="2115343" y="258738"/>
                    <a:pt x="2112782" y="257129"/>
                    <a:pt x="2111672" y="254455"/>
                  </a:cubicBezTo>
                  <a:cubicBezTo>
                    <a:pt x="2110222" y="250920"/>
                    <a:pt x="2111898" y="246887"/>
                    <a:pt x="2115410" y="245436"/>
                  </a:cubicBezTo>
                  <a:lnTo>
                    <a:pt x="2128191" y="240157"/>
                  </a:lnTo>
                  <a:cubicBezTo>
                    <a:pt x="2131726" y="238707"/>
                    <a:pt x="2135759" y="240383"/>
                    <a:pt x="2137209" y="243918"/>
                  </a:cubicBezTo>
                  <a:cubicBezTo>
                    <a:pt x="2138659" y="247453"/>
                    <a:pt x="2136982" y="251486"/>
                    <a:pt x="2133448" y="252937"/>
                  </a:cubicBezTo>
                  <a:lnTo>
                    <a:pt x="2120668" y="258216"/>
                  </a:lnTo>
                  <a:cubicBezTo>
                    <a:pt x="2119807" y="258579"/>
                    <a:pt x="2118900" y="258738"/>
                    <a:pt x="2118039" y="258738"/>
                  </a:cubicBezTo>
                  <a:close/>
                  <a:moveTo>
                    <a:pt x="2160662" y="241199"/>
                  </a:moveTo>
                  <a:cubicBezTo>
                    <a:pt x="2157943" y="241199"/>
                    <a:pt x="2155359" y="239590"/>
                    <a:pt x="2154272" y="236916"/>
                  </a:cubicBezTo>
                  <a:cubicBezTo>
                    <a:pt x="2152822" y="233381"/>
                    <a:pt x="2154521" y="229348"/>
                    <a:pt x="2158033" y="227898"/>
                  </a:cubicBezTo>
                  <a:lnTo>
                    <a:pt x="2170836" y="222641"/>
                  </a:lnTo>
                  <a:cubicBezTo>
                    <a:pt x="2174371" y="221191"/>
                    <a:pt x="2178404" y="222890"/>
                    <a:pt x="2179855" y="226425"/>
                  </a:cubicBezTo>
                  <a:cubicBezTo>
                    <a:pt x="2181305" y="229960"/>
                    <a:pt x="2179605" y="233993"/>
                    <a:pt x="2176070" y="235444"/>
                  </a:cubicBezTo>
                  <a:lnTo>
                    <a:pt x="2163290" y="240701"/>
                  </a:lnTo>
                  <a:cubicBezTo>
                    <a:pt x="2162429" y="241040"/>
                    <a:pt x="2161545" y="241222"/>
                    <a:pt x="2160662" y="241222"/>
                  </a:cubicBezTo>
                  <a:close/>
                  <a:moveTo>
                    <a:pt x="2203307" y="223728"/>
                  </a:moveTo>
                  <a:cubicBezTo>
                    <a:pt x="2200588" y="223728"/>
                    <a:pt x="2198005" y="222120"/>
                    <a:pt x="2196917" y="219423"/>
                  </a:cubicBezTo>
                  <a:cubicBezTo>
                    <a:pt x="2195467" y="215888"/>
                    <a:pt x="2197167" y="211855"/>
                    <a:pt x="2200701" y="210405"/>
                  </a:cubicBezTo>
                  <a:lnTo>
                    <a:pt x="2213504" y="205170"/>
                  </a:lnTo>
                  <a:cubicBezTo>
                    <a:pt x="2217039" y="203743"/>
                    <a:pt x="2221072" y="205442"/>
                    <a:pt x="2222500" y="208977"/>
                  </a:cubicBezTo>
                  <a:cubicBezTo>
                    <a:pt x="2223950" y="212512"/>
                    <a:pt x="2222228" y="216545"/>
                    <a:pt x="2218693" y="217996"/>
                  </a:cubicBezTo>
                  <a:lnTo>
                    <a:pt x="2205913" y="223207"/>
                  </a:lnTo>
                  <a:cubicBezTo>
                    <a:pt x="2205052" y="223547"/>
                    <a:pt x="2204168" y="223728"/>
                    <a:pt x="2203307" y="223728"/>
                  </a:cubicBezTo>
                  <a:close/>
                  <a:moveTo>
                    <a:pt x="2245998" y="206371"/>
                  </a:moveTo>
                  <a:cubicBezTo>
                    <a:pt x="2243279" y="206371"/>
                    <a:pt x="2240673" y="204740"/>
                    <a:pt x="2239585" y="202066"/>
                  </a:cubicBezTo>
                  <a:cubicBezTo>
                    <a:pt x="2238158" y="198531"/>
                    <a:pt x="2239857" y="194498"/>
                    <a:pt x="2243392" y="193070"/>
                  </a:cubicBezTo>
                  <a:lnTo>
                    <a:pt x="2256195" y="187881"/>
                  </a:lnTo>
                  <a:cubicBezTo>
                    <a:pt x="2259730" y="186431"/>
                    <a:pt x="2263763" y="188153"/>
                    <a:pt x="2265191" y="191688"/>
                  </a:cubicBezTo>
                  <a:cubicBezTo>
                    <a:pt x="2266618" y="195223"/>
                    <a:pt x="2264919" y="199256"/>
                    <a:pt x="2261384" y="200684"/>
                  </a:cubicBezTo>
                  <a:lnTo>
                    <a:pt x="2248581" y="205873"/>
                  </a:lnTo>
                  <a:cubicBezTo>
                    <a:pt x="2247720" y="206213"/>
                    <a:pt x="2246859" y="206371"/>
                    <a:pt x="2245975" y="206371"/>
                  </a:cubicBezTo>
                  <a:close/>
                  <a:moveTo>
                    <a:pt x="2288711" y="189082"/>
                  </a:moveTo>
                  <a:cubicBezTo>
                    <a:pt x="2285969" y="189082"/>
                    <a:pt x="2283386" y="187450"/>
                    <a:pt x="2282299" y="184754"/>
                  </a:cubicBezTo>
                  <a:cubicBezTo>
                    <a:pt x="2280871" y="181219"/>
                    <a:pt x="2282570" y="177186"/>
                    <a:pt x="2286105" y="175758"/>
                  </a:cubicBezTo>
                  <a:lnTo>
                    <a:pt x="2298931" y="170592"/>
                  </a:lnTo>
                  <a:cubicBezTo>
                    <a:pt x="2302466" y="169142"/>
                    <a:pt x="2306499" y="170886"/>
                    <a:pt x="2307927" y="174421"/>
                  </a:cubicBezTo>
                  <a:cubicBezTo>
                    <a:pt x="2309354" y="177956"/>
                    <a:pt x="2307632" y="181989"/>
                    <a:pt x="2304097" y="183417"/>
                  </a:cubicBezTo>
                  <a:lnTo>
                    <a:pt x="2291294" y="188583"/>
                  </a:lnTo>
                  <a:cubicBezTo>
                    <a:pt x="2290433" y="188923"/>
                    <a:pt x="2289572" y="189082"/>
                    <a:pt x="2288711" y="189082"/>
                  </a:cubicBezTo>
                  <a:close/>
                  <a:moveTo>
                    <a:pt x="2331447" y="171861"/>
                  </a:moveTo>
                  <a:cubicBezTo>
                    <a:pt x="2328705" y="171861"/>
                    <a:pt x="2326122" y="170229"/>
                    <a:pt x="2325035" y="167533"/>
                  </a:cubicBezTo>
                  <a:cubicBezTo>
                    <a:pt x="2323607" y="163998"/>
                    <a:pt x="2325329" y="159964"/>
                    <a:pt x="2328864" y="158537"/>
                  </a:cubicBezTo>
                  <a:lnTo>
                    <a:pt x="2341689" y="153370"/>
                  </a:lnTo>
                  <a:cubicBezTo>
                    <a:pt x="2345224" y="151943"/>
                    <a:pt x="2349258" y="153665"/>
                    <a:pt x="2350685" y="157200"/>
                  </a:cubicBezTo>
                  <a:cubicBezTo>
                    <a:pt x="2352113" y="160735"/>
                    <a:pt x="2350391" y="164768"/>
                    <a:pt x="2346856" y="166196"/>
                  </a:cubicBezTo>
                  <a:lnTo>
                    <a:pt x="2334030" y="171362"/>
                  </a:lnTo>
                  <a:cubicBezTo>
                    <a:pt x="2333192" y="171702"/>
                    <a:pt x="2332308" y="171861"/>
                    <a:pt x="2331447" y="171861"/>
                  </a:cubicBezTo>
                  <a:close/>
                  <a:moveTo>
                    <a:pt x="2374206" y="154685"/>
                  </a:moveTo>
                  <a:cubicBezTo>
                    <a:pt x="2371464" y="154685"/>
                    <a:pt x="2368881" y="153053"/>
                    <a:pt x="2367793" y="150357"/>
                  </a:cubicBezTo>
                  <a:cubicBezTo>
                    <a:pt x="2366366" y="146822"/>
                    <a:pt x="2368088" y="142788"/>
                    <a:pt x="2371623" y="141361"/>
                  </a:cubicBezTo>
                  <a:lnTo>
                    <a:pt x="2384471" y="136217"/>
                  </a:lnTo>
                  <a:cubicBezTo>
                    <a:pt x="2388006" y="134790"/>
                    <a:pt x="2392039" y="136534"/>
                    <a:pt x="2393444" y="140069"/>
                  </a:cubicBezTo>
                  <a:cubicBezTo>
                    <a:pt x="2394872" y="143604"/>
                    <a:pt x="2393127" y="147637"/>
                    <a:pt x="2389592" y="149042"/>
                  </a:cubicBezTo>
                  <a:lnTo>
                    <a:pt x="2376767" y="154186"/>
                  </a:lnTo>
                  <a:cubicBezTo>
                    <a:pt x="2375928" y="154526"/>
                    <a:pt x="2375044" y="154685"/>
                    <a:pt x="2374183" y="154685"/>
                  </a:cubicBezTo>
                  <a:close/>
                  <a:moveTo>
                    <a:pt x="2417010" y="137577"/>
                  </a:moveTo>
                  <a:cubicBezTo>
                    <a:pt x="2414268" y="137577"/>
                    <a:pt x="2411662" y="135923"/>
                    <a:pt x="2410597" y="133226"/>
                  </a:cubicBezTo>
                  <a:cubicBezTo>
                    <a:pt x="2409192" y="129691"/>
                    <a:pt x="2410915" y="125658"/>
                    <a:pt x="2414450" y="124253"/>
                  </a:cubicBezTo>
                  <a:lnTo>
                    <a:pt x="2427297" y="119132"/>
                  </a:lnTo>
                  <a:cubicBezTo>
                    <a:pt x="2430855" y="117727"/>
                    <a:pt x="2434866" y="119449"/>
                    <a:pt x="2436271" y="122984"/>
                  </a:cubicBezTo>
                  <a:cubicBezTo>
                    <a:pt x="2437676" y="126519"/>
                    <a:pt x="2435953" y="130552"/>
                    <a:pt x="2432418" y="131957"/>
                  </a:cubicBezTo>
                  <a:lnTo>
                    <a:pt x="2419570" y="137078"/>
                  </a:lnTo>
                  <a:cubicBezTo>
                    <a:pt x="2418732" y="137418"/>
                    <a:pt x="2417871" y="137577"/>
                    <a:pt x="2417010" y="137577"/>
                  </a:cubicBezTo>
                  <a:close/>
                  <a:moveTo>
                    <a:pt x="2459814" y="120537"/>
                  </a:moveTo>
                  <a:cubicBezTo>
                    <a:pt x="2457072" y="120537"/>
                    <a:pt x="2454466" y="118882"/>
                    <a:pt x="2453379" y="116186"/>
                  </a:cubicBezTo>
                  <a:cubicBezTo>
                    <a:pt x="2451974" y="112651"/>
                    <a:pt x="2453696" y="108618"/>
                    <a:pt x="2457253" y="107213"/>
                  </a:cubicBezTo>
                  <a:lnTo>
                    <a:pt x="2470101" y="102114"/>
                  </a:lnTo>
                  <a:cubicBezTo>
                    <a:pt x="2473659" y="100709"/>
                    <a:pt x="2477670" y="102432"/>
                    <a:pt x="2479075" y="105989"/>
                  </a:cubicBezTo>
                  <a:cubicBezTo>
                    <a:pt x="2480479" y="109547"/>
                    <a:pt x="2478758" y="113557"/>
                    <a:pt x="2475200" y="114962"/>
                  </a:cubicBezTo>
                  <a:lnTo>
                    <a:pt x="2462352" y="120061"/>
                  </a:lnTo>
                  <a:cubicBezTo>
                    <a:pt x="2461513" y="120401"/>
                    <a:pt x="2460652" y="120559"/>
                    <a:pt x="2459791" y="120559"/>
                  </a:cubicBezTo>
                  <a:close/>
                  <a:moveTo>
                    <a:pt x="2502618" y="103519"/>
                  </a:moveTo>
                  <a:cubicBezTo>
                    <a:pt x="2499876" y="103519"/>
                    <a:pt x="2497270" y="101865"/>
                    <a:pt x="2496183" y="99169"/>
                  </a:cubicBezTo>
                  <a:cubicBezTo>
                    <a:pt x="2494778" y="95634"/>
                    <a:pt x="2496500" y="91600"/>
                    <a:pt x="2500057" y="90195"/>
                  </a:cubicBezTo>
                  <a:lnTo>
                    <a:pt x="2512905" y="85097"/>
                  </a:lnTo>
                  <a:cubicBezTo>
                    <a:pt x="2516440" y="83669"/>
                    <a:pt x="2520474" y="85437"/>
                    <a:pt x="2521879" y="88972"/>
                  </a:cubicBezTo>
                  <a:cubicBezTo>
                    <a:pt x="2523283" y="92529"/>
                    <a:pt x="2521539" y="96540"/>
                    <a:pt x="2518004" y="97945"/>
                  </a:cubicBezTo>
                  <a:lnTo>
                    <a:pt x="2505156" y="103043"/>
                  </a:lnTo>
                  <a:cubicBezTo>
                    <a:pt x="2504317" y="103383"/>
                    <a:pt x="2503456" y="103542"/>
                    <a:pt x="2502618" y="103542"/>
                  </a:cubicBezTo>
                  <a:close/>
                  <a:moveTo>
                    <a:pt x="2545467" y="86547"/>
                  </a:moveTo>
                  <a:cubicBezTo>
                    <a:pt x="2542703" y="86547"/>
                    <a:pt x="2540120" y="84893"/>
                    <a:pt x="2539032" y="82174"/>
                  </a:cubicBezTo>
                  <a:cubicBezTo>
                    <a:pt x="2537627" y="78616"/>
                    <a:pt x="2539372" y="74606"/>
                    <a:pt x="2542929" y="73201"/>
                  </a:cubicBezTo>
                  <a:lnTo>
                    <a:pt x="2555778" y="68125"/>
                  </a:lnTo>
                  <a:cubicBezTo>
                    <a:pt x="2559335" y="66697"/>
                    <a:pt x="2563346" y="68442"/>
                    <a:pt x="2564751" y="72000"/>
                  </a:cubicBezTo>
                  <a:cubicBezTo>
                    <a:pt x="2566156" y="75557"/>
                    <a:pt x="2564411" y="79568"/>
                    <a:pt x="2560876" y="80973"/>
                  </a:cubicBezTo>
                  <a:lnTo>
                    <a:pt x="2548028" y="86071"/>
                  </a:lnTo>
                  <a:cubicBezTo>
                    <a:pt x="2547189" y="86411"/>
                    <a:pt x="2546328" y="86547"/>
                    <a:pt x="2545490" y="86547"/>
                  </a:cubicBezTo>
                  <a:close/>
                  <a:moveTo>
                    <a:pt x="2588294" y="69620"/>
                  </a:moveTo>
                  <a:cubicBezTo>
                    <a:pt x="2585530" y="69620"/>
                    <a:pt x="2582924" y="67966"/>
                    <a:pt x="2581859" y="65247"/>
                  </a:cubicBezTo>
                  <a:cubicBezTo>
                    <a:pt x="2580454" y="61690"/>
                    <a:pt x="2582198" y="57679"/>
                    <a:pt x="2585756" y="56274"/>
                  </a:cubicBezTo>
                  <a:lnTo>
                    <a:pt x="2598604" y="51198"/>
                  </a:lnTo>
                  <a:cubicBezTo>
                    <a:pt x="2602162" y="49793"/>
                    <a:pt x="2606172" y="51538"/>
                    <a:pt x="2607577" y="55096"/>
                  </a:cubicBezTo>
                  <a:cubicBezTo>
                    <a:pt x="2608982" y="58653"/>
                    <a:pt x="2607237" y="62664"/>
                    <a:pt x="2603680" y="64069"/>
                  </a:cubicBezTo>
                  <a:lnTo>
                    <a:pt x="2590832" y="69145"/>
                  </a:lnTo>
                  <a:cubicBezTo>
                    <a:pt x="2589993" y="69485"/>
                    <a:pt x="2589132" y="69620"/>
                    <a:pt x="2588294" y="69620"/>
                  </a:cubicBezTo>
                  <a:close/>
                  <a:moveTo>
                    <a:pt x="2631166" y="52694"/>
                  </a:moveTo>
                  <a:cubicBezTo>
                    <a:pt x="2628401" y="52694"/>
                    <a:pt x="2625795" y="51040"/>
                    <a:pt x="2624731" y="48320"/>
                  </a:cubicBezTo>
                  <a:cubicBezTo>
                    <a:pt x="2623326" y="44763"/>
                    <a:pt x="2625070" y="40752"/>
                    <a:pt x="2628628" y="39347"/>
                  </a:cubicBezTo>
                  <a:lnTo>
                    <a:pt x="2641476" y="34271"/>
                  </a:lnTo>
                  <a:cubicBezTo>
                    <a:pt x="2645033" y="32867"/>
                    <a:pt x="2649044" y="34611"/>
                    <a:pt x="2650449" y="38169"/>
                  </a:cubicBezTo>
                  <a:cubicBezTo>
                    <a:pt x="2651854" y="41726"/>
                    <a:pt x="2650109" y="45737"/>
                    <a:pt x="2646552" y="47142"/>
                  </a:cubicBezTo>
                  <a:lnTo>
                    <a:pt x="2633681" y="52218"/>
                  </a:lnTo>
                  <a:cubicBezTo>
                    <a:pt x="2632843" y="52535"/>
                    <a:pt x="2631982" y="52694"/>
                    <a:pt x="2631143" y="52694"/>
                  </a:cubicBezTo>
                  <a:close/>
                  <a:moveTo>
                    <a:pt x="2674015" y="35790"/>
                  </a:moveTo>
                  <a:cubicBezTo>
                    <a:pt x="2671251" y="35790"/>
                    <a:pt x="2668668" y="34136"/>
                    <a:pt x="2667580" y="31416"/>
                  </a:cubicBezTo>
                  <a:cubicBezTo>
                    <a:pt x="2666175" y="27859"/>
                    <a:pt x="2667920" y="23848"/>
                    <a:pt x="2671477" y="22443"/>
                  </a:cubicBezTo>
                  <a:lnTo>
                    <a:pt x="2684348" y="17367"/>
                  </a:lnTo>
                  <a:cubicBezTo>
                    <a:pt x="2687883" y="15963"/>
                    <a:pt x="2691916" y="17707"/>
                    <a:pt x="2693299" y="21265"/>
                  </a:cubicBezTo>
                  <a:cubicBezTo>
                    <a:pt x="2694703" y="24822"/>
                    <a:pt x="2692959" y="28833"/>
                    <a:pt x="2689401" y="30238"/>
                  </a:cubicBezTo>
                  <a:lnTo>
                    <a:pt x="2676553" y="35314"/>
                  </a:lnTo>
                  <a:cubicBezTo>
                    <a:pt x="2675715" y="35631"/>
                    <a:pt x="2674854" y="35790"/>
                    <a:pt x="2674015" y="35790"/>
                  </a:cubicBezTo>
                  <a:close/>
                  <a:moveTo>
                    <a:pt x="2716887" y="18908"/>
                  </a:moveTo>
                  <a:cubicBezTo>
                    <a:pt x="2714123" y="18908"/>
                    <a:pt x="2711540" y="17254"/>
                    <a:pt x="2710452" y="14535"/>
                  </a:cubicBezTo>
                  <a:cubicBezTo>
                    <a:pt x="2709047" y="10977"/>
                    <a:pt x="2710792" y="6967"/>
                    <a:pt x="2714349" y="5562"/>
                  </a:cubicBezTo>
                  <a:lnTo>
                    <a:pt x="2727220" y="486"/>
                  </a:lnTo>
                  <a:cubicBezTo>
                    <a:pt x="2730755" y="-919"/>
                    <a:pt x="2734788" y="826"/>
                    <a:pt x="2736171" y="4383"/>
                  </a:cubicBezTo>
                  <a:cubicBezTo>
                    <a:pt x="2737576" y="7941"/>
                    <a:pt x="2735831" y="11952"/>
                    <a:pt x="2732273" y="13357"/>
                  </a:cubicBezTo>
                  <a:lnTo>
                    <a:pt x="2719425" y="18432"/>
                  </a:lnTo>
                  <a:cubicBezTo>
                    <a:pt x="2718587" y="18772"/>
                    <a:pt x="2717726" y="18908"/>
                    <a:pt x="2716887" y="18908"/>
                  </a:cubicBezTo>
                  <a:close/>
                </a:path>
              </a:pathLst>
            </a:custGeom>
            <a:solidFill>
              <a:srgbClr val="11918B"/>
            </a:solidFill>
            <a:ln w="2263" cap="flat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71" name="Graphic 3">
              <a:extLst>
                <a:ext uri="{FF2B5EF4-FFF2-40B4-BE49-F238E27FC236}">
                  <a16:creationId xmlns:a16="http://schemas.microsoft.com/office/drawing/2014/main" id="{5727E03C-AB61-F5AC-8568-A2ED31EE633E}"/>
                </a:ext>
              </a:extLst>
            </p:cNvPr>
            <p:cNvGrpSpPr/>
            <p:nvPr/>
          </p:nvGrpSpPr>
          <p:grpSpPr>
            <a:xfrm>
              <a:off x="5772704" y="3682214"/>
              <a:ext cx="513995" cy="1100913"/>
              <a:chOff x="5772704" y="3682214"/>
              <a:chExt cx="513995" cy="1100913"/>
            </a:xfrm>
          </p:grpSpPr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E6E7E945-CD1A-7AB8-EA11-0BFB846CF3F8}"/>
                  </a:ext>
                </a:extLst>
              </p:cNvPr>
              <p:cNvSpPr/>
              <p:nvPr/>
            </p:nvSpPr>
            <p:spPr>
              <a:xfrm>
                <a:off x="5933840" y="4722747"/>
                <a:ext cx="73122" cy="54217"/>
              </a:xfrm>
              <a:custGeom>
                <a:avLst/>
                <a:gdLst>
                  <a:gd name="connsiteX0" fmla="*/ 0 w 73122"/>
                  <a:gd name="connsiteY0" fmla="*/ 51619 h 54217"/>
                  <a:gd name="connsiteX1" fmla="*/ 158 w 73122"/>
                  <a:gd name="connsiteY1" fmla="*/ 49942 h 54217"/>
                  <a:gd name="connsiteX2" fmla="*/ 42532 w 73122"/>
                  <a:gd name="connsiteY2" fmla="*/ 0 h 54217"/>
                  <a:gd name="connsiteX3" fmla="*/ 58915 w 73122"/>
                  <a:gd name="connsiteY3" fmla="*/ 1292 h 54217"/>
                  <a:gd name="connsiteX4" fmla="*/ 72896 w 73122"/>
                  <a:gd name="connsiteY4" fmla="*/ 52548 h 54217"/>
                  <a:gd name="connsiteX5" fmla="*/ 72737 w 73122"/>
                  <a:gd name="connsiteY5" fmla="*/ 53205 h 54217"/>
                  <a:gd name="connsiteX6" fmla="*/ 23 w 73122"/>
                  <a:gd name="connsiteY6" fmla="*/ 51619 h 54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122" h="54217">
                    <a:moveTo>
                      <a:pt x="0" y="51619"/>
                    </a:moveTo>
                    <a:cubicBezTo>
                      <a:pt x="0" y="51075"/>
                      <a:pt x="23" y="50508"/>
                      <a:pt x="158" y="49942"/>
                    </a:cubicBezTo>
                    <a:cubicBezTo>
                      <a:pt x="8475" y="16927"/>
                      <a:pt x="42532" y="0"/>
                      <a:pt x="42532" y="0"/>
                    </a:cubicBezTo>
                    <a:lnTo>
                      <a:pt x="58915" y="1292"/>
                    </a:lnTo>
                    <a:cubicBezTo>
                      <a:pt x="68341" y="30387"/>
                      <a:pt x="74391" y="44594"/>
                      <a:pt x="72896" y="52548"/>
                    </a:cubicBezTo>
                    <a:cubicBezTo>
                      <a:pt x="72851" y="52774"/>
                      <a:pt x="72783" y="52978"/>
                      <a:pt x="72737" y="53205"/>
                    </a:cubicBezTo>
                    <a:cubicBezTo>
                      <a:pt x="59232" y="54406"/>
                      <a:pt x="31429" y="55199"/>
                      <a:pt x="23" y="51619"/>
                    </a:cubicBezTo>
                    <a:close/>
                  </a:path>
                </a:pathLst>
              </a:custGeom>
              <a:solidFill>
                <a:schemeClr val="tx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24BCA9DC-CBEE-FE8B-471A-CC11AA5845D4}"/>
                  </a:ext>
                </a:extLst>
              </p:cNvPr>
              <p:cNvSpPr/>
              <p:nvPr/>
            </p:nvSpPr>
            <p:spPr>
              <a:xfrm>
                <a:off x="5933840" y="4774366"/>
                <a:ext cx="72714" cy="8761"/>
              </a:xfrm>
              <a:custGeom>
                <a:avLst/>
                <a:gdLst>
                  <a:gd name="connsiteX0" fmla="*/ 72715 w 72714"/>
                  <a:gd name="connsiteY0" fmla="*/ 1564 h 8761"/>
                  <a:gd name="connsiteX1" fmla="*/ 67526 w 72714"/>
                  <a:gd name="connsiteY1" fmla="*/ 6821 h 8761"/>
                  <a:gd name="connsiteX2" fmla="*/ 4940 w 72714"/>
                  <a:gd name="connsiteY2" fmla="*/ 5937 h 8761"/>
                  <a:gd name="connsiteX3" fmla="*/ 0 w 72714"/>
                  <a:gd name="connsiteY3" fmla="*/ 0 h 8761"/>
                  <a:gd name="connsiteX4" fmla="*/ 72715 w 72714"/>
                  <a:gd name="connsiteY4" fmla="*/ 1586 h 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714" h="8761">
                    <a:moveTo>
                      <a:pt x="72715" y="1564"/>
                    </a:moveTo>
                    <a:cubicBezTo>
                      <a:pt x="71990" y="4215"/>
                      <a:pt x="70018" y="6277"/>
                      <a:pt x="67526" y="6821"/>
                    </a:cubicBezTo>
                    <a:cubicBezTo>
                      <a:pt x="48310" y="10854"/>
                      <a:pt x="17765" y="7614"/>
                      <a:pt x="4940" y="5937"/>
                    </a:cubicBezTo>
                    <a:cubicBezTo>
                      <a:pt x="2107" y="5574"/>
                      <a:pt x="45" y="2946"/>
                      <a:pt x="0" y="0"/>
                    </a:cubicBezTo>
                    <a:cubicBezTo>
                      <a:pt x="31406" y="3580"/>
                      <a:pt x="59210" y="2787"/>
                      <a:pt x="72715" y="1586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7F8D74BA-4230-DB30-4EC6-D73CCF0C9C4C}"/>
                  </a:ext>
                </a:extLst>
              </p:cNvPr>
              <p:cNvSpPr/>
              <p:nvPr/>
            </p:nvSpPr>
            <p:spPr>
              <a:xfrm>
                <a:off x="5962889" y="4697278"/>
                <a:ext cx="28812" cy="39396"/>
              </a:xfrm>
              <a:custGeom>
                <a:avLst/>
                <a:gdLst>
                  <a:gd name="connsiteX0" fmla="*/ 0 w 28812"/>
                  <a:gd name="connsiteY0" fmla="*/ 0 h 39396"/>
                  <a:gd name="connsiteX1" fmla="*/ 7161 w 28812"/>
                  <a:gd name="connsiteY1" fmla="*/ 34511 h 39396"/>
                  <a:gd name="connsiteX2" fmla="*/ 11987 w 28812"/>
                  <a:gd name="connsiteY2" fmla="*/ 39156 h 39396"/>
                  <a:gd name="connsiteX3" fmla="*/ 23090 w 28812"/>
                  <a:gd name="connsiteY3" fmla="*/ 38975 h 39396"/>
                  <a:gd name="connsiteX4" fmla="*/ 28710 w 28812"/>
                  <a:gd name="connsiteY4" fmla="*/ 30636 h 39396"/>
                  <a:gd name="connsiteX5" fmla="*/ 23725 w 28812"/>
                  <a:gd name="connsiteY5" fmla="*/ 0 h 39396"/>
                  <a:gd name="connsiteX6" fmla="*/ 0 w 28812"/>
                  <a:gd name="connsiteY6" fmla="*/ 0 h 39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812" h="39396">
                    <a:moveTo>
                      <a:pt x="0" y="0"/>
                    </a:moveTo>
                    <a:lnTo>
                      <a:pt x="7161" y="34511"/>
                    </a:lnTo>
                    <a:cubicBezTo>
                      <a:pt x="7682" y="37048"/>
                      <a:pt x="9630" y="38929"/>
                      <a:pt x="11987" y="39156"/>
                    </a:cubicBezTo>
                    <a:cubicBezTo>
                      <a:pt x="14865" y="39428"/>
                      <a:pt x="18966" y="39586"/>
                      <a:pt x="23090" y="38975"/>
                    </a:cubicBezTo>
                    <a:cubicBezTo>
                      <a:pt x="26784" y="38431"/>
                      <a:pt x="29367" y="34669"/>
                      <a:pt x="28710" y="30636"/>
                    </a:cubicBezTo>
                    <a:lnTo>
                      <a:pt x="23725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5792085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AB9E953D-7F81-2875-3BBC-2433184AF533}"/>
                  </a:ext>
                </a:extLst>
              </p:cNvPr>
              <p:cNvSpPr/>
              <p:nvPr/>
            </p:nvSpPr>
            <p:spPr>
              <a:xfrm>
                <a:off x="6114505" y="4771194"/>
                <a:ext cx="103333" cy="8859"/>
              </a:xfrm>
              <a:custGeom>
                <a:avLst/>
                <a:gdLst>
                  <a:gd name="connsiteX0" fmla="*/ 31202 w 103333"/>
                  <a:gd name="connsiteY0" fmla="*/ 4464 h 8859"/>
                  <a:gd name="connsiteX1" fmla="*/ 0 w 103333"/>
                  <a:gd name="connsiteY1" fmla="*/ 0 h 8859"/>
                  <a:gd name="connsiteX2" fmla="*/ 45 w 103333"/>
                  <a:gd name="connsiteY2" fmla="*/ 5348 h 8859"/>
                  <a:gd name="connsiteX3" fmla="*/ 3331 w 103333"/>
                  <a:gd name="connsiteY3" fmla="*/ 8860 h 8859"/>
                  <a:gd name="connsiteX4" fmla="*/ 99362 w 103333"/>
                  <a:gd name="connsiteY4" fmla="*/ 8248 h 8859"/>
                  <a:gd name="connsiteX5" fmla="*/ 102897 w 103333"/>
                  <a:gd name="connsiteY5" fmla="*/ 1858 h 8859"/>
                  <a:gd name="connsiteX6" fmla="*/ 31202 w 103333"/>
                  <a:gd name="connsiteY6" fmla="*/ 4464 h 8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333" h="8859">
                    <a:moveTo>
                      <a:pt x="31202" y="4464"/>
                    </a:moveTo>
                    <a:cubicBezTo>
                      <a:pt x="13709" y="3965"/>
                      <a:pt x="4668" y="1926"/>
                      <a:pt x="0" y="0"/>
                    </a:cubicBezTo>
                    <a:cubicBezTo>
                      <a:pt x="0" y="1745"/>
                      <a:pt x="0" y="3512"/>
                      <a:pt x="45" y="5348"/>
                    </a:cubicBezTo>
                    <a:cubicBezTo>
                      <a:pt x="113" y="7296"/>
                      <a:pt x="1564" y="8860"/>
                      <a:pt x="3331" y="8860"/>
                    </a:cubicBezTo>
                    <a:lnTo>
                      <a:pt x="99362" y="8248"/>
                    </a:lnTo>
                    <a:cubicBezTo>
                      <a:pt x="102422" y="8248"/>
                      <a:pt x="104212" y="4668"/>
                      <a:pt x="102897" y="1858"/>
                    </a:cubicBezTo>
                    <a:cubicBezTo>
                      <a:pt x="90298" y="2900"/>
                      <a:pt x="58235" y="5234"/>
                      <a:pt x="31202" y="4464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C2B164BC-A7D1-ABA6-900F-A9D1726E4FD2}"/>
                  </a:ext>
                </a:extLst>
              </p:cNvPr>
              <p:cNvSpPr/>
              <p:nvPr/>
            </p:nvSpPr>
            <p:spPr>
              <a:xfrm>
                <a:off x="6114482" y="4725988"/>
                <a:ext cx="102920" cy="49816"/>
              </a:xfrm>
              <a:custGeom>
                <a:avLst/>
                <a:gdLst>
                  <a:gd name="connsiteX0" fmla="*/ 102920 w 102920"/>
                  <a:gd name="connsiteY0" fmla="*/ 47064 h 49816"/>
                  <a:gd name="connsiteX1" fmla="*/ 102535 w 102920"/>
                  <a:gd name="connsiteY1" fmla="*/ 46339 h 49816"/>
                  <a:gd name="connsiteX2" fmla="*/ 29775 w 102920"/>
                  <a:gd name="connsiteY2" fmla="*/ 657 h 49816"/>
                  <a:gd name="connsiteX3" fmla="*/ 9290 w 102920"/>
                  <a:gd name="connsiteY3" fmla="*/ 0 h 49816"/>
                  <a:gd name="connsiteX4" fmla="*/ 0 w 102920"/>
                  <a:gd name="connsiteY4" fmla="*/ 45206 h 49816"/>
                  <a:gd name="connsiteX5" fmla="*/ 31202 w 102920"/>
                  <a:gd name="connsiteY5" fmla="*/ 49670 h 49816"/>
                  <a:gd name="connsiteX6" fmla="*/ 102897 w 102920"/>
                  <a:gd name="connsiteY6" fmla="*/ 47064 h 49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920" h="49816">
                    <a:moveTo>
                      <a:pt x="102920" y="47064"/>
                    </a:moveTo>
                    <a:cubicBezTo>
                      <a:pt x="102807" y="46815"/>
                      <a:pt x="102716" y="46565"/>
                      <a:pt x="102535" y="46339"/>
                    </a:cubicBezTo>
                    <a:cubicBezTo>
                      <a:pt x="94060" y="34488"/>
                      <a:pt x="72465" y="10899"/>
                      <a:pt x="29775" y="657"/>
                    </a:cubicBezTo>
                    <a:lnTo>
                      <a:pt x="9290" y="0"/>
                    </a:lnTo>
                    <a:cubicBezTo>
                      <a:pt x="9290" y="0"/>
                      <a:pt x="181" y="15839"/>
                      <a:pt x="0" y="45206"/>
                    </a:cubicBezTo>
                    <a:cubicBezTo>
                      <a:pt x="4668" y="47109"/>
                      <a:pt x="13732" y="49171"/>
                      <a:pt x="31202" y="49670"/>
                    </a:cubicBezTo>
                    <a:cubicBezTo>
                      <a:pt x="58235" y="50418"/>
                      <a:pt x="90298" y="48106"/>
                      <a:pt x="102897" y="47064"/>
                    </a:cubicBezTo>
                    <a:close/>
                  </a:path>
                </a:pathLst>
              </a:custGeom>
              <a:solidFill>
                <a:schemeClr val="tx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122DF43D-ABF2-6295-27A9-4E8D32FFB310}"/>
                  </a:ext>
                </a:extLst>
              </p:cNvPr>
              <p:cNvSpPr/>
              <p:nvPr/>
            </p:nvSpPr>
            <p:spPr>
              <a:xfrm>
                <a:off x="6119989" y="4690004"/>
                <a:ext cx="26556" cy="43137"/>
              </a:xfrm>
              <a:custGeom>
                <a:avLst/>
                <a:gdLst>
                  <a:gd name="connsiteX0" fmla="*/ 0 w 26556"/>
                  <a:gd name="connsiteY0" fmla="*/ 4962 h 43137"/>
                  <a:gd name="connsiteX1" fmla="*/ 4124 w 26556"/>
                  <a:gd name="connsiteY1" fmla="*/ 38680 h 43137"/>
                  <a:gd name="connsiteX2" fmla="*/ 7885 w 26556"/>
                  <a:gd name="connsiteY2" fmla="*/ 42713 h 43137"/>
                  <a:gd name="connsiteX3" fmla="*/ 21957 w 26556"/>
                  <a:gd name="connsiteY3" fmla="*/ 42487 h 43137"/>
                  <a:gd name="connsiteX4" fmla="*/ 26557 w 26556"/>
                  <a:gd name="connsiteY4" fmla="*/ 36414 h 43137"/>
                  <a:gd name="connsiteX5" fmla="*/ 26557 w 26556"/>
                  <a:gd name="connsiteY5" fmla="*/ 0 h 43137"/>
                  <a:gd name="connsiteX6" fmla="*/ 23 w 26556"/>
                  <a:gd name="connsiteY6" fmla="*/ 4962 h 43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56" h="43137">
                    <a:moveTo>
                      <a:pt x="0" y="4962"/>
                    </a:moveTo>
                    <a:cubicBezTo>
                      <a:pt x="227" y="6481"/>
                      <a:pt x="3036" y="29684"/>
                      <a:pt x="4124" y="38680"/>
                    </a:cubicBezTo>
                    <a:cubicBezTo>
                      <a:pt x="4373" y="40810"/>
                      <a:pt x="5937" y="42464"/>
                      <a:pt x="7885" y="42713"/>
                    </a:cubicBezTo>
                    <a:cubicBezTo>
                      <a:pt x="11375" y="43121"/>
                      <a:pt x="17017" y="43506"/>
                      <a:pt x="21957" y="42487"/>
                    </a:cubicBezTo>
                    <a:cubicBezTo>
                      <a:pt x="24608" y="41943"/>
                      <a:pt x="26557" y="39382"/>
                      <a:pt x="26557" y="36414"/>
                    </a:cubicBezTo>
                    <a:lnTo>
                      <a:pt x="26557" y="0"/>
                    </a:lnTo>
                    <a:lnTo>
                      <a:pt x="23" y="4962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5792386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22640C00-3CB8-B9AE-B5A9-0D3ED9F24362}"/>
                  </a:ext>
                </a:extLst>
              </p:cNvPr>
              <p:cNvSpPr/>
              <p:nvPr/>
            </p:nvSpPr>
            <p:spPr>
              <a:xfrm>
                <a:off x="5956504" y="4244040"/>
                <a:ext cx="194799" cy="473268"/>
              </a:xfrm>
              <a:custGeom>
                <a:avLst/>
                <a:gdLst>
                  <a:gd name="connsiteX0" fmla="*/ 20072 w 194799"/>
                  <a:gd name="connsiteY0" fmla="*/ 0 h 473268"/>
                  <a:gd name="connsiteX1" fmla="*/ 5502 w 194799"/>
                  <a:gd name="connsiteY1" fmla="*/ 473269 h 473268"/>
                  <a:gd name="connsiteX2" fmla="*/ 38268 w 194799"/>
                  <a:gd name="connsiteY2" fmla="*/ 469620 h 473268"/>
                  <a:gd name="connsiteX3" fmla="*/ 83338 w 194799"/>
                  <a:gd name="connsiteY3" fmla="*/ 103373 h 473268"/>
                  <a:gd name="connsiteX4" fmla="*/ 88731 w 194799"/>
                  <a:gd name="connsiteY4" fmla="*/ 103192 h 473268"/>
                  <a:gd name="connsiteX5" fmla="*/ 162034 w 194799"/>
                  <a:gd name="connsiteY5" fmla="*/ 465972 h 473268"/>
                  <a:gd name="connsiteX6" fmla="*/ 194800 w 194799"/>
                  <a:gd name="connsiteY6" fmla="*/ 465972 h 473268"/>
                  <a:gd name="connsiteX7" fmla="*/ 143839 w 194799"/>
                  <a:gd name="connsiteY7" fmla="*/ 7274 h 473268"/>
                  <a:gd name="connsiteX8" fmla="*/ 20072 w 194799"/>
                  <a:gd name="connsiteY8" fmla="*/ 0 h 473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4799" h="473268">
                    <a:moveTo>
                      <a:pt x="20072" y="0"/>
                    </a:moveTo>
                    <a:cubicBezTo>
                      <a:pt x="20072" y="0"/>
                      <a:pt x="-12694" y="291244"/>
                      <a:pt x="5502" y="473269"/>
                    </a:cubicBezTo>
                    <a:cubicBezTo>
                      <a:pt x="5502" y="473269"/>
                      <a:pt x="27345" y="473269"/>
                      <a:pt x="38268" y="469620"/>
                    </a:cubicBezTo>
                    <a:cubicBezTo>
                      <a:pt x="38268" y="469620"/>
                      <a:pt x="72325" y="184857"/>
                      <a:pt x="83338" y="103373"/>
                    </a:cubicBezTo>
                    <a:cubicBezTo>
                      <a:pt x="83745" y="100291"/>
                      <a:pt x="88141" y="100156"/>
                      <a:pt x="88731" y="103192"/>
                    </a:cubicBezTo>
                    <a:cubicBezTo>
                      <a:pt x="102326" y="171737"/>
                      <a:pt x="155689" y="440571"/>
                      <a:pt x="162034" y="465972"/>
                    </a:cubicBezTo>
                    <a:cubicBezTo>
                      <a:pt x="162034" y="465972"/>
                      <a:pt x="180230" y="473246"/>
                      <a:pt x="194800" y="465972"/>
                    </a:cubicBezTo>
                    <a:cubicBezTo>
                      <a:pt x="194800" y="465972"/>
                      <a:pt x="165682" y="76431"/>
                      <a:pt x="143839" y="7274"/>
                    </a:cubicBezTo>
                    <a:lnTo>
                      <a:pt x="20072" y="0"/>
                    </a:lnTo>
                    <a:close/>
                  </a:path>
                </a:pathLst>
              </a:custGeom>
              <a:solidFill>
                <a:schemeClr val="tx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3BE35C15-A4E9-48D1-F9C7-C18D84D5A265}"/>
                  </a:ext>
                </a:extLst>
              </p:cNvPr>
              <p:cNvSpPr/>
              <p:nvPr/>
            </p:nvSpPr>
            <p:spPr>
              <a:xfrm>
                <a:off x="5910589" y="3897595"/>
                <a:ext cx="248011" cy="358478"/>
              </a:xfrm>
              <a:custGeom>
                <a:avLst/>
                <a:gdLst>
                  <a:gd name="connsiteX0" fmla="*/ 455 w 248011"/>
                  <a:gd name="connsiteY0" fmla="*/ 7865 h 358478"/>
                  <a:gd name="connsiteX1" fmla="*/ 248012 w 248011"/>
                  <a:gd name="connsiteY1" fmla="*/ 15139 h 358478"/>
                  <a:gd name="connsiteX2" fmla="*/ 240738 w 248011"/>
                  <a:gd name="connsiteY2" fmla="*/ 128007 h 358478"/>
                  <a:gd name="connsiteX3" fmla="*/ 189776 w 248011"/>
                  <a:gd name="connsiteY3" fmla="*/ 353719 h 358478"/>
                  <a:gd name="connsiteX4" fmla="*/ 66010 w 248011"/>
                  <a:gd name="connsiteY4" fmla="*/ 346445 h 358478"/>
                  <a:gd name="connsiteX5" fmla="*/ 15048 w 248011"/>
                  <a:gd name="connsiteY5" fmla="*/ 120733 h 358478"/>
                  <a:gd name="connsiteX6" fmla="*/ 478 w 248011"/>
                  <a:gd name="connsiteY6" fmla="*/ 7865 h 358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8011" h="358478">
                    <a:moveTo>
                      <a:pt x="455" y="7865"/>
                    </a:moveTo>
                    <a:cubicBezTo>
                      <a:pt x="455" y="7865"/>
                      <a:pt x="138792" y="-13978"/>
                      <a:pt x="248012" y="15139"/>
                    </a:cubicBezTo>
                    <a:lnTo>
                      <a:pt x="240738" y="128007"/>
                    </a:lnTo>
                    <a:cubicBezTo>
                      <a:pt x="240738" y="128007"/>
                      <a:pt x="211620" y="284539"/>
                      <a:pt x="189776" y="353719"/>
                    </a:cubicBezTo>
                    <a:cubicBezTo>
                      <a:pt x="189776" y="353719"/>
                      <a:pt x="106049" y="368289"/>
                      <a:pt x="66010" y="346445"/>
                    </a:cubicBezTo>
                    <a:cubicBezTo>
                      <a:pt x="66010" y="346445"/>
                      <a:pt x="33244" y="149851"/>
                      <a:pt x="15048" y="120733"/>
                    </a:cubicBezTo>
                    <a:cubicBezTo>
                      <a:pt x="15048" y="120733"/>
                      <a:pt x="-3148" y="44279"/>
                      <a:pt x="478" y="7865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959C2E81-9A66-31AF-6091-7C0C983AA369}"/>
                  </a:ext>
                </a:extLst>
              </p:cNvPr>
              <p:cNvSpPr/>
              <p:nvPr/>
            </p:nvSpPr>
            <p:spPr>
              <a:xfrm>
                <a:off x="5993367" y="3805962"/>
                <a:ext cx="65463" cy="100863"/>
              </a:xfrm>
              <a:custGeom>
                <a:avLst/>
                <a:gdLst>
                  <a:gd name="connsiteX0" fmla="*/ 13777 w 65463"/>
                  <a:gd name="connsiteY0" fmla="*/ 23 h 100863"/>
                  <a:gd name="connsiteX1" fmla="*/ 0 w 65463"/>
                  <a:gd name="connsiteY1" fmla="*/ 93222 h 100863"/>
                  <a:gd name="connsiteX2" fmla="*/ 65464 w 65463"/>
                  <a:gd name="connsiteY2" fmla="*/ 92451 h 100863"/>
                  <a:gd name="connsiteX3" fmla="*/ 59663 w 65463"/>
                  <a:gd name="connsiteY3" fmla="*/ 26670 h 100863"/>
                  <a:gd name="connsiteX4" fmla="*/ 13777 w 65463"/>
                  <a:gd name="connsiteY4" fmla="*/ 0 h 100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463" h="100863">
                    <a:moveTo>
                      <a:pt x="13777" y="23"/>
                    </a:moveTo>
                    <a:lnTo>
                      <a:pt x="0" y="93222"/>
                    </a:lnTo>
                    <a:cubicBezTo>
                      <a:pt x="0" y="93222"/>
                      <a:pt x="38499" y="110919"/>
                      <a:pt x="65464" y="92451"/>
                    </a:cubicBezTo>
                    <a:lnTo>
                      <a:pt x="59663" y="26670"/>
                    </a:lnTo>
                    <a:lnTo>
                      <a:pt x="1377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5400000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81" name="Graphic 3">
                <a:extLst>
                  <a:ext uri="{FF2B5EF4-FFF2-40B4-BE49-F238E27FC236}">
                    <a16:creationId xmlns:a16="http://schemas.microsoft.com/office/drawing/2014/main" id="{09EEEE5A-E930-0D2F-A995-1F0E08398994}"/>
                  </a:ext>
                </a:extLst>
              </p:cNvPr>
              <p:cNvGrpSpPr/>
              <p:nvPr/>
            </p:nvGrpSpPr>
            <p:grpSpPr>
              <a:xfrm>
                <a:off x="5980833" y="3707256"/>
                <a:ext cx="103612" cy="139565"/>
                <a:chOff x="5980833" y="3707256"/>
                <a:chExt cx="103612" cy="139565"/>
              </a:xfrm>
            </p:grpSpPr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4C967933-F4FE-062B-DF9B-D6AD2E00D8B6}"/>
                    </a:ext>
                  </a:extLst>
                </p:cNvPr>
                <p:cNvSpPr/>
                <p:nvPr/>
              </p:nvSpPr>
              <p:spPr>
                <a:xfrm>
                  <a:off x="6000572" y="3739499"/>
                  <a:ext cx="80073" cy="107322"/>
                </a:xfrm>
                <a:custGeom>
                  <a:avLst/>
                  <a:gdLst>
                    <a:gd name="connsiteX0" fmla="*/ 65917 w 80073"/>
                    <a:gd name="connsiteY0" fmla="*/ 5803 h 107322"/>
                    <a:gd name="connsiteX1" fmla="*/ 79762 w 80073"/>
                    <a:gd name="connsiteY1" fmla="*/ 82688 h 107322"/>
                    <a:gd name="connsiteX2" fmla="*/ 60864 w 80073"/>
                    <a:gd name="connsiteY2" fmla="*/ 106593 h 107322"/>
                    <a:gd name="connsiteX3" fmla="*/ 49715 w 80073"/>
                    <a:gd name="connsiteY3" fmla="*/ 107251 h 107322"/>
                    <a:gd name="connsiteX4" fmla="*/ 8067 w 80073"/>
                    <a:gd name="connsiteY4" fmla="*/ 73578 h 107322"/>
                    <a:gd name="connsiteX5" fmla="*/ 0 w 80073"/>
                    <a:gd name="connsiteY5" fmla="*/ 20872 h 107322"/>
                    <a:gd name="connsiteX6" fmla="*/ 65917 w 80073"/>
                    <a:gd name="connsiteY6" fmla="*/ 5803 h 107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073" h="107322">
                      <a:moveTo>
                        <a:pt x="65917" y="5803"/>
                      </a:moveTo>
                      <a:cubicBezTo>
                        <a:pt x="66347" y="6597"/>
                        <a:pt x="74664" y="53593"/>
                        <a:pt x="79762" y="82688"/>
                      </a:cubicBezTo>
                      <a:cubicBezTo>
                        <a:pt x="81869" y="94697"/>
                        <a:pt x="73032" y="105868"/>
                        <a:pt x="60864" y="106593"/>
                      </a:cubicBezTo>
                      <a:lnTo>
                        <a:pt x="49715" y="107251"/>
                      </a:lnTo>
                      <a:cubicBezTo>
                        <a:pt x="29208" y="108474"/>
                        <a:pt x="11171" y="93881"/>
                        <a:pt x="8067" y="73578"/>
                      </a:cubicBezTo>
                      <a:lnTo>
                        <a:pt x="0" y="20872"/>
                      </a:lnTo>
                      <a:cubicBezTo>
                        <a:pt x="0" y="20872"/>
                        <a:pt x="55380" y="-13299"/>
                        <a:pt x="65917" y="580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7855863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82E4946D-5DB5-1F63-B57F-03ACB3ED323A}"/>
                    </a:ext>
                  </a:extLst>
                </p:cNvPr>
                <p:cNvSpPr/>
                <p:nvPr/>
              </p:nvSpPr>
              <p:spPr>
                <a:xfrm>
                  <a:off x="5980833" y="3707256"/>
                  <a:ext cx="103612" cy="98728"/>
                </a:xfrm>
                <a:custGeom>
                  <a:avLst/>
                  <a:gdLst>
                    <a:gd name="connsiteX0" fmla="*/ 7684 w 103612"/>
                    <a:gd name="connsiteY0" fmla="*/ 53228 h 98728"/>
                    <a:gd name="connsiteX1" fmla="*/ 8794 w 103612"/>
                    <a:gd name="connsiteY1" fmla="*/ 30274 h 98728"/>
                    <a:gd name="connsiteX2" fmla="*/ 35102 w 103612"/>
                    <a:gd name="connsiteY2" fmla="*/ 26467 h 98728"/>
                    <a:gd name="connsiteX3" fmla="*/ 43758 w 103612"/>
                    <a:gd name="connsiteY3" fmla="*/ 24745 h 98728"/>
                    <a:gd name="connsiteX4" fmla="*/ 48109 w 103612"/>
                    <a:gd name="connsiteY4" fmla="*/ 23136 h 98728"/>
                    <a:gd name="connsiteX5" fmla="*/ 55858 w 103612"/>
                    <a:gd name="connsiteY5" fmla="*/ 17177 h 98728"/>
                    <a:gd name="connsiteX6" fmla="*/ 71856 w 103612"/>
                    <a:gd name="connsiteY6" fmla="*/ 522 h 98728"/>
                    <a:gd name="connsiteX7" fmla="*/ 103602 w 103612"/>
                    <a:gd name="connsiteY7" fmla="*/ 32903 h 98728"/>
                    <a:gd name="connsiteX8" fmla="*/ 66395 w 103612"/>
                    <a:gd name="connsiteY8" fmla="*/ 48651 h 98728"/>
                    <a:gd name="connsiteX9" fmla="*/ 44347 w 103612"/>
                    <a:gd name="connsiteY9" fmla="*/ 60117 h 98728"/>
                    <a:gd name="connsiteX10" fmla="*/ 42943 w 103612"/>
                    <a:gd name="connsiteY10" fmla="*/ 66190 h 98728"/>
                    <a:gd name="connsiteX11" fmla="*/ 46341 w 103612"/>
                    <a:gd name="connsiteY11" fmla="*/ 80760 h 98728"/>
                    <a:gd name="connsiteX12" fmla="*/ 38388 w 103612"/>
                    <a:gd name="connsiteY12" fmla="*/ 93766 h 98728"/>
                    <a:gd name="connsiteX13" fmla="*/ 30661 w 103612"/>
                    <a:gd name="connsiteY13" fmla="*/ 98729 h 98728"/>
                    <a:gd name="connsiteX14" fmla="*/ 10290 w 103612"/>
                    <a:gd name="connsiteY14" fmla="*/ 89869 h 98728"/>
                    <a:gd name="connsiteX15" fmla="*/ 5146 w 103612"/>
                    <a:gd name="connsiteY15" fmla="*/ 87422 h 98728"/>
                    <a:gd name="connsiteX16" fmla="*/ 6823 w 103612"/>
                    <a:gd name="connsiteY16" fmla="*/ 63063 h 98728"/>
                    <a:gd name="connsiteX17" fmla="*/ 7684 w 103612"/>
                    <a:gd name="connsiteY17" fmla="*/ 53251 h 98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03612" h="98728">
                      <a:moveTo>
                        <a:pt x="7684" y="53228"/>
                      </a:moveTo>
                      <a:cubicBezTo>
                        <a:pt x="3401" y="47903"/>
                        <a:pt x="-315" y="39315"/>
                        <a:pt x="8794" y="30274"/>
                      </a:cubicBezTo>
                      <a:cubicBezTo>
                        <a:pt x="18017" y="21120"/>
                        <a:pt x="28486" y="23408"/>
                        <a:pt x="35102" y="26467"/>
                      </a:cubicBezTo>
                      <a:cubicBezTo>
                        <a:pt x="38048" y="27827"/>
                        <a:pt x="41651" y="27215"/>
                        <a:pt x="43758" y="24745"/>
                      </a:cubicBezTo>
                      <a:cubicBezTo>
                        <a:pt x="44687" y="23658"/>
                        <a:pt x="46069" y="22910"/>
                        <a:pt x="48109" y="23136"/>
                      </a:cubicBezTo>
                      <a:cubicBezTo>
                        <a:pt x="51961" y="23567"/>
                        <a:pt x="55405" y="21029"/>
                        <a:pt x="55858" y="17177"/>
                      </a:cubicBezTo>
                      <a:cubicBezTo>
                        <a:pt x="56651" y="10560"/>
                        <a:pt x="60164" y="2788"/>
                        <a:pt x="71856" y="522"/>
                      </a:cubicBezTo>
                      <a:cubicBezTo>
                        <a:pt x="93292" y="-3625"/>
                        <a:pt x="103987" y="17834"/>
                        <a:pt x="103602" y="32903"/>
                      </a:cubicBezTo>
                      <a:cubicBezTo>
                        <a:pt x="103217" y="47971"/>
                        <a:pt x="79719" y="51144"/>
                        <a:pt x="66395" y="48651"/>
                      </a:cubicBezTo>
                      <a:cubicBezTo>
                        <a:pt x="56606" y="46816"/>
                        <a:pt x="48131" y="55426"/>
                        <a:pt x="44347" y="60117"/>
                      </a:cubicBezTo>
                      <a:cubicBezTo>
                        <a:pt x="42965" y="61816"/>
                        <a:pt x="42444" y="64060"/>
                        <a:pt x="42943" y="66190"/>
                      </a:cubicBezTo>
                      <a:lnTo>
                        <a:pt x="46341" y="80760"/>
                      </a:lnTo>
                      <a:cubicBezTo>
                        <a:pt x="43985" y="85292"/>
                        <a:pt x="41696" y="89914"/>
                        <a:pt x="38388" y="93766"/>
                      </a:cubicBezTo>
                      <a:cubicBezTo>
                        <a:pt x="36009" y="96554"/>
                        <a:pt x="33403" y="98094"/>
                        <a:pt x="30661" y="98729"/>
                      </a:cubicBezTo>
                      <a:cubicBezTo>
                        <a:pt x="26673" y="91296"/>
                        <a:pt x="15479" y="90028"/>
                        <a:pt x="10290" y="89869"/>
                      </a:cubicBezTo>
                      <a:cubicBezTo>
                        <a:pt x="8296" y="89801"/>
                        <a:pt x="6438" y="88940"/>
                        <a:pt x="5146" y="87422"/>
                      </a:cubicBezTo>
                      <a:cubicBezTo>
                        <a:pt x="1226" y="82935"/>
                        <a:pt x="-4915" y="72897"/>
                        <a:pt x="6823" y="63063"/>
                      </a:cubicBezTo>
                      <a:cubicBezTo>
                        <a:pt x="9746" y="60615"/>
                        <a:pt x="10086" y="56219"/>
                        <a:pt x="7684" y="5325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B3582"/>
                    </a:gs>
                    <a:gs pos="50000">
                      <a:srgbClr val="202162"/>
                    </a:gs>
                    <a:gs pos="100000">
                      <a:srgbClr val="150E42"/>
                    </a:gs>
                  </a:gsLst>
                  <a:lin ang="19867798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14D310EE-EADF-A22C-BCF0-4F53AC538118}"/>
                    </a:ext>
                  </a:extLst>
                </p:cNvPr>
                <p:cNvSpPr/>
                <p:nvPr/>
              </p:nvSpPr>
              <p:spPr>
                <a:xfrm>
                  <a:off x="5987918" y="3792366"/>
                  <a:ext cx="27428" cy="32724"/>
                </a:xfrm>
                <a:custGeom>
                  <a:avLst/>
                  <a:gdLst>
                    <a:gd name="connsiteX0" fmla="*/ 27429 w 27428"/>
                    <a:gd name="connsiteY0" fmla="*/ 29209 h 32724"/>
                    <a:gd name="connsiteX1" fmla="*/ 16325 w 27428"/>
                    <a:gd name="connsiteY1" fmla="*/ 454 h 32724"/>
                    <a:gd name="connsiteX2" fmla="*/ 3296 w 27428"/>
                    <a:gd name="connsiteY2" fmla="*/ 21414 h 32724"/>
                    <a:gd name="connsiteX3" fmla="*/ 27429 w 27428"/>
                    <a:gd name="connsiteY3" fmla="*/ 29209 h 32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28" h="32724">
                      <a:moveTo>
                        <a:pt x="27429" y="29209"/>
                      </a:moveTo>
                      <a:cubicBezTo>
                        <a:pt x="27429" y="29209"/>
                        <a:pt x="26976" y="2924"/>
                        <a:pt x="16325" y="454"/>
                      </a:cubicBezTo>
                      <a:cubicBezTo>
                        <a:pt x="5676" y="-2016"/>
                        <a:pt x="-5790" y="5688"/>
                        <a:pt x="3296" y="21414"/>
                      </a:cubicBezTo>
                      <a:cubicBezTo>
                        <a:pt x="14626" y="40992"/>
                        <a:pt x="27429" y="29209"/>
                        <a:pt x="27429" y="2920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7855863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C3E3728D-6E60-A224-C5CA-77BA89083256}"/>
                  </a:ext>
                </a:extLst>
              </p:cNvPr>
              <p:cNvSpPr/>
              <p:nvPr/>
            </p:nvSpPr>
            <p:spPr>
              <a:xfrm>
                <a:off x="5772704" y="3727265"/>
                <a:ext cx="200645" cy="303910"/>
              </a:xfrm>
              <a:custGeom>
                <a:avLst/>
                <a:gdLst>
                  <a:gd name="connsiteX0" fmla="*/ 200609 w 200645"/>
                  <a:gd name="connsiteY0" fmla="*/ 303911 h 303910"/>
                  <a:gd name="connsiteX1" fmla="*/ 43238 w 200645"/>
                  <a:gd name="connsiteY1" fmla="*/ 0 h 303910"/>
                  <a:gd name="connsiteX2" fmla="*/ 53730 w 200645"/>
                  <a:gd name="connsiteY2" fmla="*/ 14865 h 303910"/>
                  <a:gd name="connsiteX3" fmla="*/ 161884 w 200645"/>
                  <a:gd name="connsiteY3" fmla="*/ 177153 h 303910"/>
                  <a:gd name="connsiteX4" fmla="*/ 200609 w 200645"/>
                  <a:gd name="connsiteY4" fmla="*/ 303888 h 303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645" h="303910">
                    <a:moveTo>
                      <a:pt x="200609" y="303911"/>
                    </a:moveTo>
                    <a:cubicBezTo>
                      <a:pt x="200609" y="303911"/>
                      <a:pt x="-111980" y="218824"/>
                      <a:pt x="43238" y="0"/>
                    </a:cubicBezTo>
                    <a:lnTo>
                      <a:pt x="53730" y="14865"/>
                    </a:lnTo>
                    <a:cubicBezTo>
                      <a:pt x="53730" y="14865"/>
                      <a:pt x="6960" y="163081"/>
                      <a:pt x="161884" y="177153"/>
                    </a:cubicBezTo>
                    <a:cubicBezTo>
                      <a:pt x="161884" y="177153"/>
                      <a:pt x="202014" y="280639"/>
                      <a:pt x="200609" y="303888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4BD5F9CD-269C-2CB6-2CB4-9F496B23A90B}"/>
                  </a:ext>
                </a:extLst>
              </p:cNvPr>
              <p:cNvSpPr/>
              <p:nvPr/>
            </p:nvSpPr>
            <p:spPr>
              <a:xfrm>
                <a:off x="5814658" y="3682214"/>
                <a:ext cx="49749" cy="60233"/>
              </a:xfrm>
              <a:custGeom>
                <a:avLst/>
                <a:gdLst>
                  <a:gd name="connsiteX0" fmla="*/ 219 w 49749"/>
                  <a:gd name="connsiteY0" fmla="*/ 46162 h 60233"/>
                  <a:gd name="connsiteX1" fmla="*/ 17825 w 49749"/>
                  <a:gd name="connsiteY1" fmla="*/ 389 h 60233"/>
                  <a:gd name="connsiteX2" fmla="*/ 49503 w 49749"/>
                  <a:gd name="connsiteY2" fmla="*/ 28555 h 60233"/>
                  <a:gd name="connsiteX3" fmla="*/ 10778 w 49749"/>
                  <a:gd name="connsiteY3" fmla="*/ 60233 h 60233"/>
                  <a:gd name="connsiteX4" fmla="*/ 219 w 49749"/>
                  <a:gd name="connsiteY4" fmla="*/ 46139 h 60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749" h="60233">
                    <a:moveTo>
                      <a:pt x="219" y="46162"/>
                    </a:moveTo>
                    <a:cubicBezTo>
                      <a:pt x="219" y="46162"/>
                      <a:pt x="-3293" y="3924"/>
                      <a:pt x="17825" y="389"/>
                    </a:cubicBezTo>
                    <a:cubicBezTo>
                      <a:pt x="38944" y="-3123"/>
                      <a:pt x="45991" y="17996"/>
                      <a:pt x="49503" y="28555"/>
                    </a:cubicBezTo>
                    <a:cubicBezTo>
                      <a:pt x="53016" y="39115"/>
                      <a:pt x="17825" y="60233"/>
                      <a:pt x="10778" y="60233"/>
                    </a:cubicBezTo>
                    <a:cubicBezTo>
                      <a:pt x="3731" y="60233"/>
                      <a:pt x="219" y="46139"/>
                      <a:pt x="219" y="461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6415294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31EF45F9-4017-B09E-DA9A-A488889CFD3E}"/>
                  </a:ext>
                </a:extLst>
              </p:cNvPr>
              <p:cNvSpPr/>
              <p:nvPr/>
            </p:nvSpPr>
            <p:spPr>
              <a:xfrm>
                <a:off x="6086054" y="3737825"/>
                <a:ext cx="200645" cy="303910"/>
              </a:xfrm>
              <a:custGeom>
                <a:avLst/>
                <a:gdLst>
                  <a:gd name="connsiteX0" fmla="*/ 36 w 200645"/>
                  <a:gd name="connsiteY0" fmla="*/ 303911 h 303910"/>
                  <a:gd name="connsiteX1" fmla="*/ 157407 w 200645"/>
                  <a:gd name="connsiteY1" fmla="*/ 0 h 303910"/>
                  <a:gd name="connsiteX2" fmla="*/ 146916 w 200645"/>
                  <a:gd name="connsiteY2" fmla="*/ 14865 h 303910"/>
                  <a:gd name="connsiteX3" fmla="*/ 38761 w 200645"/>
                  <a:gd name="connsiteY3" fmla="*/ 177153 h 303910"/>
                  <a:gd name="connsiteX4" fmla="*/ 36 w 200645"/>
                  <a:gd name="connsiteY4" fmla="*/ 303888 h 303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645" h="303910">
                    <a:moveTo>
                      <a:pt x="36" y="303911"/>
                    </a:moveTo>
                    <a:cubicBezTo>
                      <a:pt x="36" y="303911"/>
                      <a:pt x="312625" y="218824"/>
                      <a:pt x="157407" y="0"/>
                    </a:cubicBezTo>
                    <a:lnTo>
                      <a:pt x="146916" y="14865"/>
                    </a:lnTo>
                    <a:cubicBezTo>
                      <a:pt x="146916" y="14865"/>
                      <a:pt x="193685" y="163081"/>
                      <a:pt x="38761" y="177153"/>
                    </a:cubicBezTo>
                    <a:cubicBezTo>
                      <a:pt x="38761" y="177153"/>
                      <a:pt x="-1369" y="280639"/>
                      <a:pt x="36" y="303888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4B4D0599-6B06-1B30-4A2A-D01532AB6DA2}"/>
                  </a:ext>
                </a:extLst>
              </p:cNvPr>
              <p:cNvSpPr/>
              <p:nvPr/>
            </p:nvSpPr>
            <p:spPr>
              <a:xfrm>
                <a:off x="6194973" y="3692796"/>
                <a:ext cx="49749" cy="60233"/>
              </a:xfrm>
              <a:custGeom>
                <a:avLst/>
                <a:gdLst>
                  <a:gd name="connsiteX0" fmla="*/ 49530 w 49749"/>
                  <a:gd name="connsiteY0" fmla="*/ 46162 h 60233"/>
                  <a:gd name="connsiteX1" fmla="*/ 31924 w 49749"/>
                  <a:gd name="connsiteY1" fmla="*/ 389 h 60233"/>
                  <a:gd name="connsiteX2" fmla="*/ 246 w 49749"/>
                  <a:gd name="connsiteY2" fmla="*/ 28555 h 60233"/>
                  <a:gd name="connsiteX3" fmla="*/ 38971 w 49749"/>
                  <a:gd name="connsiteY3" fmla="*/ 60234 h 60233"/>
                  <a:gd name="connsiteX4" fmla="*/ 49530 w 49749"/>
                  <a:gd name="connsiteY4" fmla="*/ 46139 h 60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749" h="60233">
                    <a:moveTo>
                      <a:pt x="49530" y="46162"/>
                    </a:moveTo>
                    <a:cubicBezTo>
                      <a:pt x="49530" y="46162"/>
                      <a:pt x="53043" y="3924"/>
                      <a:pt x="31924" y="389"/>
                    </a:cubicBezTo>
                    <a:cubicBezTo>
                      <a:pt x="10805" y="-3123"/>
                      <a:pt x="3758" y="17996"/>
                      <a:pt x="246" y="28555"/>
                    </a:cubicBezTo>
                    <a:cubicBezTo>
                      <a:pt x="-3266" y="39115"/>
                      <a:pt x="31924" y="60234"/>
                      <a:pt x="38971" y="60234"/>
                    </a:cubicBezTo>
                    <a:cubicBezTo>
                      <a:pt x="46018" y="60234"/>
                      <a:pt x="49530" y="46139"/>
                      <a:pt x="49530" y="461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4384119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89" name="Graphic 3">
              <a:extLst>
                <a:ext uri="{FF2B5EF4-FFF2-40B4-BE49-F238E27FC236}">
                  <a16:creationId xmlns:a16="http://schemas.microsoft.com/office/drawing/2014/main" id="{0A88D363-627F-3B9C-115F-D62B16A0501B}"/>
                </a:ext>
              </a:extLst>
            </p:cNvPr>
            <p:cNvGrpSpPr/>
            <p:nvPr/>
          </p:nvGrpSpPr>
          <p:grpSpPr>
            <a:xfrm>
              <a:off x="7468795" y="4933029"/>
              <a:ext cx="657270" cy="1382712"/>
              <a:chOff x="7468795" y="4933029"/>
              <a:chExt cx="657270" cy="1382712"/>
            </a:xfrm>
          </p:grpSpPr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EAB2F201-CC23-6517-D738-36C83D45E6E8}"/>
                  </a:ext>
                </a:extLst>
              </p:cNvPr>
              <p:cNvSpPr/>
              <p:nvPr/>
            </p:nvSpPr>
            <p:spPr>
              <a:xfrm>
                <a:off x="7766572" y="5096268"/>
                <a:ext cx="222550" cy="315703"/>
              </a:xfrm>
              <a:custGeom>
                <a:avLst/>
                <a:gdLst>
                  <a:gd name="connsiteX0" fmla="*/ 43189 w 222550"/>
                  <a:gd name="connsiteY0" fmla="*/ 23 h 315703"/>
                  <a:gd name="connsiteX1" fmla="*/ 75479 w 222550"/>
                  <a:gd name="connsiteY1" fmla="*/ 28528 h 315703"/>
                  <a:gd name="connsiteX2" fmla="*/ 112641 w 222550"/>
                  <a:gd name="connsiteY2" fmla="*/ 66370 h 315703"/>
                  <a:gd name="connsiteX3" fmla="*/ 135731 w 222550"/>
                  <a:gd name="connsiteY3" fmla="*/ 90616 h 315703"/>
                  <a:gd name="connsiteX4" fmla="*/ 221565 w 222550"/>
                  <a:gd name="connsiteY4" fmla="*/ 164781 h 315703"/>
                  <a:gd name="connsiteX5" fmla="*/ 184721 w 222550"/>
                  <a:gd name="connsiteY5" fmla="*/ 226415 h 315703"/>
                  <a:gd name="connsiteX6" fmla="*/ 161268 w 222550"/>
                  <a:gd name="connsiteY6" fmla="*/ 262126 h 315703"/>
                  <a:gd name="connsiteX7" fmla="*/ 132831 w 222550"/>
                  <a:gd name="connsiteY7" fmla="*/ 309802 h 315703"/>
                  <a:gd name="connsiteX8" fmla="*/ 12349 w 222550"/>
                  <a:gd name="connsiteY8" fmla="*/ 234436 h 315703"/>
                  <a:gd name="connsiteX9" fmla="*/ 0 w 222550"/>
                  <a:gd name="connsiteY9" fmla="*/ 47313 h 315703"/>
                  <a:gd name="connsiteX10" fmla="*/ 43189 w 222550"/>
                  <a:gd name="connsiteY10" fmla="*/ 0 h 31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2550" h="315703">
                    <a:moveTo>
                      <a:pt x="43189" y="23"/>
                    </a:moveTo>
                    <a:cubicBezTo>
                      <a:pt x="43189" y="23"/>
                      <a:pt x="70449" y="13278"/>
                      <a:pt x="75479" y="28528"/>
                    </a:cubicBezTo>
                    <a:cubicBezTo>
                      <a:pt x="79512" y="40765"/>
                      <a:pt x="109650" y="42328"/>
                      <a:pt x="112641" y="66370"/>
                    </a:cubicBezTo>
                    <a:cubicBezTo>
                      <a:pt x="114182" y="78787"/>
                      <a:pt x="123359" y="88735"/>
                      <a:pt x="135731" y="90616"/>
                    </a:cubicBezTo>
                    <a:cubicBezTo>
                      <a:pt x="166525" y="95329"/>
                      <a:pt x="213975" y="111327"/>
                      <a:pt x="221565" y="164781"/>
                    </a:cubicBezTo>
                    <a:cubicBezTo>
                      <a:pt x="227366" y="205591"/>
                      <a:pt x="206565" y="221067"/>
                      <a:pt x="184721" y="226415"/>
                    </a:cubicBezTo>
                    <a:cubicBezTo>
                      <a:pt x="168678" y="230358"/>
                      <a:pt x="158028" y="245947"/>
                      <a:pt x="161268" y="262126"/>
                    </a:cubicBezTo>
                    <a:cubicBezTo>
                      <a:pt x="164373" y="277648"/>
                      <a:pt x="159750" y="295617"/>
                      <a:pt x="132831" y="309802"/>
                    </a:cubicBezTo>
                    <a:cubicBezTo>
                      <a:pt x="72556" y="341616"/>
                      <a:pt x="12349" y="234436"/>
                      <a:pt x="12349" y="234436"/>
                    </a:cubicBezTo>
                    <a:lnTo>
                      <a:pt x="0" y="47313"/>
                    </a:lnTo>
                    <a:lnTo>
                      <a:pt x="43189" y="0"/>
                    </a:lnTo>
                    <a:close/>
                  </a:path>
                </a:pathLst>
              </a:custGeom>
              <a:solidFill>
                <a:schemeClr val="tx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35DF65BD-45EC-93CC-3704-03799B91C807}"/>
                  </a:ext>
                </a:extLst>
              </p:cNvPr>
              <p:cNvSpPr/>
              <p:nvPr/>
            </p:nvSpPr>
            <p:spPr>
              <a:xfrm>
                <a:off x="7518925" y="5015419"/>
                <a:ext cx="231603" cy="348255"/>
              </a:xfrm>
              <a:custGeom>
                <a:avLst/>
                <a:gdLst>
                  <a:gd name="connsiteX0" fmla="*/ 11874 w 231603"/>
                  <a:gd name="connsiteY0" fmla="*/ 0 h 348255"/>
                  <a:gd name="connsiteX1" fmla="*/ 231604 w 231603"/>
                  <a:gd name="connsiteY1" fmla="*/ 269740 h 348255"/>
                  <a:gd name="connsiteX2" fmla="*/ 167477 w 231603"/>
                  <a:gd name="connsiteY2" fmla="*/ 348255 h 348255"/>
                  <a:gd name="connsiteX3" fmla="*/ 0 w 231603"/>
                  <a:gd name="connsiteY3" fmla="*/ 25379 h 348255"/>
                  <a:gd name="connsiteX4" fmla="*/ 11874 w 231603"/>
                  <a:gd name="connsiteY4" fmla="*/ 23 h 348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1603" h="348255">
                    <a:moveTo>
                      <a:pt x="11874" y="0"/>
                    </a:moveTo>
                    <a:cubicBezTo>
                      <a:pt x="11874" y="0"/>
                      <a:pt x="97096" y="208491"/>
                      <a:pt x="231604" y="269740"/>
                    </a:cubicBezTo>
                    <a:cubicBezTo>
                      <a:pt x="231604" y="269740"/>
                      <a:pt x="190250" y="343067"/>
                      <a:pt x="167477" y="348255"/>
                    </a:cubicBezTo>
                    <a:cubicBezTo>
                      <a:pt x="167477" y="348255"/>
                      <a:pt x="19782" y="172802"/>
                      <a:pt x="0" y="25379"/>
                    </a:cubicBezTo>
                    <a:lnTo>
                      <a:pt x="11874" y="23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3851012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B6D43CE-64CA-D537-0718-F29F53E5A2C2}"/>
                  </a:ext>
                </a:extLst>
              </p:cNvPr>
              <p:cNvSpPr/>
              <p:nvPr/>
            </p:nvSpPr>
            <p:spPr>
              <a:xfrm>
                <a:off x="8057485" y="6257369"/>
                <a:ext cx="68580" cy="57447"/>
              </a:xfrm>
              <a:custGeom>
                <a:avLst/>
                <a:gdLst>
                  <a:gd name="connsiteX0" fmla="*/ 81 w 68580"/>
                  <a:gd name="connsiteY0" fmla="*/ 12282 h 57447"/>
                  <a:gd name="connsiteX1" fmla="*/ 3979 w 68580"/>
                  <a:gd name="connsiteY1" fmla="*/ 44345 h 57447"/>
                  <a:gd name="connsiteX2" fmla="*/ 15603 w 68580"/>
                  <a:gd name="connsiteY2" fmla="*/ 55924 h 57447"/>
                  <a:gd name="connsiteX3" fmla="*/ 58521 w 68580"/>
                  <a:gd name="connsiteY3" fmla="*/ 56604 h 57447"/>
                  <a:gd name="connsiteX4" fmla="*/ 68038 w 68580"/>
                  <a:gd name="connsiteY4" fmla="*/ 41898 h 57447"/>
                  <a:gd name="connsiteX5" fmla="*/ 46534 w 68580"/>
                  <a:gd name="connsiteY5" fmla="*/ 0 h 57447"/>
                  <a:gd name="connsiteX6" fmla="*/ 10958 w 68580"/>
                  <a:gd name="connsiteY6" fmla="*/ 0 h 57447"/>
                  <a:gd name="connsiteX7" fmla="*/ 81 w 68580"/>
                  <a:gd name="connsiteY7" fmla="*/ 12282 h 57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580" h="57447">
                    <a:moveTo>
                      <a:pt x="81" y="12282"/>
                    </a:moveTo>
                    <a:lnTo>
                      <a:pt x="3979" y="44345"/>
                    </a:lnTo>
                    <a:cubicBezTo>
                      <a:pt x="4727" y="50418"/>
                      <a:pt x="9508" y="55244"/>
                      <a:pt x="15603" y="55924"/>
                    </a:cubicBezTo>
                    <a:cubicBezTo>
                      <a:pt x="25891" y="57102"/>
                      <a:pt x="42387" y="58303"/>
                      <a:pt x="58521" y="56604"/>
                    </a:cubicBezTo>
                    <a:cubicBezTo>
                      <a:pt x="65613" y="55856"/>
                      <a:pt x="70213" y="48673"/>
                      <a:pt x="68038" y="41898"/>
                    </a:cubicBezTo>
                    <a:cubicBezTo>
                      <a:pt x="64095" y="29526"/>
                      <a:pt x="56912" y="10922"/>
                      <a:pt x="46534" y="0"/>
                    </a:cubicBezTo>
                    <a:lnTo>
                      <a:pt x="10958" y="0"/>
                    </a:lnTo>
                    <a:cubicBezTo>
                      <a:pt x="4387" y="0"/>
                      <a:pt x="-712" y="5756"/>
                      <a:pt x="81" y="12282"/>
                    </a:cubicBezTo>
                    <a:close/>
                  </a:path>
                </a:pathLst>
              </a:custGeom>
              <a:solidFill>
                <a:schemeClr val="tx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0B394334-23E5-7A43-7164-5966AE42565E}"/>
                  </a:ext>
                </a:extLst>
              </p:cNvPr>
              <p:cNvSpPr/>
              <p:nvPr/>
            </p:nvSpPr>
            <p:spPr>
              <a:xfrm>
                <a:off x="7752183" y="5893955"/>
                <a:ext cx="95387" cy="413560"/>
              </a:xfrm>
              <a:custGeom>
                <a:avLst/>
                <a:gdLst>
                  <a:gd name="connsiteX0" fmla="*/ 26738 w 95387"/>
                  <a:gd name="connsiteY0" fmla="*/ 23 h 413560"/>
                  <a:gd name="connsiteX1" fmla="*/ 20734 w 95387"/>
                  <a:gd name="connsiteY1" fmla="*/ 35349 h 413560"/>
                  <a:gd name="connsiteX2" fmla="*/ 44413 w 95387"/>
                  <a:gd name="connsiteY2" fmla="*/ 320498 h 413560"/>
                  <a:gd name="connsiteX3" fmla="*/ 34964 w 95387"/>
                  <a:gd name="connsiteY3" fmla="*/ 356776 h 413560"/>
                  <a:gd name="connsiteX4" fmla="*/ 0 w 95387"/>
                  <a:gd name="connsiteY4" fmla="*/ 413561 h 413560"/>
                  <a:gd name="connsiteX5" fmla="*/ 88871 w 95387"/>
                  <a:gd name="connsiteY5" fmla="*/ 361126 h 413560"/>
                  <a:gd name="connsiteX6" fmla="*/ 90638 w 95387"/>
                  <a:gd name="connsiteY6" fmla="*/ 350272 h 413560"/>
                  <a:gd name="connsiteX7" fmla="*/ 76091 w 95387"/>
                  <a:gd name="connsiteY7" fmla="*/ 330264 h 413560"/>
                  <a:gd name="connsiteX8" fmla="*/ 95148 w 95387"/>
                  <a:gd name="connsiteY8" fmla="*/ 102082 h 413560"/>
                  <a:gd name="connsiteX9" fmla="*/ 87172 w 95387"/>
                  <a:gd name="connsiteY9" fmla="*/ 63356 h 413560"/>
                  <a:gd name="connsiteX10" fmla="*/ 68795 w 95387"/>
                  <a:gd name="connsiteY10" fmla="*/ 28823 h 413560"/>
                  <a:gd name="connsiteX11" fmla="*/ 26738 w 95387"/>
                  <a:gd name="connsiteY11" fmla="*/ 0 h 413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5387" h="413560">
                    <a:moveTo>
                      <a:pt x="26738" y="23"/>
                    </a:moveTo>
                    <a:lnTo>
                      <a:pt x="20734" y="35349"/>
                    </a:lnTo>
                    <a:cubicBezTo>
                      <a:pt x="20734" y="35349"/>
                      <a:pt x="40833" y="239036"/>
                      <a:pt x="44413" y="320498"/>
                    </a:cubicBezTo>
                    <a:cubicBezTo>
                      <a:pt x="44980" y="333277"/>
                      <a:pt x="41671" y="345899"/>
                      <a:pt x="34964" y="356776"/>
                    </a:cubicBezTo>
                    <a:lnTo>
                      <a:pt x="0" y="413561"/>
                    </a:lnTo>
                    <a:lnTo>
                      <a:pt x="88871" y="361126"/>
                    </a:lnTo>
                    <a:lnTo>
                      <a:pt x="90638" y="350272"/>
                    </a:lnTo>
                    <a:lnTo>
                      <a:pt x="76091" y="330264"/>
                    </a:lnTo>
                    <a:lnTo>
                      <a:pt x="95148" y="102082"/>
                    </a:lnTo>
                    <a:cubicBezTo>
                      <a:pt x="96258" y="88667"/>
                      <a:pt x="93494" y="75230"/>
                      <a:pt x="87172" y="63356"/>
                    </a:cubicBezTo>
                    <a:lnTo>
                      <a:pt x="68795" y="28823"/>
                    </a:lnTo>
                    <a:lnTo>
                      <a:pt x="2673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6493439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52D0BAE8-715E-BBFA-D4AF-78076FBE49F1}"/>
                  </a:ext>
                </a:extLst>
              </p:cNvPr>
              <p:cNvSpPr/>
              <p:nvPr/>
            </p:nvSpPr>
            <p:spPr>
              <a:xfrm>
                <a:off x="7738825" y="6231424"/>
                <a:ext cx="110981" cy="84316"/>
              </a:xfrm>
              <a:custGeom>
                <a:avLst/>
                <a:gdLst>
                  <a:gd name="connsiteX0" fmla="*/ 7511 w 110981"/>
                  <a:gd name="connsiteY0" fmla="*/ 84316 h 84316"/>
                  <a:gd name="connsiteX1" fmla="*/ 35858 w 110981"/>
                  <a:gd name="connsiteY1" fmla="*/ 84316 h 84316"/>
                  <a:gd name="connsiteX2" fmla="*/ 49409 w 110981"/>
                  <a:gd name="connsiteY2" fmla="*/ 77677 h 84316"/>
                  <a:gd name="connsiteX3" fmla="*/ 85324 w 110981"/>
                  <a:gd name="connsiteY3" fmla="*/ 43189 h 84316"/>
                  <a:gd name="connsiteX4" fmla="*/ 95612 w 110981"/>
                  <a:gd name="connsiteY4" fmla="*/ 84316 h 84316"/>
                  <a:gd name="connsiteX5" fmla="*/ 102228 w 110981"/>
                  <a:gd name="connsiteY5" fmla="*/ 84316 h 84316"/>
                  <a:gd name="connsiteX6" fmla="*/ 110590 w 110981"/>
                  <a:gd name="connsiteY6" fmla="*/ 32222 h 84316"/>
                  <a:gd name="connsiteX7" fmla="*/ 94411 w 110981"/>
                  <a:gd name="connsiteY7" fmla="*/ 0 h 84316"/>
                  <a:gd name="connsiteX8" fmla="*/ 94411 w 110981"/>
                  <a:gd name="connsiteY8" fmla="*/ 0 h 84316"/>
                  <a:gd name="connsiteX9" fmla="*/ 77099 w 110981"/>
                  <a:gd name="connsiteY9" fmla="*/ 28755 h 84316"/>
                  <a:gd name="connsiteX10" fmla="*/ 17640 w 110981"/>
                  <a:gd name="connsiteY10" fmla="*/ 69134 h 84316"/>
                  <a:gd name="connsiteX11" fmla="*/ 6106 w 110981"/>
                  <a:gd name="connsiteY11" fmla="*/ 69451 h 84316"/>
                  <a:gd name="connsiteX12" fmla="*/ 7511 w 110981"/>
                  <a:gd name="connsiteY12" fmla="*/ 84316 h 84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981" h="84316">
                    <a:moveTo>
                      <a:pt x="7511" y="84316"/>
                    </a:moveTo>
                    <a:lnTo>
                      <a:pt x="35858" y="84316"/>
                    </a:lnTo>
                    <a:cubicBezTo>
                      <a:pt x="41161" y="84316"/>
                      <a:pt x="46169" y="81869"/>
                      <a:pt x="49409" y="77677"/>
                    </a:cubicBezTo>
                    <a:cubicBezTo>
                      <a:pt x="58246" y="66189"/>
                      <a:pt x="76555" y="43778"/>
                      <a:pt x="85324" y="43189"/>
                    </a:cubicBezTo>
                    <a:cubicBezTo>
                      <a:pt x="97107" y="42396"/>
                      <a:pt x="95612" y="84316"/>
                      <a:pt x="95612" y="84316"/>
                    </a:cubicBezTo>
                    <a:lnTo>
                      <a:pt x="102228" y="84316"/>
                    </a:lnTo>
                    <a:lnTo>
                      <a:pt x="110590" y="32222"/>
                    </a:lnTo>
                    <a:cubicBezTo>
                      <a:pt x="112697" y="19125"/>
                      <a:pt x="106171" y="6141"/>
                      <a:pt x="94411" y="0"/>
                    </a:cubicBezTo>
                    <a:lnTo>
                      <a:pt x="94411" y="0"/>
                    </a:lnTo>
                    <a:cubicBezTo>
                      <a:pt x="94411" y="0"/>
                      <a:pt x="91714" y="19940"/>
                      <a:pt x="77099" y="28755"/>
                    </a:cubicBezTo>
                    <a:cubicBezTo>
                      <a:pt x="62483" y="37570"/>
                      <a:pt x="17640" y="69134"/>
                      <a:pt x="17640" y="69134"/>
                    </a:cubicBezTo>
                    <a:cubicBezTo>
                      <a:pt x="17640" y="69134"/>
                      <a:pt x="12157" y="68341"/>
                      <a:pt x="6106" y="69451"/>
                    </a:cubicBezTo>
                    <a:cubicBezTo>
                      <a:pt x="-2844" y="71061"/>
                      <a:pt x="-1598" y="84316"/>
                      <a:pt x="7511" y="84316"/>
                    </a:cubicBezTo>
                    <a:close/>
                  </a:path>
                </a:pathLst>
              </a:custGeom>
              <a:solidFill>
                <a:schemeClr val="tx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D9193AD-04A8-1564-A936-0CEA0B0E8061}"/>
                  </a:ext>
                </a:extLst>
              </p:cNvPr>
              <p:cNvSpPr/>
              <p:nvPr/>
            </p:nvSpPr>
            <p:spPr>
              <a:xfrm>
                <a:off x="7900626" y="5896039"/>
                <a:ext cx="212991" cy="399126"/>
              </a:xfrm>
              <a:custGeom>
                <a:avLst/>
                <a:gdLst>
                  <a:gd name="connsiteX0" fmla="*/ 0 w 212991"/>
                  <a:gd name="connsiteY0" fmla="*/ 14706 h 399126"/>
                  <a:gd name="connsiteX1" fmla="*/ 136524 w 212991"/>
                  <a:gd name="connsiteY1" fmla="*/ 289182 h 399126"/>
                  <a:gd name="connsiteX2" fmla="*/ 162062 w 212991"/>
                  <a:gd name="connsiteY2" fmla="*/ 386799 h 399126"/>
                  <a:gd name="connsiteX3" fmla="*/ 191882 w 212991"/>
                  <a:gd name="connsiteY3" fmla="*/ 399126 h 399126"/>
                  <a:gd name="connsiteX4" fmla="*/ 211165 w 212991"/>
                  <a:gd name="connsiteY4" fmla="*/ 390334 h 399126"/>
                  <a:gd name="connsiteX5" fmla="*/ 211641 w 212991"/>
                  <a:gd name="connsiteY5" fmla="*/ 378144 h 399126"/>
                  <a:gd name="connsiteX6" fmla="*/ 175182 w 212991"/>
                  <a:gd name="connsiteY6" fmla="*/ 300285 h 399126"/>
                  <a:gd name="connsiteX7" fmla="*/ 133760 w 212991"/>
                  <a:gd name="connsiteY7" fmla="*/ 130655 h 399126"/>
                  <a:gd name="connsiteX8" fmla="*/ 60614 w 212991"/>
                  <a:gd name="connsiteY8" fmla="*/ 14683 h 399126"/>
                  <a:gd name="connsiteX9" fmla="*/ 0 w 212991"/>
                  <a:gd name="connsiteY9" fmla="*/ 14683 h 39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2991" h="399126">
                    <a:moveTo>
                      <a:pt x="0" y="14706"/>
                    </a:moveTo>
                    <a:cubicBezTo>
                      <a:pt x="0" y="14706"/>
                      <a:pt x="117807" y="238152"/>
                      <a:pt x="136524" y="289182"/>
                    </a:cubicBezTo>
                    <a:cubicBezTo>
                      <a:pt x="155241" y="340211"/>
                      <a:pt x="161812" y="382766"/>
                      <a:pt x="162062" y="386799"/>
                    </a:cubicBezTo>
                    <a:cubicBezTo>
                      <a:pt x="162447" y="393099"/>
                      <a:pt x="170287" y="399126"/>
                      <a:pt x="191882" y="399126"/>
                    </a:cubicBezTo>
                    <a:cubicBezTo>
                      <a:pt x="203030" y="399126"/>
                      <a:pt x="208491" y="394662"/>
                      <a:pt x="211165" y="390334"/>
                    </a:cubicBezTo>
                    <a:cubicBezTo>
                      <a:pt x="213454" y="386641"/>
                      <a:pt x="213567" y="382041"/>
                      <a:pt x="211641" y="378144"/>
                    </a:cubicBezTo>
                    <a:cubicBezTo>
                      <a:pt x="204820" y="364344"/>
                      <a:pt x="183203" y="320271"/>
                      <a:pt x="175182" y="300285"/>
                    </a:cubicBezTo>
                    <a:cubicBezTo>
                      <a:pt x="165619" y="276425"/>
                      <a:pt x="145044" y="168270"/>
                      <a:pt x="133760" y="130655"/>
                    </a:cubicBezTo>
                    <a:cubicBezTo>
                      <a:pt x="122475" y="93040"/>
                      <a:pt x="109718" y="52253"/>
                      <a:pt x="60614" y="14683"/>
                    </a:cubicBezTo>
                    <a:cubicBezTo>
                      <a:pt x="60614" y="14683"/>
                      <a:pt x="26897" y="-18354"/>
                      <a:pt x="0" y="1468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6493427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1C48204D-60AF-0D37-18DF-9275D13B2CB6}"/>
                  </a:ext>
                </a:extLst>
              </p:cNvPr>
              <p:cNvSpPr/>
              <p:nvPr/>
            </p:nvSpPr>
            <p:spPr>
              <a:xfrm>
                <a:off x="7660470" y="5275189"/>
                <a:ext cx="212330" cy="287624"/>
              </a:xfrm>
              <a:custGeom>
                <a:avLst/>
                <a:gdLst>
                  <a:gd name="connsiteX0" fmla="*/ 165742 w 212330"/>
                  <a:gd name="connsiteY0" fmla="*/ 269423 h 287624"/>
                  <a:gd name="connsiteX1" fmla="*/ 212330 w 212330"/>
                  <a:gd name="connsiteY1" fmla="*/ 67843 h 287624"/>
                  <a:gd name="connsiteX2" fmla="*/ 75262 w 212330"/>
                  <a:gd name="connsiteY2" fmla="*/ 0 h 287624"/>
                  <a:gd name="connsiteX3" fmla="*/ 825 w 212330"/>
                  <a:gd name="connsiteY3" fmla="*/ 110058 h 287624"/>
                  <a:gd name="connsiteX4" fmla="*/ 60194 w 212330"/>
                  <a:gd name="connsiteY4" fmla="*/ 279710 h 287624"/>
                  <a:gd name="connsiteX5" fmla="*/ 165742 w 212330"/>
                  <a:gd name="connsiteY5" fmla="*/ 269423 h 28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2330" h="287624">
                    <a:moveTo>
                      <a:pt x="165742" y="269423"/>
                    </a:moveTo>
                    <a:cubicBezTo>
                      <a:pt x="135355" y="140648"/>
                      <a:pt x="212330" y="67843"/>
                      <a:pt x="212330" y="67843"/>
                    </a:cubicBezTo>
                    <a:cubicBezTo>
                      <a:pt x="163748" y="21209"/>
                      <a:pt x="75262" y="0"/>
                      <a:pt x="75262" y="0"/>
                    </a:cubicBezTo>
                    <a:cubicBezTo>
                      <a:pt x="75262" y="0"/>
                      <a:pt x="-9190" y="61747"/>
                      <a:pt x="825" y="110058"/>
                    </a:cubicBezTo>
                    <a:cubicBezTo>
                      <a:pt x="6694" y="138382"/>
                      <a:pt x="60194" y="279710"/>
                      <a:pt x="60194" y="279710"/>
                    </a:cubicBezTo>
                    <a:cubicBezTo>
                      <a:pt x="60194" y="279710"/>
                      <a:pt x="109659" y="303118"/>
                      <a:pt x="165742" y="26942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5030890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E385676F-4193-687F-86AD-CBDDD398E46D}"/>
                  </a:ext>
                </a:extLst>
              </p:cNvPr>
              <p:cNvSpPr/>
              <p:nvPr/>
            </p:nvSpPr>
            <p:spPr>
              <a:xfrm>
                <a:off x="7714534" y="5544611"/>
                <a:ext cx="250444" cy="388978"/>
              </a:xfrm>
              <a:custGeom>
                <a:avLst/>
                <a:gdLst>
                  <a:gd name="connsiteX0" fmla="*/ 179044 w 250444"/>
                  <a:gd name="connsiteY0" fmla="*/ 63741 h 388978"/>
                  <a:gd name="connsiteX1" fmla="*/ 111677 w 250444"/>
                  <a:gd name="connsiteY1" fmla="*/ 0 h 388978"/>
                  <a:gd name="connsiteX2" fmla="*/ 6129 w 250444"/>
                  <a:gd name="connsiteY2" fmla="*/ 10288 h 388978"/>
                  <a:gd name="connsiteX3" fmla="*/ 2685 w 250444"/>
                  <a:gd name="connsiteY3" fmla="*/ 92089 h 388978"/>
                  <a:gd name="connsiteX4" fmla="*/ 58359 w 250444"/>
                  <a:gd name="connsiteY4" fmla="*/ 384692 h 388978"/>
                  <a:gd name="connsiteX5" fmla="*/ 250445 w 250444"/>
                  <a:gd name="connsiteY5" fmla="*/ 369261 h 388978"/>
                  <a:gd name="connsiteX6" fmla="*/ 179044 w 250444"/>
                  <a:gd name="connsiteY6" fmla="*/ 63741 h 38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0444" h="388978">
                    <a:moveTo>
                      <a:pt x="179044" y="63741"/>
                    </a:moveTo>
                    <a:cubicBezTo>
                      <a:pt x="166672" y="26489"/>
                      <a:pt x="111677" y="0"/>
                      <a:pt x="111677" y="0"/>
                    </a:cubicBezTo>
                    <a:cubicBezTo>
                      <a:pt x="55595" y="33695"/>
                      <a:pt x="6129" y="10288"/>
                      <a:pt x="6129" y="10288"/>
                    </a:cubicBezTo>
                    <a:cubicBezTo>
                      <a:pt x="6129" y="10288"/>
                      <a:pt x="-4952" y="52684"/>
                      <a:pt x="2685" y="92089"/>
                    </a:cubicBezTo>
                    <a:cubicBezTo>
                      <a:pt x="10344" y="131494"/>
                      <a:pt x="58359" y="384692"/>
                      <a:pt x="58359" y="384692"/>
                    </a:cubicBezTo>
                    <a:cubicBezTo>
                      <a:pt x="134042" y="400033"/>
                      <a:pt x="250445" y="369261"/>
                      <a:pt x="250445" y="369261"/>
                    </a:cubicBezTo>
                    <a:cubicBezTo>
                      <a:pt x="202248" y="283676"/>
                      <a:pt x="191416" y="100994"/>
                      <a:pt x="179044" y="63741"/>
                    </a:cubicBezTo>
                    <a:close/>
                  </a:path>
                </a:pathLst>
              </a:custGeom>
              <a:solidFill>
                <a:schemeClr val="tx1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2BF4A52B-B6AD-AEA3-CD35-BF7E6295C4A6}"/>
                  </a:ext>
                </a:extLst>
              </p:cNvPr>
              <p:cNvSpPr/>
              <p:nvPr/>
            </p:nvSpPr>
            <p:spPr>
              <a:xfrm>
                <a:off x="7743193" y="5179484"/>
                <a:ext cx="72818" cy="129274"/>
              </a:xfrm>
              <a:custGeom>
                <a:avLst/>
                <a:gdLst>
                  <a:gd name="connsiteX0" fmla="*/ 47738 w 72818"/>
                  <a:gd name="connsiteY0" fmla="*/ 10595 h 129274"/>
                  <a:gd name="connsiteX1" fmla="*/ 72436 w 72818"/>
                  <a:gd name="connsiteY1" fmla="*/ 121559 h 129274"/>
                  <a:gd name="connsiteX2" fmla="*/ 56008 w 72818"/>
                  <a:gd name="connsiteY2" fmla="*/ 127882 h 129274"/>
                  <a:gd name="connsiteX3" fmla="*/ 12003 w 72818"/>
                  <a:gd name="connsiteY3" fmla="*/ 105947 h 129274"/>
                  <a:gd name="connsiteX4" fmla="*/ 10734 w 72818"/>
                  <a:gd name="connsiteY4" fmla="*/ 101755 h 129274"/>
                  <a:gd name="connsiteX5" fmla="*/ 130 w 72818"/>
                  <a:gd name="connsiteY5" fmla="*/ 24803 h 129274"/>
                  <a:gd name="connsiteX6" fmla="*/ 8219 w 72818"/>
                  <a:gd name="connsiteY6" fmla="*/ 10278 h 129274"/>
                  <a:gd name="connsiteX7" fmla="*/ 28703 w 72818"/>
                  <a:gd name="connsiteY7" fmla="*/ 1192 h 129274"/>
                  <a:gd name="connsiteX8" fmla="*/ 47738 w 72818"/>
                  <a:gd name="connsiteY8" fmla="*/ 10573 h 129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818" h="129274">
                    <a:moveTo>
                      <a:pt x="47738" y="10595"/>
                    </a:moveTo>
                    <a:lnTo>
                      <a:pt x="72436" y="121559"/>
                    </a:lnTo>
                    <a:cubicBezTo>
                      <a:pt x="74793" y="131326"/>
                      <a:pt x="65888" y="129740"/>
                      <a:pt x="56008" y="127882"/>
                    </a:cubicBezTo>
                    <a:cubicBezTo>
                      <a:pt x="39829" y="124823"/>
                      <a:pt x="18960" y="118546"/>
                      <a:pt x="12003" y="105947"/>
                    </a:cubicBezTo>
                    <a:cubicBezTo>
                      <a:pt x="11301" y="104656"/>
                      <a:pt x="10938" y="103205"/>
                      <a:pt x="10734" y="101755"/>
                    </a:cubicBezTo>
                    <a:lnTo>
                      <a:pt x="130" y="24803"/>
                    </a:lnTo>
                    <a:cubicBezTo>
                      <a:pt x="-709" y="18708"/>
                      <a:pt x="2577" y="12771"/>
                      <a:pt x="8219" y="10278"/>
                    </a:cubicBezTo>
                    <a:lnTo>
                      <a:pt x="28703" y="1192"/>
                    </a:lnTo>
                    <a:cubicBezTo>
                      <a:pt x="36589" y="-2298"/>
                      <a:pt x="45721" y="2189"/>
                      <a:pt x="47738" y="1057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5267844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D4EE084F-5B88-D49B-0519-E947C1F476C3}"/>
                  </a:ext>
                </a:extLst>
              </p:cNvPr>
              <p:cNvSpPr/>
              <p:nvPr/>
            </p:nvSpPr>
            <p:spPr>
              <a:xfrm>
                <a:off x="7833243" y="5343009"/>
                <a:ext cx="123172" cy="285174"/>
              </a:xfrm>
              <a:custGeom>
                <a:avLst/>
                <a:gdLst>
                  <a:gd name="connsiteX0" fmla="*/ 39557 w 123172"/>
                  <a:gd name="connsiteY0" fmla="*/ 0 h 285174"/>
                  <a:gd name="connsiteX1" fmla="*/ 61605 w 123172"/>
                  <a:gd name="connsiteY1" fmla="*/ 252995 h 285174"/>
                  <a:gd name="connsiteX2" fmla="*/ 44587 w 123172"/>
                  <a:gd name="connsiteY2" fmla="*/ 262851 h 285174"/>
                  <a:gd name="connsiteX3" fmla="*/ 13499 w 123172"/>
                  <a:gd name="connsiteY3" fmla="*/ 283948 h 285174"/>
                  <a:gd name="connsiteX4" fmla="*/ 4933 w 123172"/>
                  <a:gd name="connsiteY4" fmla="*/ 282407 h 285174"/>
                  <a:gd name="connsiteX5" fmla="*/ 4933 w 123172"/>
                  <a:gd name="connsiteY5" fmla="*/ 282407 h 285174"/>
                  <a:gd name="connsiteX6" fmla="*/ 4480 w 123172"/>
                  <a:gd name="connsiteY6" fmla="*/ 274748 h 285174"/>
                  <a:gd name="connsiteX7" fmla="*/ 25825 w 123172"/>
                  <a:gd name="connsiteY7" fmla="*/ 229610 h 285174"/>
                  <a:gd name="connsiteX8" fmla="*/ 47216 w 123172"/>
                  <a:gd name="connsiteY8" fmla="*/ 228681 h 285174"/>
                  <a:gd name="connsiteX9" fmla="*/ 47216 w 123172"/>
                  <a:gd name="connsiteY9" fmla="*/ 228681 h 285174"/>
                  <a:gd name="connsiteX10" fmla="*/ 59543 w 123172"/>
                  <a:gd name="connsiteY10" fmla="*/ 225894 h 285174"/>
                  <a:gd name="connsiteX11" fmla="*/ 3279 w 123172"/>
                  <a:gd name="connsiteY11" fmla="*/ 53907 h 285174"/>
                  <a:gd name="connsiteX12" fmla="*/ 1126 w 123172"/>
                  <a:gd name="connsiteY12" fmla="*/ 42079 h 285174"/>
                  <a:gd name="connsiteX13" fmla="*/ 39557 w 123172"/>
                  <a:gd name="connsiteY13" fmla="*/ 23 h 285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172" h="285174">
                    <a:moveTo>
                      <a:pt x="39557" y="0"/>
                    </a:moveTo>
                    <a:cubicBezTo>
                      <a:pt x="39557" y="0"/>
                      <a:pt x="211997" y="123359"/>
                      <a:pt x="61605" y="252995"/>
                    </a:cubicBezTo>
                    <a:cubicBezTo>
                      <a:pt x="61605" y="252995"/>
                      <a:pt x="55872" y="259475"/>
                      <a:pt x="44587" y="262851"/>
                    </a:cubicBezTo>
                    <a:cubicBezTo>
                      <a:pt x="38900" y="264551"/>
                      <a:pt x="22041" y="277308"/>
                      <a:pt x="13499" y="283948"/>
                    </a:cubicBezTo>
                    <a:cubicBezTo>
                      <a:pt x="10757" y="286078"/>
                      <a:pt x="6791" y="285353"/>
                      <a:pt x="4933" y="282407"/>
                    </a:cubicBezTo>
                    <a:lnTo>
                      <a:pt x="4933" y="282407"/>
                    </a:lnTo>
                    <a:cubicBezTo>
                      <a:pt x="3483" y="280095"/>
                      <a:pt x="3324" y="277218"/>
                      <a:pt x="4480" y="274748"/>
                    </a:cubicBezTo>
                    <a:lnTo>
                      <a:pt x="25825" y="229610"/>
                    </a:lnTo>
                    <a:cubicBezTo>
                      <a:pt x="31762" y="224081"/>
                      <a:pt x="40826" y="223696"/>
                      <a:pt x="47216" y="228681"/>
                    </a:cubicBezTo>
                    <a:lnTo>
                      <a:pt x="47216" y="228681"/>
                    </a:lnTo>
                    <a:cubicBezTo>
                      <a:pt x="51295" y="231876"/>
                      <a:pt x="57254" y="230539"/>
                      <a:pt x="59543" y="225894"/>
                    </a:cubicBezTo>
                    <a:cubicBezTo>
                      <a:pt x="71167" y="202214"/>
                      <a:pt x="93124" y="132581"/>
                      <a:pt x="3279" y="53907"/>
                    </a:cubicBezTo>
                    <a:cubicBezTo>
                      <a:pt x="-97" y="50939"/>
                      <a:pt x="-958" y="46067"/>
                      <a:pt x="1126" y="42079"/>
                    </a:cubicBezTo>
                    <a:cubicBezTo>
                      <a:pt x="7448" y="29956"/>
                      <a:pt x="21882" y="5869"/>
                      <a:pt x="39557" y="2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0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200" name="Graphic 3">
                <a:extLst>
                  <a:ext uri="{FF2B5EF4-FFF2-40B4-BE49-F238E27FC236}">
                    <a16:creationId xmlns:a16="http://schemas.microsoft.com/office/drawing/2014/main" id="{E92E3395-94F8-DAEE-2E3B-3A3B582C669B}"/>
                  </a:ext>
                </a:extLst>
              </p:cNvPr>
              <p:cNvGrpSpPr/>
              <p:nvPr/>
            </p:nvGrpSpPr>
            <p:grpSpPr>
              <a:xfrm>
                <a:off x="7702535" y="5046138"/>
                <a:ext cx="137335" cy="166598"/>
                <a:chOff x="7702535" y="5046138"/>
                <a:chExt cx="137335" cy="166598"/>
              </a:xfrm>
            </p:grpSpPr>
            <p:sp>
              <p:nvSpPr>
                <p:cNvPr id="201" name="Freeform: Shape 200">
                  <a:extLst>
                    <a:ext uri="{FF2B5EF4-FFF2-40B4-BE49-F238E27FC236}">
                      <a16:creationId xmlns:a16="http://schemas.microsoft.com/office/drawing/2014/main" id="{AEA057E9-D84E-AC3C-0F22-9056DDB09227}"/>
                    </a:ext>
                  </a:extLst>
                </p:cNvPr>
                <p:cNvSpPr/>
                <p:nvPr/>
              </p:nvSpPr>
              <p:spPr>
                <a:xfrm>
                  <a:off x="7702535" y="5084996"/>
                  <a:ext cx="105517" cy="127740"/>
                </a:xfrm>
                <a:custGeom>
                  <a:avLst/>
                  <a:gdLst>
                    <a:gd name="connsiteX0" fmla="*/ 41083 w 105517"/>
                    <a:gd name="connsiteY0" fmla="*/ 3931 h 127740"/>
                    <a:gd name="connsiteX1" fmla="*/ 3468 w 105517"/>
                    <a:gd name="connsiteY1" fmla="*/ 67083 h 127740"/>
                    <a:gd name="connsiteX2" fmla="*/ 29368 w 105517"/>
                    <a:gd name="connsiteY2" fmla="*/ 127698 h 127740"/>
                    <a:gd name="connsiteX3" fmla="*/ 99137 w 105517"/>
                    <a:gd name="connsiteY3" fmla="*/ 88360 h 127740"/>
                    <a:gd name="connsiteX4" fmla="*/ 41083 w 105517"/>
                    <a:gd name="connsiteY4" fmla="*/ 3953 h 12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5517" h="127740">
                      <a:moveTo>
                        <a:pt x="41083" y="3931"/>
                      </a:moveTo>
                      <a:cubicBezTo>
                        <a:pt x="41083" y="3931"/>
                        <a:pt x="14775" y="21741"/>
                        <a:pt x="3468" y="67083"/>
                      </a:cubicBezTo>
                      <a:cubicBezTo>
                        <a:pt x="-7840" y="112425"/>
                        <a:pt x="10537" y="128695"/>
                        <a:pt x="29368" y="127698"/>
                      </a:cubicBezTo>
                      <a:cubicBezTo>
                        <a:pt x="48198" y="126701"/>
                        <a:pt x="75503" y="120877"/>
                        <a:pt x="99137" y="88360"/>
                      </a:cubicBezTo>
                      <a:cubicBezTo>
                        <a:pt x="122793" y="55821"/>
                        <a:pt x="75548" y="-17800"/>
                        <a:pt x="41083" y="395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9021904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06D7A321-4E6B-28BF-A8CC-2175F5ABB946}"/>
                    </a:ext>
                  </a:extLst>
                </p:cNvPr>
                <p:cNvSpPr/>
                <p:nvPr/>
              </p:nvSpPr>
              <p:spPr>
                <a:xfrm>
                  <a:off x="7711692" y="5046138"/>
                  <a:ext cx="128178" cy="144639"/>
                </a:xfrm>
                <a:custGeom>
                  <a:avLst/>
                  <a:gdLst>
                    <a:gd name="connsiteX0" fmla="*/ 66141 w 128178"/>
                    <a:gd name="connsiteY0" fmla="*/ 108909 h 144639"/>
                    <a:gd name="connsiteX1" fmla="*/ 21842 w 128178"/>
                    <a:gd name="connsiteY1" fmla="*/ 53869 h 144639"/>
                    <a:gd name="connsiteX2" fmla="*/ 10942 w 128178"/>
                    <a:gd name="connsiteY2" fmla="*/ 65222 h 144639"/>
                    <a:gd name="connsiteX3" fmla="*/ 13752 w 128178"/>
                    <a:gd name="connsiteY3" fmla="*/ 13014 h 144639"/>
                    <a:gd name="connsiteX4" fmla="*/ 105954 w 128178"/>
                    <a:gd name="connsiteY4" fmla="*/ 37214 h 144639"/>
                    <a:gd name="connsiteX5" fmla="*/ 117715 w 128178"/>
                    <a:gd name="connsiteY5" fmla="*/ 132317 h 144639"/>
                    <a:gd name="connsiteX6" fmla="*/ 84767 w 128178"/>
                    <a:gd name="connsiteY6" fmla="*/ 135942 h 144639"/>
                    <a:gd name="connsiteX7" fmla="*/ 86240 w 128178"/>
                    <a:gd name="connsiteY7" fmla="*/ 104491 h 144639"/>
                    <a:gd name="connsiteX8" fmla="*/ 69857 w 128178"/>
                    <a:gd name="connsiteY8" fmla="*/ 109974 h 144639"/>
                    <a:gd name="connsiteX9" fmla="*/ 66141 w 128178"/>
                    <a:gd name="connsiteY9" fmla="*/ 108909 h 144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8178" h="144639">
                      <a:moveTo>
                        <a:pt x="66141" y="108909"/>
                      </a:moveTo>
                      <a:cubicBezTo>
                        <a:pt x="66141" y="108909"/>
                        <a:pt x="75772" y="43944"/>
                        <a:pt x="21842" y="53869"/>
                      </a:cubicBezTo>
                      <a:lnTo>
                        <a:pt x="10942" y="65222"/>
                      </a:lnTo>
                      <a:cubicBezTo>
                        <a:pt x="10942" y="65222"/>
                        <a:pt x="-15456" y="35492"/>
                        <a:pt x="13752" y="13014"/>
                      </a:cubicBezTo>
                      <a:cubicBezTo>
                        <a:pt x="42960" y="-9464"/>
                        <a:pt x="83521" y="-3709"/>
                        <a:pt x="105954" y="37214"/>
                      </a:cubicBezTo>
                      <a:cubicBezTo>
                        <a:pt x="128387" y="78138"/>
                        <a:pt x="136522" y="106893"/>
                        <a:pt x="117715" y="132317"/>
                      </a:cubicBezTo>
                      <a:cubicBezTo>
                        <a:pt x="98907" y="157741"/>
                        <a:pt x="84767" y="135942"/>
                        <a:pt x="84767" y="135942"/>
                      </a:cubicBezTo>
                      <a:cubicBezTo>
                        <a:pt x="84767" y="135942"/>
                        <a:pt x="93401" y="113940"/>
                        <a:pt x="86240" y="104491"/>
                      </a:cubicBezTo>
                      <a:cubicBezTo>
                        <a:pt x="79080" y="95042"/>
                        <a:pt x="69857" y="109974"/>
                        <a:pt x="69857" y="109974"/>
                      </a:cubicBezTo>
                      <a:lnTo>
                        <a:pt x="66141" y="108909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202">
                  <a:extLst>
                    <a:ext uri="{FF2B5EF4-FFF2-40B4-BE49-F238E27FC236}">
                      <a16:creationId xmlns:a16="http://schemas.microsoft.com/office/drawing/2014/main" id="{7590D345-7445-818B-99CF-362E4880BC9E}"/>
                    </a:ext>
                  </a:extLst>
                </p:cNvPr>
                <p:cNvSpPr/>
                <p:nvPr/>
              </p:nvSpPr>
              <p:spPr>
                <a:xfrm>
                  <a:off x="7780666" y="5139550"/>
                  <a:ext cx="27914" cy="40309"/>
                </a:xfrm>
                <a:custGeom>
                  <a:avLst/>
                  <a:gdLst>
                    <a:gd name="connsiteX0" fmla="*/ 0 w 27914"/>
                    <a:gd name="connsiteY0" fmla="*/ 25581 h 40309"/>
                    <a:gd name="connsiteX1" fmla="*/ 21821 w 27914"/>
                    <a:gd name="connsiteY1" fmla="*/ 1720 h 40309"/>
                    <a:gd name="connsiteX2" fmla="*/ 6367 w 27914"/>
                    <a:gd name="connsiteY2" fmla="*/ 40309 h 40309"/>
                    <a:gd name="connsiteX3" fmla="*/ 0 w 27914"/>
                    <a:gd name="connsiteY3" fmla="*/ 25581 h 40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14" h="40309">
                      <a:moveTo>
                        <a:pt x="0" y="25581"/>
                      </a:moveTo>
                      <a:cubicBezTo>
                        <a:pt x="0" y="25581"/>
                        <a:pt x="4758" y="-7842"/>
                        <a:pt x="21821" y="1720"/>
                      </a:cubicBezTo>
                      <a:cubicBezTo>
                        <a:pt x="38884" y="11282"/>
                        <a:pt x="15658" y="32945"/>
                        <a:pt x="6367" y="40309"/>
                      </a:cubicBezTo>
                      <a:lnTo>
                        <a:pt x="0" y="2558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9021904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0EC7B462-B857-9CBE-B115-B8D9E4EF84F9}"/>
                  </a:ext>
                </a:extLst>
              </p:cNvPr>
              <p:cNvSpPr/>
              <p:nvPr/>
            </p:nvSpPr>
            <p:spPr>
              <a:xfrm>
                <a:off x="7468795" y="4933029"/>
                <a:ext cx="77522" cy="125127"/>
              </a:xfrm>
              <a:custGeom>
                <a:avLst/>
                <a:gdLst>
                  <a:gd name="connsiteX0" fmla="*/ 55976 w 77522"/>
                  <a:gd name="connsiteY0" fmla="*/ 121138 h 125127"/>
                  <a:gd name="connsiteX1" fmla="*/ 76347 w 77522"/>
                  <a:gd name="connsiteY1" fmla="*/ 114499 h 125127"/>
                  <a:gd name="connsiteX2" fmla="*/ 75078 w 77522"/>
                  <a:gd name="connsiteY2" fmla="*/ 69542 h 125127"/>
                  <a:gd name="connsiteX3" fmla="*/ 3519 w 77522"/>
                  <a:gd name="connsiteY3" fmla="*/ 0 h 125127"/>
                  <a:gd name="connsiteX4" fmla="*/ 2703 w 77522"/>
                  <a:gd name="connsiteY4" fmla="*/ 15091 h 125127"/>
                  <a:gd name="connsiteX5" fmla="*/ 25612 w 77522"/>
                  <a:gd name="connsiteY5" fmla="*/ 37275 h 125127"/>
                  <a:gd name="connsiteX6" fmla="*/ 13670 w 77522"/>
                  <a:gd name="connsiteY6" fmla="*/ 63198 h 125127"/>
                  <a:gd name="connsiteX7" fmla="*/ 17591 w 77522"/>
                  <a:gd name="connsiteY7" fmla="*/ 85835 h 125127"/>
                  <a:gd name="connsiteX8" fmla="*/ 32591 w 77522"/>
                  <a:gd name="connsiteY8" fmla="*/ 108472 h 125127"/>
                  <a:gd name="connsiteX9" fmla="*/ 56021 w 77522"/>
                  <a:gd name="connsiteY9" fmla="*/ 121161 h 125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7522" h="125127">
                    <a:moveTo>
                      <a:pt x="55976" y="121138"/>
                    </a:moveTo>
                    <a:cubicBezTo>
                      <a:pt x="54934" y="124945"/>
                      <a:pt x="68824" y="130157"/>
                      <a:pt x="76347" y="114499"/>
                    </a:cubicBezTo>
                    <a:cubicBezTo>
                      <a:pt x="76347" y="107112"/>
                      <a:pt x="79700" y="75389"/>
                      <a:pt x="75078" y="69542"/>
                    </a:cubicBezTo>
                    <a:cubicBezTo>
                      <a:pt x="50447" y="38431"/>
                      <a:pt x="3519" y="0"/>
                      <a:pt x="3519" y="0"/>
                    </a:cubicBezTo>
                    <a:cubicBezTo>
                      <a:pt x="-3891" y="7863"/>
                      <a:pt x="2703" y="15091"/>
                      <a:pt x="2703" y="15091"/>
                    </a:cubicBezTo>
                    <a:lnTo>
                      <a:pt x="25612" y="37275"/>
                    </a:lnTo>
                    <a:cubicBezTo>
                      <a:pt x="21307" y="45772"/>
                      <a:pt x="15936" y="53024"/>
                      <a:pt x="13670" y="63198"/>
                    </a:cubicBezTo>
                    <a:cubicBezTo>
                      <a:pt x="11948" y="70902"/>
                      <a:pt x="13466" y="79037"/>
                      <a:pt x="17591" y="85835"/>
                    </a:cubicBezTo>
                    <a:cubicBezTo>
                      <a:pt x="21714" y="92678"/>
                      <a:pt x="27334" y="101538"/>
                      <a:pt x="32591" y="108472"/>
                    </a:cubicBezTo>
                    <a:cubicBezTo>
                      <a:pt x="42539" y="121569"/>
                      <a:pt x="56021" y="121161"/>
                      <a:pt x="56021" y="12116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3851120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05" name="Graphic 3">
              <a:extLst>
                <a:ext uri="{FF2B5EF4-FFF2-40B4-BE49-F238E27FC236}">
                  <a16:creationId xmlns:a16="http://schemas.microsoft.com/office/drawing/2014/main" id="{3A7135D8-5994-8133-B22D-F8180EECCB28}"/>
                </a:ext>
              </a:extLst>
            </p:cNvPr>
            <p:cNvGrpSpPr/>
            <p:nvPr/>
          </p:nvGrpSpPr>
          <p:grpSpPr>
            <a:xfrm>
              <a:off x="4648174" y="4785560"/>
              <a:ext cx="879816" cy="1530180"/>
              <a:chOff x="4648174" y="4785560"/>
              <a:chExt cx="879816" cy="1530180"/>
            </a:xfrm>
          </p:grpSpPr>
          <p:grpSp>
            <p:nvGrpSpPr>
              <p:cNvPr id="206" name="Graphic 3">
                <a:extLst>
                  <a:ext uri="{FF2B5EF4-FFF2-40B4-BE49-F238E27FC236}">
                    <a16:creationId xmlns:a16="http://schemas.microsoft.com/office/drawing/2014/main" id="{A7E58041-EB7B-1058-13A0-C0FE8A7BA54F}"/>
                  </a:ext>
                </a:extLst>
              </p:cNvPr>
              <p:cNvGrpSpPr/>
              <p:nvPr/>
            </p:nvGrpSpPr>
            <p:grpSpPr>
              <a:xfrm>
                <a:off x="4648174" y="5212501"/>
                <a:ext cx="754513" cy="1103239"/>
                <a:chOff x="4648174" y="5212501"/>
                <a:chExt cx="754513" cy="1103239"/>
              </a:xfrm>
              <a:solidFill>
                <a:srgbClr val="7D97F4"/>
              </a:solidFill>
            </p:grpSpPr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6E8DD104-65FD-C908-8B13-1DD6008F3DBF}"/>
                    </a:ext>
                  </a:extLst>
                </p:cNvPr>
                <p:cNvSpPr/>
                <p:nvPr/>
              </p:nvSpPr>
              <p:spPr>
                <a:xfrm>
                  <a:off x="4648174" y="5223026"/>
                  <a:ext cx="573683" cy="1083900"/>
                </a:xfrm>
                <a:custGeom>
                  <a:avLst/>
                  <a:gdLst>
                    <a:gd name="connsiteX0" fmla="*/ 12128 w 573683"/>
                    <a:gd name="connsiteY0" fmla="*/ 1083878 h 1083900"/>
                    <a:gd name="connsiteX1" fmla="*/ 6554 w 573683"/>
                    <a:gd name="connsiteY1" fmla="*/ 1082518 h 1083900"/>
                    <a:gd name="connsiteX2" fmla="*/ 1365 w 573683"/>
                    <a:gd name="connsiteY2" fmla="*/ 1066135 h 1083900"/>
                    <a:gd name="connsiteX3" fmla="*/ 550747 w 573683"/>
                    <a:gd name="connsiteY3" fmla="*/ 6549 h 1083900"/>
                    <a:gd name="connsiteX4" fmla="*/ 567130 w 573683"/>
                    <a:gd name="connsiteY4" fmla="*/ 1360 h 1083900"/>
                    <a:gd name="connsiteX5" fmla="*/ 572319 w 573683"/>
                    <a:gd name="connsiteY5" fmla="*/ 17743 h 1083900"/>
                    <a:gd name="connsiteX6" fmla="*/ 22936 w 573683"/>
                    <a:gd name="connsiteY6" fmla="*/ 1077329 h 1083900"/>
                    <a:gd name="connsiteX7" fmla="*/ 12128 w 573683"/>
                    <a:gd name="connsiteY7" fmla="*/ 1083901 h 1083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73683" h="1083900">
                      <a:moveTo>
                        <a:pt x="12128" y="1083878"/>
                      </a:moveTo>
                      <a:cubicBezTo>
                        <a:pt x="10202" y="1083878"/>
                        <a:pt x="8276" y="1083402"/>
                        <a:pt x="6554" y="1082518"/>
                      </a:cubicBezTo>
                      <a:cubicBezTo>
                        <a:pt x="594" y="1079437"/>
                        <a:pt x="-1717" y="1072072"/>
                        <a:pt x="1365" y="1066135"/>
                      </a:cubicBezTo>
                      <a:lnTo>
                        <a:pt x="550747" y="6549"/>
                      </a:lnTo>
                      <a:cubicBezTo>
                        <a:pt x="553829" y="612"/>
                        <a:pt x="561170" y="-1721"/>
                        <a:pt x="567130" y="1360"/>
                      </a:cubicBezTo>
                      <a:cubicBezTo>
                        <a:pt x="573089" y="4442"/>
                        <a:pt x="575400" y="11806"/>
                        <a:pt x="572319" y="17743"/>
                      </a:cubicBezTo>
                      <a:lnTo>
                        <a:pt x="22936" y="1077329"/>
                      </a:lnTo>
                      <a:cubicBezTo>
                        <a:pt x="20829" y="1081385"/>
                        <a:pt x="16705" y="1083901"/>
                        <a:pt x="12128" y="108390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E1A9F0DB-DFAA-7361-441E-55A0A5BF5431}"/>
                    </a:ext>
                  </a:extLst>
                </p:cNvPr>
                <p:cNvSpPr/>
                <p:nvPr/>
              </p:nvSpPr>
              <p:spPr>
                <a:xfrm>
                  <a:off x="4908800" y="5212501"/>
                  <a:ext cx="493887" cy="1103239"/>
                </a:xfrm>
                <a:custGeom>
                  <a:avLst/>
                  <a:gdLst>
                    <a:gd name="connsiteX0" fmla="*/ 12156 w 493887"/>
                    <a:gd name="connsiteY0" fmla="*/ 1103239 h 1103239"/>
                    <a:gd name="connsiteX1" fmla="*/ 7306 w 493887"/>
                    <a:gd name="connsiteY1" fmla="*/ 1102220 h 1103239"/>
                    <a:gd name="connsiteX2" fmla="*/ 848 w 493887"/>
                    <a:gd name="connsiteY2" fmla="*/ 1095535 h 1103239"/>
                    <a:gd name="connsiteX3" fmla="*/ 1007 w 493887"/>
                    <a:gd name="connsiteY3" fmla="*/ 1086222 h 1103239"/>
                    <a:gd name="connsiteX4" fmla="*/ 470582 w 493887"/>
                    <a:gd name="connsiteY4" fmla="*/ 7307 h 1103239"/>
                    <a:gd name="connsiteX5" fmla="*/ 486580 w 493887"/>
                    <a:gd name="connsiteY5" fmla="*/ 1008 h 1103239"/>
                    <a:gd name="connsiteX6" fmla="*/ 492879 w 493887"/>
                    <a:gd name="connsiteY6" fmla="*/ 17005 h 1103239"/>
                    <a:gd name="connsiteX7" fmla="*/ 23304 w 493887"/>
                    <a:gd name="connsiteY7" fmla="*/ 1095920 h 1103239"/>
                    <a:gd name="connsiteX8" fmla="*/ 12156 w 493887"/>
                    <a:gd name="connsiteY8" fmla="*/ 1103217 h 1103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93887" h="1103239">
                      <a:moveTo>
                        <a:pt x="12156" y="1103239"/>
                      </a:moveTo>
                      <a:cubicBezTo>
                        <a:pt x="10479" y="1103239"/>
                        <a:pt x="8847" y="1102899"/>
                        <a:pt x="7306" y="1102220"/>
                      </a:cubicBezTo>
                      <a:cubicBezTo>
                        <a:pt x="4338" y="1100928"/>
                        <a:pt x="2027" y="1098549"/>
                        <a:pt x="848" y="1095535"/>
                      </a:cubicBezTo>
                      <a:cubicBezTo>
                        <a:pt x="-330" y="1092521"/>
                        <a:pt x="-284" y="1089213"/>
                        <a:pt x="1007" y="1086222"/>
                      </a:cubicBezTo>
                      <a:lnTo>
                        <a:pt x="470582" y="7307"/>
                      </a:lnTo>
                      <a:cubicBezTo>
                        <a:pt x="473256" y="1166"/>
                        <a:pt x="480439" y="-1666"/>
                        <a:pt x="486580" y="1008"/>
                      </a:cubicBezTo>
                      <a:cubicBezTo>
                        <a:pt x="492721" y="3682"/>
                        <a:pt x="495553" y="10865"/>
                        <a:pt x="492879" y="17005"/>
                      </a:cubicBezTo>
                      <a:lnTo>
                        <a:pt x="23304" y="1095920"/>
                      </a:lnTo>
                      <a:cubicBezTo>
                        <a:pt x="21378" y="1100361"/>
                        <a:pt x="17005" y="1103217"/>
                        <a:pt x="12156" y="110321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208">
                  <a:extLst>
                    <a:ext uri="{FF2B5EF4-FFF2-40B4-BE49-F238E27FC236}">
                      <a16:creationId xmlns:a16="http://schemas.microsoft.com/office/drawing/2014/main" id="{94A26292-12C6-F651-489B-C9B117357E18}"/>
                    </a:ext>
                  </a:extLst>
                </p:cNvPr>
                <p:cNvSpPr/>
                <p:nvPr/>
              </p:nvSpPr>
              <p:spPr>
                <a:xfrm>
                  <a:off x="5103728" y="5419712"/>
                  <a:ext cx="205658" cy="15182"/>
                </a:xfrm>
                <a:custGeom>
                  <a:avLst/>
                  <a:gdLst>
                    <a:gd name="connsiteX0" fmla="*/ 198068 w 205658"/>
                    <a:gd name="connsiteY0" fmla="*/ 15182 h 15182"/>
                    <a:gd name="connsiteX1" fmla="*/ 7591 w 205658"/>
                    <a:gd name="connsiteY1" fmla="*/ 15182 h 15182"/>
                    <a:gd name="connsiteX2" fmla="*/ 0 w 205658"/>
                    <a:gd name="connsiteY2" fmla="*/ 7591 h 15182"/>
                    <a:gd name="connsiteX3" fmla="*/ 7591 w 205658"/>
                    <a:gd name="connsiteY3" fmla="*/ 0 h 15182"/>
                    <a:gd name="connsiteX4" fmla="*/ 198068 w 205658"/>
                    <a:gd name="connsiteY4" fmla="*/ 0 h 15182"/>
                    <a:gd name="connsiteX5" fmla="*/ 205658 w 205658"/>
                    <a:gd name="connsiteY5" fmla="*/ 7591 h 15182"/>
                    <a:gd name="connsiteX6" fmla="*/ 198068 w 205658"/>
                    <a:gd name="connsiteY6" fmla="*/ 15182 h 151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5658" h="15182">
                      <a:moveTo>
                        <a:pt x="198068" y="15182"/>
                      </a:moveTo>
                      <a:lnTo>
                        <a:pt x="7591" y="15182"/>
                      </a:lnTo>
                      <a:cubicBezTo>
                        <a:pt x="3399" y="15182"/>
                        <a:pt x="0" y="11783"/>
                        <a:pt x="0" y="7591"/>
                      </a:cubicBezTo>
                      <a:cubicBezTo>
                        <a:pt x="0" y="3399"/>
                        <a:pt x="3399" y="0"/>
                        <a:pt x="7591" y="0"/>
                      </a:cubicBezTo>
                      <a:lnTo>
                        <a:pt x="198068" y="0"/>
                      </a:lnTo>
                      <a:cubicBezTo>
                        <a:pt x="202260" y="0"/>
                        <a:pt x="205658" y="3399"/>
                        <a:pt x="205658" y="7591"/>
                      </a:cubicBezTo>
                      <a:cubicBezTo>
                        <a:pt x="205658" y="11783"/>
                        <a:pt x="202260" y="15182"/>
                        <a:pt x="198068" y="1518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CB83E974-5DA1-3871-1837-07D5CF97DE25}"/>
                    </a:ext>
                  </a:extLst>
                </p:cNvPr>
                <p:cNvSpPr/>
                <p:nvPr/>
              </p:nvSpPr>
              <p:spPr>
                <a:xfrm>
                  <a:off x="5052834" y="5537700"/>
                  <a:ext cx="205658" cy="15181"/>
                </a:xfrm>
                <a:custGeom>
                  <a:avLst/>
                  <a:gdLst>
                    <a:gd name="connsiteX0" fmla="*/ 198068 w 205658"/>
                    <a:gd name="connsiteY0" fmla="*/ 15182 h 15181"/>
                    <a:gd name="connsiteX1" fmla="*/ 7591 w 205658"/>
                    <a:gd name="connsiteY1" fmla="*/ 15182 h 15181"/>
                    <a:gd name="connsiteX2" fmla="*/ 0 w 205658"/>
                    <a:gd name="connsiteY2" fmla="*/ 7591 h 15181"/>
                    <a:gd name="connsiteX3" fmla="*/ 7591 w 205658"/>
                    <a:gd name="connsiteY3" fmla="*/ 0 h 15181"/>
                    <a:gd name="connsiteX4" fmla="*/ 198068 w 205658"/>
                    <a:gd name="connsiteY4" fmla="*/ 0 h 15181"/>
                    <a:gd name="connsiteX5" fmla="*/ 205659 w 205658"/>
                    <a:gd name="connsiteY5" fmla="*/ 7591 h 15181"/>
                    <a:gd name="connsiteX6" fmla="*/ 198068 w 205658"/>
                    <a:gd name="connsiteY6" fmla="*/ 15182 h 15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05658" h="15181">
                      <a:moveTo>
                        <a:pt x="198068" y="15182"/>
                      </a:moveTo>
                      <a:lnTo>
                        <a:pt x="7591" y="15182"/>
                      </a:lnTo>
                      <a:cubicBezTo>
                        <a:pt x="3399" y="15182"/>
                        <a:pt x="0" y="11783"/>
                        <a:pt x="0" y="7591"/>
                      </a:cubicBezTo>
                      <a:cubicBezTo>
                        <a:pt x="0" y="3399"/>
                        <a:pt x="3399" y="0"/>
                        <a:pt x="7591" y="0"/>
                      </a:cubicBezTo>
                      <a:lnTo>
                        <a:pt x="198068" y="0"/>
                      </a:lnTo>
                      <a:cubicBezTo>
                        <a:pt x="202260" y="0"/>
                        <a:pt x="205659" y="3399"/>
                        <a:pt x="205659" y="7591"/>
                      </a:cubicBezTo>
                      <a:cubicBezTo>
                        <a:pt x="205659" y="11783"/>
                        <a:pt x="202260" y="15182"/>
                        <a:pt x="198068" y="1518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7CA26EE0-2E4C-4D45-437F-31A97137B710}"/>
                    </a:ext>
                  </a:extLst>
                </p:cNvPr>
                <p:cNvSpPr/>
                <p:nvPr/>
              </p:nvSpPr>
              <p:spPr>
                <a:xfrm>
                  <a:off x="4973594" y="5678983"/>
                  <a:ext cx="217781" cy="15181"/>
                </a:xfrm>
                <a:custGeom>
                  <a:avLst/>
                  <a:gdLst>
                    <a:gd name="connsiteX0" fmla="*/ 210191 w 217781"/>
                    <a:gd name="connsiteY0" fmla="*/ 15182 h 15181"/>
                    <a:gd name="connsiteX1" fmla="*/ 7591 w 217781"/>
                    <a:gd name="connsiteY1" fmla="*/ 15182 h 15181"/>
                    <a:gd name="connsiteX2" fmla="*/ 0 w 217781"/>
                    <a:gd name="connsiteY2" fmla="*/ 7591 h 15181"/>
                    <a:gd name="connsiteX3" fmla="*/ 7591 w 217781"/>
                    <a:gd name="connsiteY3" fmla="*/ 0 h 15181"/>
                    <a:gd name="connsiteX4" fmla="*/ 210191 w 217781"/>
                    <a:gd name="connsiteY4" fmla="*/ 0 h 15181"/>
                    <a:gd name="connsiteX5" fmla="*/ 217782 w 217781"/>
                    <a:gd name="connsiteY5" fmla="*/ 7591 h 15181"/>
                    <a:gd name="connsiteX6" fmla="*/ 210191 w 217781"/>
                    <a:gd name="connsiteY6" fmla="*/ 15182 h 15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781" h="15181">
                      <a:moveTo>
                        <a:pt x="210191" y="15182"/>
                      </a:moveTo>
                      <a:lnTo>
                        <a:pt x="7591" y="15182"/>
                      </a:lnTo>
                      <a:cubicBezTo>
                        <a:pt x="3399" y="15182"/>
                        <a:pt x="0" y="11783"/>
                        <a:pt x="0" y="7591"/>
                      </a:cubicBezTo>
                      <a:cubicBezTo>
                        <a:pt x="0" y="3399"/>
                        <a:pt x="3399" y="0"/>
                        <a:pt x="7591" y="0"/>
                      </a:cubicBezTo>
                      <a:lnTo>
                        <a:pt x="210191" y="0"/>
                      </a:lnTo>
                      <a:cubicBezTo>
                        <a:pt x="214383" y="0"/>
                        <a:pt x="217782" y="3399"/>
                        <a:pt x="217782" y="7591"/>
                      </a:cubicBezTo>
                      <a:cubicBezTo>
                        <a:pt x="217782" y="11783"/>
                        <a:pt x="214383" y="15182"/>
                        <a:pt x="210191" y="1518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FC84D952-284F-365A-153A-2DA703189237}"/>
                    </a:ext>
                  </a:extLst>
                </p:cNvPr>
                <p:cNvSpPr/>
                <p:nvPr/>
              </p:nvSpPr>
              <p:spPr>
                <a:xfrm>
                  <a:off x="5163119" y="5305258"/>
                  <a:ext cx="196889" cy="15181"/>
                </a:xfrm>
                <a:custGeom>
                  <a:avLst/>
                  <a:gdLst>
                    <a:gd name="connsiteX0" fmla="*/ 189298 w 196889"/>
                    <a:gd name="connsiteY0" fmla="*/ 15182 h 15181"/>
                    <a:gd name="connsiteX1" fmla="*/ 7591 w 196889"/>
                    <a:gd name="connsiteY1" fmla="*/ 15182 h 15181"/>
                    <a:gd name="connsiteX2" fmla="*/ 0 w 196889"/>
                    <a:gd name="connsiteY2" fmla="*/ 7591 h 15181"/>
                    <a:gd name="connsiteX3" fmla="*/ 7591 w 196889"/>
                    <a:gd name="connsiteY3" fmla="*/ 0 h 15181"/>
                    <a:gd name="connsiteX4" fmla="*/ 189298 w 196889"/>
                    <a:gd name="connsiteY4" fmla="*/ 0 h 15181"/>
                    <a:gd name="connsiteX5" fmla="*/ 196889 w 196889"/>
                    <a:gd name="connsiteY5" fmla="*/ 7591 h 15181"/>
                    <a:gd name="connsiteX6" fmla="*/ 189298 w 196889"/>
                    <a:gd name="connsiteY6" fmla="*/ 15182 h 15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6889" h="15181">
                      <a:moveTo>
                        <a:pt x="189298" y="15182"/>
                      </a:moveTo>
                      <a:lnTo>
                        <a:pt x="7591" y="15182"/>
                      </a:lnTo>
                      <a:cubicBezTo>
                        <a:pt x="3399" y="15182"/>
                        <a:pt x="0" y="11783"/>
                        <a:pt x="0" y="7591"/>
                      </a:cubicBezTo>
                      <a:cubicBezTo>
                        <a:pt x="0" y="3399"/>
                        <a:pt x="3399" y="0"/>
                        <a:pt x="7591" y="0"/>
                      </a:cubicBezTo>
                      <a:lnTo>
                        <a:pt x="189298" y="0"/>
                      </a:lnTo>
                      <a:cubicBezTo>
                        <a:pt x="193490" y="0"/>
                        <a:pt x="196889" y="3399"/>
                        <a:pt x="196889" y="7591"/>
                      </a:cubicBezTo>
                      <a:cubicBezTo>
                        <a:pt x="196889" y="11783"/>
                        <a:pt x="193490" y="15182"/>
                        <a:pt x="189298" y="1518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853198F7-116B-B5EE-B9E9-00C13A6B3645}"/>
                    </a:ext>
                  </a:extLst>
                </p:cNvPr>
                <p:cNvSpPr/>
                <p:nvPr/>
              </p:nvSpPr>
              <p:spPr>
                <a:xfrm>
                  <a:off x="4889209" y="5841543"/>
                  <a:ext cx="235320" cy="15182"/>
                </a:xfrm>
                <a:custGeom>
                  <a:avLst/>
                  <a:gdLst>
                    <a:gd name="connsiteX0" fmla="*/ 227729 w 235320"/>
                    <a:gd name="connsiteY0" fmla="*/ 15182 h 15182"/>
                    <a:gd name="connsiteX1" fmla="*/ 7591 w 235320"/>
                    <a:gd name="connsiteY1" fmla="*/ 15182 h 15182"/>
                    <a:gd name="connsiteX2" fmla="*/ 0 w 235320"/>
                    <a:gd name="connsiteY2" fmla="*/ 7591 h 15182"/>
                    <a:gd name="connsiteX3" fmla="*/ 7591 w 235320"/>
                    <a:gd name="connsiteY3" fmla="*/ 0 h 15182"/>
                    <a:gd name="connsiteX4" fmla="*/ 227729 w 235320"/>
                    <a:gd name="connsiteY4" fmla="*/ 0 h 15182"/>
                    <a:gd name="connsiteX5" fmla="*/ 235320 w 235320"/>
                    <a:gd name="connsiteY5" fmla="*/ 7591 h 15182"/>
                    <a:gd name="connsiteX6" fmla="*/ 227729 w 235320"/>
                    <a:gd name="connsiteY6" fmla="*/ 15182 h 151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35320" h="15182">
                      <a:moveTo>
                        <a:pt x="227729" y="15182"/>
                      </a:moveTo>
                      <a:lnTo>
                        <a:pt x="7591" y="15182"/>
                      </a:lnTo>
                      <a:cubicBezTo>
                        <a:pt x="3399" y="15182"/>
                        <a:pt x="0" y="11783"/>
                        <a:pt x="0" y="7591"/>
                      </a:cubicBezTo>
                      <a:cubicBezTo>
                        <a:pt x="0" y="3399"/>
                        <a:pt x="3399" y="0"/>
                        <a:pt x="7591" y="0"/>
                      </a:cubicBezTo>
                      <a:lnTo>
                        <a:pt x="227729" y="0"/>
                      </a:lnTo>
                      <a:cubicBezTo>
                        <a:pt x="231921" y="0"/>
                        <a:pt x="235320" y="3399"/>
                        <a:pt x="235320" y="7591"/>
                      </a:cubicBezTo>
                      <a:cubicBezTo>
                        <a:pt x="235320" y="11783"/>
                        <a:pt x="231921" y="15182"/>
                        <a:pt x="227729" y="1518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29D84C7A-4FA4-EBAF-E755-E7BAB88C9447}"/>
                    </a:ext>
                  </a:extLst>
                </p:cNvPr>
                <p:cNvSpPr/>
                <p:nvPr/>
              </p:nvSpPr>
              <p:spPr>
                <a:xfrm>
                  <a:off x="4821502" y="5967644"/>
                  <a:ext cx="251295" cy="15181"/>
                </a:xfrm>
                <a:custGeom>
                  <a:avLst/>
                  <a:gdLst>
                    <a:gd name="connsiteX0" fmla="*/ 243704 w 251295"/>
                    <a:gd name="connsiteY0" fmla="*/ 15182 h 15181"/>
                    <a:gd name="connsiteX1" fmla="*/ 7591 w 251295"/>
                    <a:gd name="connsiteY1" fmla="*/ 15182 h 15181"/>
                    <a:gd name="connsiteX2" fmla="*/ 0 w 251295"/>
                    <a:gd name="connsiteY2" fmla="*/ 7591 h 15181"/>
                    <a:gd name="connsiteX3" fmla="*/ 7591 w 251295"/>
                    <a:gd name="connsiteY3" fmla="*/ 0 h 15181"/>
                    <a:gd name="connsiteX4" fmla="*/ 243704 w 251295"/>
                    <a:gd name="connsiteY4" fmla="*/ 0 h 15181"/>
                    <a:gd name="connsiteX5" fmla="*/ 251295 w 251295"/>
                    <a:gd name="connsiteY5" fmla="*/ 7591 h 15181"/>
                    <a:gd name="connsiteX6" fmla="*/ 243704 w 251295"/>
                    <a:gd name="connsiteY6" fmla="*/ 15182 h 15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1295" h="15181">
                      <a:moveTo>
                        <a:pt x="243704" y="15182"/>
                      </a:moveTo>
                      <a:lnTo>
                        <a:pt x="7591" y="15182"/>
                      </a:lnTo>
                      <a:cubicBezTo>
                        <a:pt x="3399" y="15182"/>
                        <a:pt x="0" y="11783"/>
                        <a:pt x="0" y="7591"/>
                      </a:cubicBezTo>
                      <a:cubicBezTo>
                        <a:pt x="0" y="3399"/>
                        <a:pt x="3399" y="0"/>
                        <a:pt x="7591" y="0"/>
                      </a:cubicBezTo>
                      <a:lnTo>
                        <a:pt x="243704" y="0"/>
                      </a:lnTo>
                      <a:cubicBezTo>
                        <a:pt x="247896" y="0"/>
                        <a:pt x="251295" y="3399"/>
                        <a:pt x="251295" y="7591"/>
                      </a:cubicBezTo>
                      <a:cubicBezTo>
                        <a:pt x="251295" y="11783"/>
                        <a:pt x="247896" y="15182"/>
                        <a:pt x="243704" y="15182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15" name="Graphic 3">
                <a:extLst>
                  <a:ext uri="{FF2B5EF4-FFF2-40B4-BE49-F238E27FC236}">
                    <a16:creationId xmlns:a16="http://schemas.microsoft.com/office/drawing/2014/main" id="{8AA4B964-F8FC-85B0-06F0-D8E202FAB6C6}"/>
                  </a:ext>
                </a:extLst>
              </p:cNvPr>
              <p:cNvGrpSpPr/>
              <p:nvPr/>
            </p:nvGrpSpPr>
            <p:grpSpPr>
              <a:xfrm>
                <a:off x="4897248" y="5791420"/>
                <a:ext cx="129216" cy="56574"/>
                <a:chOff x="4897248" y="5791420"/>
                <a:chExt cx="129216" cy="56574"/>
              </a:xfrm>
            </p:grpSpPr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64A7117F-F416-F7D8-7066-43000685456F}"/>
                    </a:ext>
                  </a:extLst>
                </p:cNvPr>
                <p:cNvSpPr/>
                <p:nvPr/>
              </p:nvSpPr>
              <p:spPr>
                <a:xfrm>
                  <a:off x="4897684" y="5791420"/>
                  <a:ext cx="121115" cy="45916"/>
                </a:xfrm>
                <a:custGeom>
                  <a:avLst/>
                  <a:gdLst>
                    <a:gd name="connsiteX0" fmla="*/ 121093 w 121115"/>
                    <a:gd name="connsiteY0" fmla="*/ 38114 h 45916"/>
                    <a:gd name="connsiteX1" fmla="*/ 44549 w 121115"/>
                    <a:gd name="connsiteY1" fmla="*/ 0 h 45916"/>
                    <a:gd name="connsiteX2" fmla="*/ 13120 w 121115"/>
                    <a:gd name="connsiteY2" fmla="*/ 680 h 45916"/>
                    <a:gd name="connsiteX3" fmla="*/ 0 w 121115"/>
                    <a:gd name="connsiteY3" fmla="*/ 37955 h 45916"/>
                    <a:gd name="connsiteX4" fmla="*/ 37343 w 121115"/>
                    <a:gd name="connsiteY4" fmla="*/ 45568 h 45916"/>
                    <a:gd name="connsiteX5" fmla="*/ 121116 w 121115"/>
                    <a:gd name="connsiteY5" fmla="*/ 38114 h 45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115" h="45916">
                      <a:moveTo>
                        <a:pt x="121093" y="38114"/>
                      </a:moveTo>
                      <a:cubicBezTo>
                        <a:pt x="96779" y="16949"/>
                        <a:pt x="44549" y="0"/>
                        <a:pt x="44549" y="0"/>
                      </a:cubicBezTo>
                      <a:lnTo>
                        <a:pt x="13120" y="680"/>
                      </a:lnTo>
                      <a:cubicBezTo>
                        <a:pt x="5144" y="9653"/>
                        <a:pt x="1541" y="27056"/>
                        <a:pt x="0" y="37955"/>
                      </a:cubicBezTo>
                      <a:cubicBezTo>
                        <a:pt x="5914" y="41513"/>
                        <a:pt x="17017" y="44617"/>
                        <a:pt x="37343" y="45568"/>
                      </a:cubicBezTo>
                      <a:cubicBezTo>
                        <a:pt x="75003" y="47359"/>
                        <a:pt x="105390" y="41852"/>
                        <a:pt x="121116" y="38114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216">
                  <a:extLst>
                    <a:ext uri="{FF2B5EF4-FFF2-40B4-BE49-F238E27FC236}">
                      <a16:creationId xmlns:a16="http://schemas.microsoft.com/office/drawing/2014/main" id="{EAECBF2D-3418-3DAB-BBB9-5B7A69E715BF}"/>
                    </a:ext>
                  </a:extLst>
                </p:cNvPr>
                <p:cNvSpPr/>
                <p:nvPr/>
              </p:nvSpPr>
              <p:spPr>
                <a:xfrm>
                  <a:off x="4897248" y="5829375"/>
                  <a:ext cx="129216" cy="18619"/>
                </a:xfrm>
                <a:custGeom>
                  <a:avLst/>
                  <a:gdLst>
                    <a:gd name="connsiteX0" fmla="*/ 121529 w 129216"/>
                    <a:gd name="connsiteY0" fmla="*/ 159 h 18619"/>
                    <a:gd name="connsiteX1" fmla="*/ 37756 w 129216"/>
                    <a:gd name="connsiteY1" fmla="*/ 7614 h 18619"/>
                    <a:gd name="connsiteX2" fmla="*/ 413 w 129216"/>
                    <a:gd name="connsiteY2" fmla="*/ 0 h 18619"/>
                    <a:gd name="connsiteX3" fmla="*/ 73 w 129216"/>
                    <a:gd name="connsiteY3" fmla="*/ 2515 h 18619"/>
                    <a:gd name="connsiteX4" fmla="*/ 6599 w 129216"/>
                    <a:gd name="connsiteY4" fmla="*/ 12508 h 18619"/>
                    <a:gd name="connsiteX5" fmla="*/ 123092 w 129216"/>
                    <a:gd name="connsiteY5" fmla="*/ 16949 h 18619"/>
                    <a:gd name="connsiteX6" fmla="*/ 127738 w 129216"/>
                    <a:gd name="connsiteY6" fmla="*/ 6390 h 18619"/>
                    <a:gd name="connsiteX7" fmla="*/ 121552 w 129216"/>
                    <a:gd name="connsiteY7" fmla="*/ 159 h 18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9216" h="18619">
                      <a:moveTo>
                        <a:pt x="121529" y="159"/>
                      </a:moveTo>
                      <a:cubicBezTo>
                        <a:pt x="105803" y="3897"/>
                        <a:pt x="75417" y="9404"/>
                        <a:pt x="37756" y="7614"/>
                      </a:cubicBezTo>
                      <a:cubicBezTo>
                        <a:pt x="17431" y="6639"/>
                        <a:pt x="6327" y="3535"/>
                        <a:pt x="413" y="0"/>
                      </a:cubicBezTo>
                      <a:cubicBezTo>
                        <a:pt x="300" y="884"/>
                        <a:pt x="164" y="1722"/>
                        <a:pt x="73" y="2515"/>
                      </a:cubicBezTo>
                      <a:cubicBezTo>
                        <a:pt x="-493" y="6979"/>
                        <a:pt x="2271" y="11194"/>
                        <a:pt x="6599" y="12508"/>
                      </a:cubicBezTo>
                      <a:cubicBezTo>
                        <a:pt x="35309" y="21300"/>
                        <a:pt x="98461" y="18468"/>
                        <a:pt x="123092" y="16949"/>
                      </a:cubicBezTo>
                      <a:cubicBezTo>
                        <a:pt x="128349" y="16632"/>
                        <a:pt x="131114" y="10446"/>
                        <a:pt x="127738" y="6390"/>
                      </a:cubicBezTo>
                      <a:cubicBezTo>
                        <a:pt x="125993" y="4283"/>
                        <a:pt x="123886" y="2198"/>
                        <a:pt x="121552" y="159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105C2FED-50B2-5423-6805-08F81CCB1234}"/>
                  </a:ext>
                </a:extLst>
              </p:cNvPr>
              <p:cNvSpPr/>
              <p:nvPr/>
            </p:nvSpPr>
            <p:spPr>
              <a:xfrm>
                <a:off x="4913364" y="5764954"/>
                <a:ext cx="36096" cy="36048"/>
              </a:xfrm>
              <a:custGeom>
                <a:avLst/>
                <a:gdLst>
                  <a:gd name="connsiteX0" fmla="*/ 0 w 36096"/>
                  <a:gd name="connsiteY0" fmla="*/ 0 h 36048"/>
                  <a:gd name="connsiteX1" fmla="*/ 0 w 36096"/>
                  <a:gd name="connsiteY1" fmla="*/ 24993 h 36048"/>
                  <a:gd name="connsiteX2" fmla="*/ 8067 w 36096"/>
                  <a:gd name="connsiteY2" fmla="*/ 34964 h 36048"/>
                  <a:gd name="connsiteX3" fmla="*/ 25673 w 36096"/>
                  <a:gd name="connsiteY3" fmla="*/ 35145 h 36048"/>
                  <a:gd name="connsiteX4" fmla="*/ 32947 w 36096"/>
                  <a:gd name="connsiteY4" fmla="*/ 26784 h 36048"/>
                  <a:gd name="connsiteX5" fmla="*/ 36097 w 36096"/>
                  <a:gd name="connsiteY5" fmla="*/ 0 h 36048"/>
                  <a:gd name="connsiteX6" fmla="*/ 0 w 36096"/>
                  <a:gd name="connsiteY6" fmla="*/ 0 h 36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096" h="36048">
                    <a:moveTo>
                      <a:pt x="0" y="0"/>
                    </a:moveTo>
                    <a:lnTo>
                      <a:pt x="0" y="24993"/>
                    </a:lnTo>
                    <a:cubicBezTo>
                      <a:pt x="0" y="29797"/>
                      <a:pt x="3354" y="33944"/>
                      <a:pt x="8067" y="34964"/>
                    </a:cubicBezTo>
                    <a:cubicBezTo>
                      <a:pt x="12939" y="36006"/>
                      <a:pt x="19397" y="36686"/>
                      <a:pt x="25673" y="35145"/>
                    </a:cubicBezTo>
                    <a:cubicBezTo>
                      <a:pt x="29593" y="34171"/>
                      <a:pt x="32471" y="30794"/>
                      <a:pt x="32947" y="26784"/>
                    </a:cubicBezTo>
                    <a:lnTo>
                      <a:pt x="36097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5239474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219" name="Graphic 3">
                <a:extLst>
                  <a:ext uri="{FF2B5EF4-FFF2-40B4-BE49-F238E27FC236}">
                    <a16:creationId xmlns:a16="http://schemas.microsoft.com/office/drawing/2014/main" id="{F174345A-CF05-8205-3BA8-7BD0D6232B89}"/>
                  </a:ext>
                </a:extLst>
              </p:cNvPr>
              <p:cNvGrpSpPr/>
              <p:nvPr/>
            </p:nvGrpSpPr>
            <p:grpSpPr>
              <a:xfrm>
                <a:off x="5039224" y="5586645"/>
                <a:ext cx="94953" cy="103714"/>
                <a:chOff x="5039224" y="5586645"/>
                <a:chExt cx="94953" cy="103714"/>
              </a:xfrm>
            </p:grpSpPr>
            <p:sp>
              <p:nvSpPr>
                <p:cNvPr id="220" name="Freeform: Shape 219">
                  <a:extLst>
                    <a:ext uri="{FF2B5EF4-FFF2-40B4-BE49-F238E27FC236}">
                      <a16:creationId xmlns:a16="http://schemas.microsoft.com/office/drawing/2014/main" id="{B0C32DC5-09E7-3F88-F6A1-4D8353F7E904}"/>
                    </a:ext>
                  </a:extLst>
                </p:cNvPr>
                <p:cNvSpPr/>
                <p:nvPr/>
              </p:nvSpPr>
              <p:spPr>
                <a:xfrm>
                  <a:off x="5039224" y="5607285"/>
                  <a:ext cx="72275" cy="82868"/>
                </a:xfrm>
                <a:custGeom>
                  <a:avLst/>
                  <a:gdLst>
                    <a:gd name="connsiteX0" fmla="*/ 33075 w 72275"/>
                    <a:gd name="connsiteY0" fmla="*/ 29596 h 82868"/>
                    <a:gd name="connsiteX1" fmla="*/ 6812 w 72275"/>
                    <a:gd name="connsiteY1" fmla="*/ 297 h 82868"/>
                    <a:gd name="connsiteX2" fmla="*/ 943 w 72275"/>
                    <a:gd name="connsiteY2" fmla="*/ 1589 h 82868"/>
                    <a:gd name="connsiteX3" fmla="*/ 943 w 72275"/>
                    <a:gd name="connsiteY3" fmla="*/ 12896 h 82868"/>
                    <a:gd name="connsiteX4" fmla="*/ 34729 w 72275"/>
                    <a:gd name="connsiteY4" fmla="*/ 74553 h 82868"/>
                    <a:gd name="connsiteX5" fmla="*/ 50999 w 72275"/>
                    <a:gd name="connsiteY5" fmla="*/ 82506 h 82868"/>
                    <a:gd name="connsiteX6" fmla="*/ 72276 w 72275"/>
                    <a:gd name="connsiteY6" fmla="*/ 82869 h 82868"/>
                    <a:gd name="connsiteX7" fmla="*/ 33052 w 72275"/>
                    <a:gd name="connsiteY7" fmla="*/ 29619 h 82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2275" h="82868">
                      <a:moveTo>
                        <a:pt x="33075" y="29596"/>
                      </a:moveTo>
                      <a:cubicBezTo>
                        <a:pt x="23331" y="7888"/>
                        <a:pt x="26118" y="-1878"/>
                        <a:pt x="6812" y="297"/>
                      </a:cubicBezTo>
                      <a:cubicBezTo>
                        <a:pt x="4501" y="546"/>
                        <a:pt x="2552" y="1000"/>
                        <a:pt x="943" y="1589"/>
                      </a:cubicBezTo>
                      <a:cubicBezTo>
                        <a:pt x="-280" y="5169"/>
                        <a:pt x="-348" y="9134"/>
                        <a:pt x="943" y="12896"/>
                      </a:cubicBezTo>
                      <a:cubicBezTo>
                        <a:pt x="5815" y="26945"/>
                        <a:pt x="16035" y="50941"/>
                        <a:pt x="34729" y="74553"/>
                      </a:cubicBezTo>
                      <a:cubicBezTo>
                        <a:pt x="38672" y="79515"/>
                        <a:pt x="44677" y="82393"/>
                        <a:pt x="50999" y="82506"/>
                      </a:cubicBezTo>
                      <a:lnTo>
                        <a:pt x="72276" y="82869"/>
                      </a:lnTo>
                      <a:cubicBezTo>
                        <a:pt x="52086" y="66735"/>
                        <a:pt x="41141" y="47633"/>
                        <a:pt x="33052" y="29619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220">
                  <a:extLst>
                    <a:ext uri="{FF2B5EF4-FFF2-40B4-BE49-F238E27FC236}">
                      <a16:creationId xmlns:a16="http://schemas.microsoft.com/office/drawing/2014/main" id="{3884E74A-5CB3-461C-6B35-9AB11B07A415}"/>
                    </a:ext>
                  </a:extLst>
                </p:cNvPr>
                <p:cNvSpPr/>
                <p:nvPr/>
              </p:nvSpPr>
              <p:spPr>
                <a:xfrm>
                  <a:off x="5040167" y="5586645"/>
                  <a:ext cx="94010" cy="103714"/>
                </a:xfrm>
                <a:custGeom>
                  <a:avLst/>
                  <a:gdLst>
                    <a:gd name="connsiteX0" fmla="*/ 72715 w 94010"/>
                    <a:gd name="connsiteY0" fmla="*/ 71310 h 103714"/>
                    <a:gd name="connsiteX1" fmla="*/ 50282 w 94010"/>
                    <a:gd name="connsiteY1" fmla="*/ 12825 h 103714"/>
                    <a:gd name="connsiteX2" fmla="*/ 25107 w 94010"/>
                    <a:gd name="connsiteY2" fmla="*/ 0 h 103714"/>
                    <a:gd name="connsiteX3" fmla="*/ 6118 w 94010"/>
                    <a:gd name="connsiteY3" fmla="*/ 13755 h 103714"/>
                    <a:gd name="connsiteX4" fmla="*/ 0 w 94010"/>
                    <a:gd name="connsiteY4" fmla="*/ 22207 h 103714"/>
                    <a:gd name="connsiteX5" fmla="*/ 5869 w 94010"/>
                    <a:gd name="connsiteY5" fmla="*/ 20915 h 103714"/>
                    <a:gd name="connsiteX6" fmla="*/ 32131 w 94010"/>
                    <a:gd name="connsiteY6" fmla="*/ 50214 h 103714"/>
                    <a:gd name="connsiteX7" fmla="*/ 71355 w 94010"/>
                    <a:gd name="connsiteY7" fmla="*/ 103464 h 103714"/>
                    <a:gd name="connsiteX8" fmla="*/ 85993 w 94010"/>
                    <a:gd name="connsiteY8" fmla="*/ 103713 h 103714"/>
                    <a:gd name="connsiteX9" fmla="*/ 92383 w 94010"/>
                    <a:gd name="connsiteY9" fmla="*/ 91092 h 103714"/>
                    <a:gd name="connsiteX10" fmla="*/ 72715 w 94010"/>
                    <a:gd name="connsiteY10" fmla="*/ 71287 h 103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4010" h="103714">
                      <a:moveTo>
                        <a:pt x="72715" y="71310"/>
                      </a:moveTo>
                      <a:cubicBezTo>
                        <a:pt x="56377" y="59799"/>
                        <a:pt x="50282" y="12825"/>
                        <a:pt x="50282" y="12825"/>
                      </a:cubicBezTo>
                      <a:lnTo>
                        <a:pt x="25107" y="0"/>
                      </a:lnTo>
                      <a:lnTo>
                        <a:pt x="6118" y="13755"/>
                      </a:lnTo>
                      <a:cubicBezTo>
                        <a:pt x="3172" y="15930"/>
                        <a:pt x="1110" y="18921"/>
                        <a:pt x="0" y="22207"/>
                      </a:cubicBezTo>
                      <a:cubicBezTo>
                        <a:pt x="1632" y="21617"/>
                        <a:pt x="3558" y="21187"/>
                        <a:pt x="5869" y="20915"/>
                      </a:cubicBezTo>
                      <a:cubicBezTo>
                        <a:pt x="25175" y="18762"/>
                        <a:pt x="22388" y="28506"/>
                        <a:pt x="32131" y="50214"/>
                      </a:cubicBezTo>
                      <a:cubicBezTo>
                        <a:pt x="40221" y="68228"/>
                        <a:pt x="51188" y="87330"/>
                        <a:pt x="71355" y="103464"/>
                      </a:cubicBezTo>
                      <a:lnTo>
                        <a:pt x="85993" y="103713"/>
                      </a:lnTo>
                      <a:cubicBezTo>
                        <a:pt x="92565" y="103826"/>
                        <a:pt x="96371" y="96326"/>
                        <a:pt x="92383" y="91092"/>
                      </a:cubicBezTo>
                      <a:cubicBezTo>
                        <a:pt x="87375" y="84520"/>
                        <a:pt x="80555" y="76793"/>
                        <a:pt x="72715" y="71287"/>
                      </a:cubicBezTo>
                      <a:close/>
                    </a:path>
                  </a:pathLst>
                </a:custGeom>
                <a:solidFill>
                  <a:schemeClr val="tx1">
                    <a:lumMod val="95000"/>
                    <a:lumOff val="5000"/>
                  </a:schemeClr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B581F025-1621-157F-5A00-4970190A557B}"/>
                  </a:ext>
                </a:extLst>
              </p:cNvPr>
              <p:cNvSpPr/>
              <p:nvPr/>
            </p:nvSpPr>
            <p:spPr>
              <a:xfrm>
                <a:off x="5064150" y="5562966"/>
                <a:ext cx="50703" cy="38371"/>
              </a:xfrm>
              <a:custGeom>
                <a:avLst/>
                <a:gdLst>
                  <a:gd name="connsiteX0" fmla="*/ 16306 w 50703"/>
                  <a:gd name="connsiteY0" fmla="*/ 45 h 38371"/>
                  <a:gd name="connsiteX1" fmla="*/ 1102 w 50703"/>
                  <a:gd name="connsiteY1" fmla="*/ 23679 h 38371"/>
                  <a:gd name="connsiteX2" fmla="*/ 2620 w 50703"/>
                  <a:gd name="connsiteY2" fmla="*/ 32811 h 38371"/>
                  <a:gd name="connsiteX3" fmla="*/ 26277 w 50703"/>
                  <a:gd name="connsiteY3" fmla="*/ 36482 h 38371"/>
                  <a:gd name="connsiteX4" fmla="*/ 50704 w 50703"/>
                  <a:gd name="connsiteY4" fmla="*/ 19736 h 38371"/>
                  <a:gd name="connsiteX5" fmla="*/ 16306 w 50703"/>
                  <a:gd name="connsiteY5" fmla="*/ 0 h 38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703" h="38371">
                    <a:moveTo>
                      <a:pt x="16306" y="45"/>
                    </a:moveTo>
                    <a:lnTo>
                      <a:pt x="1102" y="23679"/>
                    </a:lnTo>
                    <a:cubicBezTo>
                      <a:pt x="-824" y="26670"/>
                      <a:pt x="-167" y="30613"/>
                      <a:pt x="2620" y="32811"/>
                    </a:cubicBezTo>
                    <a:cubicBezTo>
                      <a:pt x="7492" y="36640"/>
                      <a:pt x="15921" y="40923"/>
                      <a:pt x="26277" y="36482"/>
                    </a:cubicBezTo>
                    <a:lnTo>
                      <a:pt x="50704" y="19736"/>
                    </a:lnTo>
                    <a:lnTo>
                      <a:pt x="16306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0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129445FD-6590-3B58-C49B-702598FF5A42}"/>
                  </a:ext>
                </a:extLst>
              </p:cNvPr>
              <p:cNvSpPr/>
              <p:nvPr/>
            </p:nvSpPr>
            <p:spPr>
              <a:xfrm>
                <a:off x="4906815" y="5313461"/>
                <a:ext cx="366054" cy="457866"/>
              </a:xfrm>
              <a:custGeom>
                <a:avLst/>
                <a:gdLst>
                  <a:gd name="connsiteX0" fmla="*/ 59550 w 366054"/>
                  <a:gd name="connsiteY0" fmla="*/ 0 h 457866"/>
                  <a:gd name="connsiteX1" fmla="*/ 39949 w 366054"/>
                  <a:gd name="connsiteY1" fmla="*/ 101696 h 457866"/>
                  <a:gd name="connsiteX2" fmla="*/ 14389 w 366054"/>
                  <a:gd name="connsiteY2" fmla="*/ 269831 h 457866"/>
                  <a:gd name="connsiteX3" fmla="*/ 23 w 366054"/>
                  <a:gd name="connsiteY3" fmla="*/ 447142 h 457866"/>
                  <a:gd name="connsiteX4" fmla="*/ 11194 w 366054"/>
                  <a:gd name="connsiteY4" fmla="*/ 457860 h 457866"/>
                  <a:gd name="connsiteX5" fmla="*/ 41105 w 366054"/>
                  <a:gd name="connsiteY5" fmla="*/ 456931 h 457866"/>
                  <a:gd name="connsiteX6" fmla="*/ 50373 w 366054"/>
                  <a:gd name="connsiteY6" fmla="*/ 448864 h 457866"/>
                  <a:gd name="connsiteX7" fmla="*/ 145996 w 366054"/>
                  <a:gd name="connsiteY7" fmla="*/ 92995 h 457866"/>
                  <a:gd name="connsiteX8" fmla="*/ 255669 w 366054"/>
                  <a:gd name="connsiteY8" fmla="*/ 127800 h 457866"/>
                  <a:gd name="connsiteX9" fmla="*/ 169381 w 366054"/>
                  <a:gd name="connsiteY9" fmla="*/ 247828 h 457866"/>
                  <a:gd name="connsiteX10" fmla="*/ 212162 w 366054"/>
                  <a:gd name="connsiteY10" fmla="*/ 271870 h 457866"/>
                  <a:gd name="connsiteX11" fmla="*/ 352471 w 366054"/>
                  <a:gd name="connsiteY11" fmla="*/ 155603 h 457866"/>
                  <a:gd name="connsiteX12" fmla="*/ 343883 w 366054"/>
                  <a:gd name="connsiteY12" fmla="*/ 91046 h 457866"/>
                  <a:gd name="connsiteX13" fmla="*/ 204685 w 366054"/>
                  <a:gd name="connsiteY13" fmla="*/ 1971 h 457866"/>
                  <a:gd name="connsiteX14" fmla="*/ 59550 w 366054"/>
                  <a:gd name="connsiteY14" fmla="*/ 0 h 457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66054" h="457866">
                    <a:moveTo>
                      <a:pt x="59550" y="0"/>
                    </a:moveTo>
                    <a:cubicBezTo>
                      <a:pt x="59550" y="0"/>
                      <a:pt x="51551" y="22524"/>
                      <a:pt x="39949" y="101696"/>
                    </a:cubicBezTo>
                    <a:cubicBezTo>
                      <a:pt x="28348" y="180869"/>
                      <a:pt x="20711" y="238424"/>
                      <a:pt x="14389" y="269831"/>
                    </a:cubicBezTo>
                    <a:cubicBezTo>
                      <a:pt x="8611" y="298540"/>
                      <a:pt x="-521" y="401936"/>
                      <a:pt x="23" y="447142"/>
                    </a:cubicBezTo>
                    <a:cubicBezTo>
                      <a:pt x="91" y="453215"/>
                      <a:pt x="5122" y="458064"/>
                      <a:pt x="11194" y="457860"/>
                    </a:cubicBezTo>
                    <a:lnTo>
                      <a:pt x="41105" y="456931"/>
                    </a:lnTo>
                    <a:cubicBezTo>
                      <a:pt x="45728" y="456795"/>
                      <a:pt x="49602" y="453419"/>
                      <a:pt x="50373" y="448864"/>
                    </a:cubicBezTo>
                    <a:cubicBezTo>
                      <a:pt x="58281" y="402321"/>
                      <a:pt x="113004" y="162084"/>
                      <a:pt x="145996" y="92995"/>
                    </a:cubicBezTo>
                    <a:cubicBezTo>
                      <a:pt x="145996" y="92995"/>
                      <a:pt x="233780" y="117807"/>
                      <a:pt x="255669" y="127800"/>
                    </a:cubicBezTo>
                    <a:cubicBezTo>
                      <a:pt x="255669" y="127800"/>
                      <a:pt x="227367" y="139130"/>
                      <a:pt x="169381" y="247828"/>
                    </a:cubicBezTo>
                    <a:cubicBezTo>
                      <a:pt x="169381" y="247828"/>
                      <a:pt x="194420" y="267723"/>
                      <a:pt x="212162" y="271870"/>
                    </a:cubicBezTo>
                    <a:cubicBezTo>
                      <a:pt x="212162" y="271870"/>
                      <a:pt x="339056" y="166616"/>
                      <a:pt x="352471" y="155603"/>
                    </a:cubicBezTo>
                    <a:cubicBezTo>
                      <a:pt x="365885" y="144591"/>
                      <a:pt x="378076" y="125625"/>
                      <a:pt x="343883" y="91046"/>
                    </a:cubicBezTo>
                    <a:cubicBezTo>
                      <a:pt x="309667" y="56468"/>
                      <a:pt x="204685" y="1971"/>
                      <a:pt x="204685" y="1971"/>
                    </a:cubicBezTo>
                    <a:lnTo>
                      <a:pt x="59550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8B41B461-E552-3BE5-9850-6E64ED8B4C8F}"/>
                  </a:ext>
                </a:extLst>
              </p:cNvPr>
              <p:cNvSpPr/>
              <p:nvPr/>
            </p:nvSpPr>
            <p:spPr>
              <a:xfrm>
                <a:off x="4993738" y="5360072"/>
                <a:ext cx="55775" cy="48831"/>
              </a:xfrm>
              <a:custGeom>
                <a:avLst/>
                <a:gdLst>
                  <a:gd name="connsiteX0" fmla="*/ 54247 w 55775"/>
                  <a:gd name="connsiteY0" fmla="*/ 48832 h 48831"/>
                  <a:gd name="connsiteX1" fmla="*/ 53590 w 55775"/>
                  <a:gd name="connsiteY1" fmla="*/ 48673 h 48831"/>
                  <a:gd name="connsiteX2" fmla="*/ 22274 w 55775"/>
                  <a:gd name="connsiteY2" fmla="*/ 36618 h 48831"/>
                  <a:gd name="connsiteX3" fmla="*/ 0 w 55775"/>
                  <a:gd name="connsiteY3" fmla="*/ 1518 h 48831"/>
                  <a:gd name="connsiteX4" fmla="*/ 1518 w 55775"/>
                  <a:gd name="connsiteY4" fmla="*/ 0 h 48831"/>
                  <a:gd name="connsiteX5" fmla="*/ 3036 w 55775"/>
                  <a:gd name="connsiteY5" fmla="*/ 1518 h 48831"/>
                  <a:gd name="connsiteX6" fmla="*/ 23589 w 55775"/>
                  <a:gd name="connsiteY6" fmla="*/ 33899 h 48831"/>
                  <a:gd name="connsiteX7" fmla="*/ 54904 w 55775"/>
                  <a:gd name="connsiteY7" fmla="*/ 45954 h 48831"/>
                  <a:gd name="connsiteX8" fmla="*/ 55629 w 55775"/>
                  <a:gd name="connsiteY8" fmla="*/ 47970 h 48831"/>
                  <a:gd name="connsiteX9" fmla="*/ 54247 w 55775"/>
                  <a:gd name="connsiteY9" fmla="*/ 48832 h 48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775" h="48831">
                    <a:moveTo>
                      <a:pt x="54247" y="48832"/>
                    </a:moveTo>
                    <a:cubicBezTo>
                      <a:pt x="54021" y="48832"/>
                      <a:pt x="53817" y="48786"/>
                      <a:pt x="53590" y="48673"/>
                    </a:cubicBezTo>
                    <a:lnTo>
                      <a:pt x="22274" y="36618"/>
                    </a:lnTo>
                    <a:cubicBezTo>
                      <a:pt x="8815" y="30205"/>
                      <a:pt x="68" y="16428"/>
                      <a:pt x="0" y="1518"/>
                    </a:cubicBezTo>
                    <a:cubicBezTo>
                      <a:pt x="0" y="680"/>
                      <a:pt x="680" y="0"/>
                      <a:pt x="1518" y="0"/>
                    </a:cubicBezTo>
                    <a:cubicBezTo>
                      <a:pt x="2493" y="0"/>
                      <a:pt x="3036" y="680"/>
                      <a:pt x="3036" y="1518"/>
                    </a:cubicBezTo>
                    <a:cubicBezTo>
                      <a:pt x="3104" y="15273"/>
                      <a:pt x="11171" y="27985"/>
                      <a:pt x="23589" y="33899"/>
                    </a:cubicBezTo>
                    <a:lnTo>
                      <a:pt x="54904" y="45954"/>
                    </a:lnTo>
                    <a:cubicBezTo>
                      <a:pt x="55652" y="46316"/>
                      <a:pt x="55992" y="47223"/>
                      <a:pt x="55629" y="47970"/>
                    </a:cubicBezTo>
                    <a:cubicBezTo>
                      <a:pt x="55357" y="48514"/>
                      <a:pt x="54814" y="48832"/>
                      <a:pt x="54247" y="48832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1126C728-5228-1341-6449-539888187F65}"/>
                  </a:ext>
                </a:extLst>
              </p:cNvPr>
              <p:cNvSpPr/>
              <p:nvPr/>
            </p:nvSpPr>
            <p:spPr>
              <a:xfrm>
                <a:off x="5250245" y="5285914"/>
                <a:ext cx="74051" cy="45583"/>
              </a:xfrm>
              <a:custGeom>
                <a:avLst/>
                <a:gdLst>
                  <a:gd name="connsiteX0" fmla="*/ 0 w 74051"/>
                  <a:gd name="connsiteY0" fmla="*/ 20862 h 45583"/>
                  <a:gd name="connsiteX1" fmla="*/ 47970 w 74051"/>
                  <a:gd name="connsiteY1" fmla="*/ 582 h 45583"/>
                  <a:gd name="connsiteX2" fmla="*/ 74052 w 74051"/>
                  <a:gd name="connsiteY2" fmla="*/ 19321 h 45583"/>
                  <a:gd name="connsiteX3" fmla="*/ 40901 w 74051"/>
                  <a:gd name="connsiteY3" fmla="*/ 19321 h 45583"/>
                  <a:gd name="connsiteX4" fmla="*/ 40901 w 74051"/>
                  <a:gd name="connsiteY4" fmla="*/ 34503 h 45583"/>
                  <a:gd name="connsiteX5" fmla="*/ 52616 w 74051"/>
                  <a:gd name="connsiteY5" fmla="*/ 34503 h 45583"/>
                  <a:gd name="connsiteX6" fmla="*/ 23 w 74051"/>
                  <a:gd name="connsiteY6" fmla="*/ 20840 h 45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051" h="45583">
                    <a:moveTo>
                      <a:pt x="0" y="20862"/>
                    </a:moveTo>
                    <a:cubicBezTo>
                      <a:pt x="0" y="20862"/>
                      <a:pt x="32970" y="-4086"/>
                      <a:pt x="47970" y="582"/>
                    </a:cubicBezTo>
                    <a:cubicBezTo>
                      <a:pt x="62971" y="5272"/>
                      <a:pt x="74052" y="19321"/>
                      <a:pt x="74052" y="19321"/>
                    </a:cubicBezTo>
                    <a:lnTo>
                      <a:pt x="40901" y="19321"/>
                    </a:lnTo>
                    <a:cubicBezTo>
                      <a:pt x="40901" y="19321"/>
                      <a:pt x="32992" y="34503"/>
                      <a:pt x="40901" y="34503"/>
                    </a:cubicBezTo>
                    <a:lnTo>
                      <a:pt x="52616" y="34503"/>
                    </a:lnTo>
                    <a:cubicBezTo>
                      <a:pt x="52616" y="34503"/>
                      <a:pt x="21663" y="66929"/>
                      <a:pt x="23" y="2084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5364560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350FCB4-B962-BCFF-2C96-2E7E2C054F7F}"/>
                  </a:ext>
                </a:extLst>
              </p:cNvPr>
              <p:cNvSpPr/>
              <p:nvPr/>
            </p:nvSpPr>
            <p:spPr>
              <a:xfrm>
                <a:off x="5140271" y="5071388"/>
                <a:ext cx="145231" cy="235365"/>
              </a:xfrm>
              <a:custGeom>
                <a:avLst/>
                <a:gdLst>
                  <a:gd name="connsiteX0" fmla="*/ 54140 w 145231"/>
                  <a:gd name="connsiteY0" fmla="*/ 23 h 235365"/>
                  <a:gd name="connsiteX1" fmla="*/ 145232 w 145231"/>
                  <a:gd name="connsiteY1" fmla="*/ 214519 h 235365"/>
                  <a:gd name="connsiteX2" fmla="*/ 109951 w 145231"/>
                  <a:gd name="connsiteY2" fmla="*/ 235365 h 235365"/>
                  <a:gd name="connsiteX3" fmla="*/ 4991 w 145231"/>
                  <a:gd name="connsiteY3" fmla="*/ 115859 h 235365"/>
                  <a:gd name="connsiteX4" fmla="*/ 54117 w 145231"/>
                  <a:gd name="connsiteY4" fmla="*/ 0 h 235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231" h="235365">
                    <a:moveTo>
                      <a:pt x="54140" y="23"/>
                    </a:moveTo>
                    <a:cubicBezTo>
                      <a:pt x="54140" y="23"/>
                      <a:pt x="92843" y="153020"/>
                      <a:pt x="145232" y="214519"/>
                    </a:cubicBezTo>
                    <a:cubicBezTo>
                      <a:pt x="145232" y="214519"/>
                      <a:pt x="131047" y="230698"/>
                      <a:pt x="109951" y="235365"/>
                    </a:cubicBezTo>
                    <a:cubicBezTo>
                      <a:pt x="109951" y="235365"/>
                      <a:pt x="29509" y="164849"/>
                      <a:pt x="4991" y="115859"/>
                    </a:cubicBezTo>
                    <a:cubicBezTo>
                      <a:pt x="-19504" y="66846"/>
                      <a:pt x="54117" y="0"/>
                      <a:pt x="5411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14100458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8F4768A3-EC4D-636C-F8C6-7CEADBCCD3F0}"/>
                  </a:ext>
                </a:extLst>
              </p:cNvPr>
              <p:cNvSpPr/>
              <p:nvPr/>
            </p:nvSpPr>
            <p:spPr>
              <a:xfrm>
                <a:off x="5104272" y="4925778"/>
                <a:ext cx="81483" cy="70312"/>
              </a:xfrm>
              <a:custGeom>
                <a:avLst/>
                <a:gdLst>
                  <a:gd name="connsiteX0" fmla="*/ 38431 w 81483"/>
                  <a:gd name="connsiteY0" fmla="*/ 0 h 70312"/>
                  <a:gd name="connsiteX1" fmla="*/ 0 w 81483"/>
                  <a:gd name="connsiteY1" fmla="*/ 70313 h 70312"/>
                  <a:gd name="connsiteX2" fmla="*/ 60660 w 81483"/>
                  <a:gd name="connsiteY2" fmla="*/ 70313 h 70312"/>
                  <a:gd name="connsiteX3" fmla="*/ 81484 w 81483"/>
                  <a:gd name="connsiteY3" fmla="*/ 18830 h 70312"/>
                  <a:gd name="connsiteX4" fmla="*/ 38431 w 81483"/>
                  <a:gd name="connsiteY4" fmla="*/ 0 h 70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483" h="70312">
                    <a:moveTo>
                      <a:pt x="38431" y="0"/>
                    </a:moveTo>
                    <a:lnTo>
                      <a:pt x="0" y="70313"/>
                    </a:lnTo>
                    <a:lnTo>
                      <a:pt x="60660" y="70313"/>
                    </a:lnTo>
                    <a:cubicBezTo>
                      <a:pt x="60660" y="70313"/>
                      <a:pt x="65532" y="38159"/>
                      <a:pt x="81484" y="18830"/>
                    </a:cubicBezTo>
                    <a:lnTo>
                      <a:pt x="3843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6475675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228" name="Graphic 3">
                <a:extLst>
                  <a:ext uri="{FF2B5EF4-FFF2-40B4-BE49-F238E27FC236}">
                    <a16:creationId xmlns:a16="http://schemas.microsoft.com/office/drawing/2014/main" id="{52BD07BB-BA2E-1C30-7514-A591604EE6BD}"/>
                  </a:ext>
                </a:extLst>
              </p:cNvPr>
              <p:cNvGrpSpPr/>
              <p:nvPr/>
            </p:nvGrpSpPr>
            <p:grpSpPr>
              <a:xfrm>
                <a:off x="5089222" y="4793726"/>
                <a:ext cx="136695" cy="159669"/>
                <a:chOff x="5089222" y="4793726"/>
                <a:chExt cx="136695" cy="159669"/>
              </a:xfrm>
            </p:grpSpPr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468358EA-4C27-DCBB-A731-911B1FD91E51}"/>
                    </a:ext>
                  </a:extLst>
                </p:cNvPr>
                <p:cNvSpPr/>
                <p:nvPr/>
              </p:nvSpPr>
              <p:spPr>
                <a:xfrm>
                  <a:off x="5123719" y="4842050"/>
                  <a:ext cx="99009" cy="111345"/>
                </a:xfrm>
                <a:custGeom>
                  <a:avLst/>
                  <a:gdLst>
                    <a:gd name="connsiteX0" fmla="*/ 77242 w 99009"/>
                    <a:gd name="connsiteY0" fmla="*/ 0 h 111345"/>
                    <a:gd name="connsiteX1" fmla="*/ 97794 w 99009"/>
                    <a:gd name="connsiteY1" fmla="*/ 67458 h 111345"/>
                    <a:gd name="connsiteX2" fmla="*/ 77242 w 99009"/>
                    <a:gd name="connsiteY2" fmla="*/ 110420 h 111345"/>
                    <a:gd name="connsiteX3" fmla="*/ 15517 w 99009"/>
                    <a:gd name="connsiteY3" fmla="*/ 78584 h 111345"/>
                    <a:gd name="connsiteX4" fmla="*/ 629 w 99009"/>
                    <a:gd name="connsiteY4" fmla="*/ 28347 h 111345"/>
                    <a:gd name="connsiteX5" fmla="*/ 77242 w 99009"/>
                    <a:gd name="connsiteY5" fmla="*/ 0 h 1113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09" h="111345">
                      <a:moveTo>
                        <a:pt x="77242" y="0"/>
                      </a:moveTo>
                      <a:cubicBezTo>
                        <a:pt x="77242" y="0"/>
                        <a:pt x="96502" y="44231"/>
                        <a:pt x="97794" y="67458"/>
                      </a:cubicBezTo>
                      <a:cubicBezTo>
                        <a:pt x="99085" y="90684"/>
                        <a:pt x="104093" y="105752"/>
                        <a:pt x="77242" y="110420"/>
                      </a:cubicBezTo>
                      <a:cubicBezTo>
                        <a:pt x="50390" y="115088"/>
                        <a:pt x="27776" y="101719"/>
                        <a:pt x="15517" y="78584"/>
                      </a:cubicBezTo>
                      <a:cubicBezTo>
                        <a:pt x="15517" y="78584"/>
                        <a:pt x="-3676" y="42940"/>
                        <a:pt x="629" y="28347"/>
                      </a:cubicBezTo>
                      <a:cubicBezTo>
                        <a:pt x="4935" y="13754"/>
                        <a:pt x="77242" y="0"/>
                        <a:pt x="7724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8555101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7FC49939-59CE-3468-0B66-9FA25E7AB221}"/>
                    </a:ext>
                  </a:extLst>
                </p:cNvPr>
                <p:cNvSpPr/>
                <p:nvPr/>
              </p:nvSpPr>
              <p:spPr>
                <a:xfrm>
                  <a:off x="5089222" y="4793726"/>
                  <a:ext cx="136695" cy="134874"/>
                </a:xfrm>
                <a:custGeom>
                  <a:avLst/>
                  <a:gdLst>
                    <a:gd name="connsiteX0" fmla="*/ 59190 w 136695"/>
                    <a:gd name="connsiteY0" fmla="*/ 110298 h 134874"/>
                    <a:gd name="connsiteX1" fmla="*/ 62589 w 136695"/>
                    <a:gd name="connsiteY1" fmla="*/ 110298 h 134874"/>
                    <a:gd name="connsiteX2" fmla="*/ 60890 w 136695"/>
                    <a:gd name="connsiteY2" fmla="*/ 76581 h 134874"/>
                    <a:gd name="connsiteX3" fmla="*/ 132358 w 136695"/>
                    <a:gd name="connsiteY3" fmla="*/ 44336 h 134874"/>
                    <a:gd name="connsiteX4" fmla="*/ 119941 w 136695"/>
                    <a:gd name="connsiteY4" fmla="*/ 150 h 134874"/>
                    <a:gd name="connsiteX5" fmla="*/ 117652 w 136695"/>
                    <a:gd name="connsiteY5" fmla="*/ 988 h 134874"/>
                    <a:gd name="connsiteX6" fmla="*/ 116542 w 136695"/>
                    <a:gd name="connsiteY6" fmla="*/ 3096 h 134874"/>
                    <a:gd name="connsiteX7" fmla="*/ 113188 w 136695"/>
                    <a:gd name="connsiteY7" fmla="*/ 2756 h 134874"/>
                    <a:gd name="connsiteX8" fmla="*/ 113188 w 136695"/>
                    <a:gd name="connsiteY8" fmla="*/ 2756 h 134874"/>
                    <a:gd name="connsiteX9" fmla="*/ 109925 w 136695"/>
                    <a:gd name="connsiteY9" fmla="*/ 2257 h 134874"/>
                    <a:gd name="connsiteX10" fmla="*/ 74667 w 136695"/>
                    <a:gd name="connsiteY10" fmla="*/ 20136 h 134874"/>
                    <a:gd name="connsiteX11" fmla="*/ 19105 w 136695"/>
                    <a:gd name="connsiteY11" fmla="*/ 62554 h 134874"/>
                    <a:gd name="connsiteX12" fmla="*/ 16273 w 136695"/>
                    <a:gd name="connsiteY12" fmla="*/ 64050 h 134874"/>
                    <a:gd name="connsiteX13" fmla="*/ 4694 w 136695"/>
                    <a:gd name="connsiteY13" fmla="*/ 66248 h 134874"/>
                    <a:gd name="connsiteX14" fmla="*/ 19264 w 136695"/>
                    <a:gd name="connsiteY14" fmla="*/ 110049 h 134874"/>
                    <a:gd name="connsiteX15" fmla="*/ 19173 w 136695"/>
                    <a:gd name="connsiteY15" fmla="*/ 112972 h 134874"/>
                    <a:gd name="connsiteX16" fmla="*/ 24136 w 136695"/>
                    <a:gd name="connsiteY16" fmla="*/ 128380 h 134874"/>
                    <a:gd name="connsiteX17" fmla="*/ 50058 w 136695"/>
                    <a:gd name="connsiteY17" fmla="*/ 134363 h 134874"/>
                    <a:gd name="connsiteX18" fmla="*/ 51441 w 136695"/>
                    <a:gd name="connsiteY18" fmla="*/ 132482 h 134874"/>
                    <a:gd name="connsiteX19" fmla="*/ 50194 w 136695"/>
                    <a:gd name="connsiteY19" fmla="*/ 112202 h 134874"/>
                    <a:gd name="connsiteX20" fmla="*/ 52007 w 136695"/>
                    <a:gd name="connsiteY20" fmla="*/ 110275 h 134874"/>
                    <a:gd name="connsiteX21" fmla="*/ 59235 w 136695"/>
                    <a:gd name="connsiteY21" fmla="*/ 110275 h 134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36695" h="134874">
                      <a:moveTo>
                        <a:pt x="59190" y="110298"/>
                      </a:moveTo>
                      <a:lnTo>
                        <a:pt x="62589" y="110298"/>
                      </a:lnTo>
                      <a:cubicBezTo>
                        <a:pt x="62589" y="110298"/>
                        <a:pt x="48608" y="81611"/>
                        <a:pt x="60890" y="76581"/>
                      </a:cubicBezTo>
                      <a:cubicBezTo>
                        <a:pt x="73171" y="71550"/>
                        <a:pt x="121844" y="61625"/>
                        <a:pt x="132358" y="44336"/>
                      </a:cubicBezTo>
                      <a:cubicBezTo>
                        <a:pt x="142487" y="27681"/>
                        <a:pt x="133446" y="6177"/>
                        <a:pt x="119941" y="150"/>
                      </a:cubicBezTo>
                      <a:cubicBezTo>
                        <a:pt x="119079" y="-235"/>
                        <a:pt x="118082" y="150"/>
                        <a:pt x="117652" y="988"/>
                      </a:cubicBezTo>
                      <a:lnTo>
                        <a:pt x="116542" y="3096"/>
                      </a:lnTo>
                      <a:cubicBezTo>
                        <a:pt x="115771" y="4546"/>
                        <a:pt x="113641" y="4319"/>
                        <a:pt x="113188" y="2756"/>
                      </a:cubicBezTo>
                      <a:lnTo>
                        <a:pt x="113188" y="2756"/>
                      </a:lnTo>
                      <a:cubicBezTo>
                        <a:pt x="112757" y="1260"/>
                        <a:pt x="110741" y="943"/>
                        <a:pt x="109925" y="2257"/>
                      </a:cubicBezTo>
                      <a:cubicBezTo>
                        <a:pt x="106707" y="7424"/>
                        <a:pt x="98006" y="15830"/>
                        <a:pt x="74667" y="20136"/>
                      </a:cubicBezTo>
                      <a:cubicBezTo>
                        <a:pt x="41538" y="26254"/>
                        <a:pt x="19649" y="39646"/>
                        <a:pt x="19105" y="62554"/>
                      </a:cubicBezTo>
                      <a:cubicBezTo>
                        <a:pt x="19060" y="64005"/>
                        <a:pt x="17519" y="64798"/>
                        <a:pt x="16273" y="64050"/>
                      </a:cubicBezTo>
                      <a:cubicBezTo>
                        <a:pt x="13826" y="62554"/>
                        <a:pt x="9905" y="61852"/>
                        <a:pt x="4694" y="66248"/>
                      </a:cubicBezTo>
                      <a:cubicBezTo>
                        <a:pt x="-4393" y="73907"/>
                        <a:pt x="-677" y="93734"/>
                        <a:pt x="19264" y="110049"/>
                      </a:cubicBezTo>
                      <a:cubicBezTo>
                        <a:pt x="20216" y="110819"/>
                        <a:pt x="20193" y="112315"/>
                        <a:pt x="19173" y="112972"/>
                      </a:cubicBezTo>
                      <a:cubicBezTo>
                        <a:pt x="15548" y="115329"/>
                        <a:pt x="10177" y="120926"/>
                        <a:pt x="24136" y="128380"/>
                      </a:cubicBezTo>
                      <a:cubicBezTo>
                        <a:pt x="38411" y="136017"/>
                        <a:pt x="46863" y="135178"/>
                        <a:pt x="50058" y="134363"/>
                      </a:cubicBezTo>
                      <a:cubicBezTo>
                        <a:pt x="50919" y="134136"/>
                        <a:pt x="51486" y="133366"/>
                        <a:pt x="51441" y="132482"/>
                      </a:cubicBezTo>
                      <a:lnTo>
                        <a:pt x="50194" y="112202"/>
                      </a:lnTo>
                      <a:cubicBezTo>
                        <a:pt x="50126" y="111159"/>
                        <a:pt x="50965" y="110275"/>
                        <a:pt x="52007" y="110275"/>
                      </a:cubicBezTo>
                      <a:lnTo>
                        <a:pt x="59235" y="11027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AEAF5C3E-A429-30B4-DB9F-57CCEAAD35CF}"/>
                    </a:ext>
                  </a:extLst>
                </p:cNvPr>
                <p:cNvSpPr/>
                <p:nvPr/>
              </p:nvSpPr>
              <p:spPr>
                <a:xfrm>
                  <a:off x="5125044" y="4886532"/>
                  <a:ext cx="24206" cy="34124"/>
                </a:xfrm>
                <a:custGeom>
                  <a:avLst/>
                  <a:gdLst>
                    <a:gd name="connsiteX0" fmla="*/ 24184 w 24206"/>
                    <a:gd name="connsiteY0" fmla="*/ 21730 h 34124"/>
                    <a:gd name="connsiteX1" fmla="*/ 4176 w 24206"/>
                    <a:gd name="connsiteY1" fmla="*/ 1404 h 34124"/>
                    <a:gd name="connsiteX2" fmla="*/ 20944 w 24206"/>
                    <a:gd name="connsiteY2" fmla="*/ 34124 h 34124"/>
                    <a:gd name="connsiteX3" fmla="*/ 24207 w 24206"/>
                    <a:gd name="connsiteY3" fmla="*/ 21730 h 34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206" h="34124">
                      <a:moveTo>
                        <a:pt x="24184" y="21730"/>
                      </a:moveTo>
                      <a:cubicBezTo>
                        <a:pt x="24184" y="21730"/>
                        <a:pt x="16842" y="-6527"/>
                        <a:pt x="4176" y="1404"/>
                      </a:cubicBezTo>
                      <a:cubicBezTo>
                        <a:pt x="-8491" y="9335"/>
                        <a:pt x="10747" y="33059"/>
                        <a:pt x="20944" y="34124"/>
                      </a:cubicBezTo>
                      <a:lnTo>
                        <a:pt x="24207" y="2173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8554313" scaled="1"/>
                </a:gradFill>
                <a:ln w="22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F6DA0A4-DAB8-D7F6-9439-CD788169D528}"/>
                  </a:ext>
                </a:extLst>
              </p:cNvPr>
              <p:cNvSpPr/>
              <p:nvPr/>
            </p:nvSpPr>
            <p:spPr>
              <a:xfrm>
                <a:off x="4961626" y="4896569"/>
                <a:ext cx="518387" cy="441979"/>
              </a:xfrm>
              <a:custGeom>
                <a:avLst/>
                <a:gdLst>
                  <a:gd name="connsiteX0" fmla="*/ 134103 w 518387"/>
                  <a:gd name="connsiteY0" fmla="*/ 94015 h 441979"/>
                  <a:gd name="connsiteX1" fmla="*/ 263331 w 518387"/>
                  <a:gd name="connsiteY1" fmla="*/ 72737 h 441979"/>
                  <a:gd name="connsiteX2" fmla="*/ 481838 w 518387"/>
                  <a:gd name="connsiteY2" fmla="*/ 0 h 441979"/>
                  <a:gd name="connsiteX3" fmla="*/ 518388 w 518387"/>
                  <a:gd name="connsiteY3" fmla="*/ 18241 h 441979"/>
                  <a:gd name="connsiteX4" fmla="*/ 256216 w 518387"/>
                  <a:gd name="connsiteY4" fmla="*/ 162311 h 441979"/>
                  <a:gd name="connsiteX5" fmla="*/ 149874 w 518387"/>
                  <a:gd name="connsiteY5" fmla="*/ 418840 h 441979"/>
                  <a:gd name="connsiteX6" fmla="*/ 49 w 518387"/>
                  <a:gd name="connsiteY6" fmla="*/ 430963 h 441979"/>
                  <a:gd name="connsiteX7" fmla="*/ 31070 w 518387"/>
                  <a:gd name="connsiteY7" fmla="*/ 284854 h 441979"/>
                  <a:gd name="connsiteX8" fmla="*/ 134103 w 518387"/>
                  <a:gd name="connsiteY8" fmla="*/ 93992 h 44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18387" h="441979">
                    <a:moveTo>
                      <a:pt x="134103" y="94015"/>
                    </a:moveTo>
                    <a:cubicBezTo>
                      <a:pt x="134103" y="94015"/>
                      <a:pt x="151257" y="65849"/>
                      <a:pt x="263331" y="72737"/>
                    </a:cubicBezTo>
                    <a:cubicBezTo>
                      <a:pt x="321589" y="76318"/>
                      <a:pt x="452652" y="25560"/>
                      <a:pt x="481838" y="0"/>
                    </a:cubicBezTo>
                    <a:cubicBezTo>
                      <a:pt x="481838" y="0"/>
                      <a:pt x="500872" y="-113"/>
                      <a:pt x="518388" y="18241"/>
                    </a:cubicBezTo>
                    <a:cubicBezTo>
                      <a:pt x="518388" y="18241"/>
                      <a:pt x="397340" y="145973"/>
                      <a:pt x="256216" y="162311"/>
                    </a:cubicBezTo>
                    <a:cubicBezTo>
                      <a:pt x="256216" y="162311"/>
                      <a:pt x="149127" y="383038"/>
                      <a:pt x="149874" y="418840"/>
                    </a:cubicBezTo>
                    <a:cubicBezTo>
                      <a:pt x="149874" y="418840"/>
                      <a:pt x="86314" y="461508"/>
                      <a:pt x="49" y="430963"/>
                    </a:cubicBezTo>
                    <a:cubicBezTo>
                      <a:pt x="49" y="430963"/>
                      <a:pt x="-2602" y="369601"/>
                      <a:pt x="31070" y="284854"/>
                    </a:cubicBezTo>
                    <a:cubicBezTo>
                      <a:pt x="74780" y="174819"/>
                      <a:pt x="134103" y="93992"/>
                      <a:pt x="134103" y="9399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3524942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BB1312A6-4E78-A887-FBE1-5EEB943904B9}"/>
                  </a:ext>
                </a:extLst>
              </p:cNvPr>
              <p:cNvSpPr/>
              <p:nvPr/>
            </p:nvSpPr>
            <p:spPr>
              <a:xfrm>
                <a:off x="5145031" y="5058327"/>
                <a:ext cx="65817" cy="8415"/>
              </a:xfrm>
              <a:custGeom>
                <a:avLst/>
                <a:gdLst>
                  <a:gd name="connsiteX0" fmla="*/ 1523 w 65817"/>
                  <a:gd name="connsiteY0" fmla="*/ 8416 h 8415"/>
                  <a:gd name="connsiteX1" fmla="*/ 5 w 65817"/>
                  <a:gd name="connsiteY1" fmla="*/ 7011 h 8415"/>
                  <a:gd name="connsiteX2" fmla="*/ 1387 w 65817"/>
                  <a:gd name="connsiteY2" fmla="*/ 5380 h 8415"/>
                  <a:gd name="connsiteX3" fmla="*/ 64132 w 65817"/>
                  <a:gd name="connsiteY3" fmla="*/ 9 h 8415"/>
                  <a:gd name="connsiteX4" fmla="*/ 65809 w 65817"/>
                  <a:gd name="connsiteY4" fmla="*/ 1346 h 8415"/>
                  <a:gd name="connsiteX5" fmla="*/ 64472 w 65817"/>
                  <a:gd name="connsiteY5" fmla="*/ 3023 h 8415"/>
                  <a:gd name="connsiteX6" fmla="*/ 1637 w 65817"/>
                  <a:gd name="connsiteY6" fmla="*/ 8393 h 8415"/>
                  <a:gd name="connsiteX7" fmla="*/ 1501 w 65817"/>
                  <a:gd name="connsiteY7" fmla="*/ 8393 h 8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817" h="8415">
                    <a:moveTo>
                      <a:pt x="1523" y="8416"/>
                    </a:moveTo>
                    <a:cubicBezTo>
                      <a:pt x="730" y="8416"/>
                      <a:pt x="73" y="7804"/>
                      <a:pt x="5" y="7011"/>
                    </a:cubicBezTo>
                    <a:cubicBezTo>
                      <a:pt x="-63" y="6173"/>
                      <a:pt x="549" y="5447"/>
                      <a:pt x="1387" y="5380"/>
                    </a:cubicBezTo>
                    <a:cubicBezTo>
                      <a:pt x="1931" y="5334"/>
                      <a:pt x="55748" y="961"/>
                      <a:pt x="64132" y="9"/>
                    </a:cubicBezTo>
                    <a:cubicBezTo>
                      <a:pt x="64970" y="-82"/>
                      <a:pt x="65718" y="508"/>
                      <a:pt x="65809" y="1346"/>
                    </a:cubicBezTo>
                    <a:cubicBezTo>
                      <a:pt x="65899" y="2184"/>
                      <a:pt x="65310" y="2932"/>
                      <a:pt x="64472" y="3023"/>
                    </a:cubicBezTo>
                    <a:cubicBezTo>
                      <a:pt x="56042" y="3975"/>
                      <a:pt x="2180" y="8348"/>
                      <a:pt x="1637" y="8393"/>
                    </a:cubicBezTo>
                    <a:cubicBezTo>
                      <a:pt x="1591" y="8393"/>
                      <a:pt x="1546" y="8393"/>
                      <a:pt x="1501" y="839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5735961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B445715B-618C-E6DE-6D69-D3D906033CED}"/>
                  </a:ext>
                </a:extLst>
              </p:cNvPr>
              <p:cNvSpPr/>
              <p:nvPr/>
            </p:nvSpPr>
            <p:spPr>
              <a:xfrm>
                <a:off x="5450468" y="4785560"/>
                <a:ext cx="77522" cy="125127"/>
              </a:xfrm>
              <a:custGeom>
                <a:avLst/>
                <a:gdLst>
                  <a:gd name="connsiteX0" fmla="*/ 21546 w 77522"/>
                  <a:gd name="connsiteY0" fmla="*/ 121138 h 125127"/>
                  <a:gd name="connsiteX1" fmla="*/ 1175 w 77522"/>
                  <a:gd name="connsiteY1" fmla="*/ 114499 h 125127"/>
                  <a:gd name="connsiteX2" fmla="*/ 2444 w 77522"/>
                  <a:gd name="connsiteY2" fmla="*/ 69542 h 125127"/>
                  <a:gd name="connsiteX3" fmla="*/ 74003 w 77522"/>
                  <a:gd name="connsiteY3" fmla="*/ 0 h 125127"/>
                  <a:gd name="connsiteX4" fmla="*/ 74819 w 77522"/>
                  <a:gd name="connsiteY4" fmla="*/ 15091 h 125127"/>
                  <a:gd name="connsiteX5" fmla="*/ 51910 w 77522"/>
                  <a:gd name="connsiteY5" fmla="*/ 37275 h 125127"/>
                  <a:gd name="connsiteX6" fmla="*/ 63852 w 77522"/>
                  <a:gd name="connsiteY6" fmla="*/ 63198 h 125127"/>
                  <a:gd name="connsiteX7" fmla="*/ 59932 w 77522"/>
                  <a:gd name="connsiteY7" fmla="*/ 85835 h 125127"/>
                  <a:gd name="connsiteX8" fmla="*/ 44931 w 77522"/>
                  <a:gd name="connsiteY8" fmla="*/ 108472 h 125127"/>
                  <a:gd name="connsiteX9" fmla="*/ 21501 w 77522"/>
                  <a:gd name="connsiteY9" fmla="*/ 121161 h 125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7522" h="125127">
                    <a:moveTo>
                      <a:pt x="21546" y="121138"/>
                    </a:moveTo>
                    <a:cubicBezTo>
                      <a:pt x="22589" y="124945"/>
                      <a:pt x="8698" y="130157"/>
                      <a:pt x="1175" y="114499"/>
                    </a:cubicBezTo>
                    <a:cubicBezTo>
                      <a:pt x="1175" y="107112"/>
                      <a:pt x="-2178" y="75388"/>
                      <a:pt x="2444" y="69542"/>
                    </a:cubicBezTo>
                    <a:cubicBezTo>
                      <a:pt x="27075" y="38431"/>
                      <a:pt x="74003" y="0"/>
                      <a:pt x="74003" y="0"/>
                    </a:cubicBezTo>
                    <a:cubicBezTo>
                      <a:pt x="81413" y="7863"/>
                      <a:pt x="74819" y="15091"/>
                      <a:pt x="74819" y="15091"/>
                    </a:cubicBezTo>
                    <a:lnTo>
                      <a:pt x="51910" y="37275"/>
                    </a:lnTo>
                    <a:cubicBezTo>
                      <a:pt x="56215" y="45772"/>
                      <a:pt x="61586" y="53023"/>
                      <a:pt x="63852" y="63198"/>
                    </a:cubicBezTo>
                    <a:cubicBezTo>
                      <a:pt x="65574" y="70902"/>
                      <a:pt x="64056" y="79037"/>
                      <a:pt x="59932" y="85835"/>
                    </a:cubicBezTo>
                    <a:cubicBezTo>
                      <a:pt x="55808" y="92678"/>
                      <a:pt x="50188" y="101538"/>
                      <a:pt x="44931" y="108472"/>
                    </a:cubicBezTo>
                    <a:cubicBezTo>
                      <a:pt x="34983" y="121569"/>
                      <a:pt x="21501" y="121161"/>
                      <a:pt x="21501" y="12116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7517829" scaled="1"/>
              </a:gra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35" name="Graphic 3">
              <a:extLst>
                <a:ext uri="{FF2B5EF4-FFF2-40B4-BE49-F238E27FC236}">
                  <a16:creationId xmlns:a16="http://schemas.microsoft.com/office/drawing/2014/main" id="{9AE0BB09-1888-F4CE-F892-322C99A4ADEB}"/>
                </a:ext>
              </a:extLst>
            </p:cNvPr>
            <p:cNvGrpSpPr/>
            <p:nvPr/>
          </p:nvGrpSpPr>
          <p:grpSpPr>
            <a:xfrm>
              <a:off x="6592626" y="4416193"/>
              <a:ext cx="441419" cy="455538"/>
              <a:chOff x="6592626" y="4416193"/>
              <a:chExt cx="441419" cy="455538"/>
            </a:xfrm>
          </p:grpSpPr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D63735A5-F2FC-A1A4-C7D3-45390B0CE6F0}"/>
                  </a:ext>
                </a:extLst>
              </p:cNvPr>
              <p:cNvSpPr/>
              <p:nvPr/>
            </p:nvSpPr>
            <p:spPr>
              <a:xfrm>
                <a:off x="6592626" y="4416193"/>
                <a:ext cx="441419" cy="455538"/>
              </a:xfrm>
              <a:custGeom>
                <a:avLst/>
                <a:gdLst>
                  <a:gd name="connsiteX0" fmla="*/ 288544 w 441419"/>
                  <a:gd name="connsiteY0" fmla="*/ 24193 h 455538"/>
                  <a:gd name="connsiteX1" fmla="*/ 308462 w 441419"/>
                  <a:gd name="connsiteY1" fmla="*/ 129447 h 455538"/>
                  <a:gd name="connsiteX2" fmla="*/ 325683 w 441419"/>
                  <a:gd name="connsiteY2" fmla="*/ 151132 h 455538"/>
                  <a:gd name="connsiteX3" fmla="*/ 423686 w 441419"/>
                  <a:gd name="connsiteY3" fmla="*/ 194389 h 455538"/>
                  <a:gd name="connsiteX4" fmla="*/ 425974 w 441419"/>
                  <a:gd name="connsiteY4" fmla="*/ 247685 h 455538"/>
                  <a:gd name="connsiteX5" fmla="*/ 332028 w 441419"/>
                  <a:gd name="connsiteY5" fmla="*/ 299144 h 455538"/>
                  <a:gd name="connsiteX6" fmla="*/ 316732 w 441419"/>
                  <a:gd name="connsiteY6" fmla="*/ 322212 h 455538"/>
                  <a:gd name="connsiteX7" fmla="*/ 305878 w 441419"/>
                  <a:gd name="connsiteY7" fmla="*/ 428780 h 455538"/>
                  <a:gd name="connsiteX8" fmla="*/ 255914 w 441419"/>
                  <a:gd name="connsiteY8" fmla="*/ 447406 h 455538"/>
                  <a:gd name="connsiteX9" fmla="*/ 177942 w 441419"/>
                  <a:gd name="connsiteY9" fmla="*/ 373967 h 455538"/>
                  <a:gd name="connsiteX10" fmla="*/ 151272 w 441419"/>
                  <a:gd name="connsiteY10" fmla="*/ 366557 h 455538"/>
                  <a:gd name="connsiteX11" fmla="*/ 46562 w 441419"/>
                  <a:gd name="connsiteY11" fmla="*/ 389171 h 455538"/>
                  <a:gd name="connsiteX12" fmla="*/ 13388 w 441419"/>
                  <a:gd name="connsiteY12" fmla="*/ 347410 h 455538"/>
                  <a:gd name="connsiteX13" fmla="*/ 59138 w 441419"/>
                  <a:gd name="connsiteY13" fmla="*/ 250562 h 455538"/>
                  <a:gd name="connsiteX14" fmla="*/ 57960 w 441419"/>
                  <a:gd name="connsiteY14" fmla="*/ 222918 h 455538"/>
                  <a:gd name="connsiteX15" fmla="*/ 4098 w 441419"/>
                  <a:gd name="connsiteY15" fmla="*/ 130330 h 455538"/>
                  <a:gd name="connsiteX16" fmla="*/ 33578 w 441419"/>
                  <a:gd name="connsiteY16" fmla="*/ 85872 h 455538"/>
                  <a:gd name="connsiteX17" fmla="*/ 139829 w 441419"/>
                  <a:gd name="connsiteY17" fmla="*/ 99445 h 455538"/>
                  <a:gd name="connsiteX18" fmla="*/ 165751 w 441419"/>
                  <a:gd name="connsiteY18" fmla="*/ 89770 h 455538"/>
                  <a:gd name="connsiteX19" fmla="*/ 237175 w 441419"/>
                  <a:gd name="connsiteY19" fmla="*/ 9940 h 455538"/>
                  <a:gd name="connsiteX20" fmla="*/ 288566 w 441419"/>
                  <a:gd name="connsiteY20" fmla="*/ 24238 h 455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1419" h="455538">
                    <a:moveTo>
                      <a:pt x="288544" y="24193"/>
                    </a:moveTo>
                    <a:lnTo>
                      <a:pt x="308462" y="129447"/>
                    </a:lnTo>
                    <a:cubicBezTo>
                      <a:pt x="310274" y="139054"/>
                      <a:pt x="316710" y="147167"/>
                      <a:pt x="325683" y="151132"/>
                    </a:cubicBezTo>
                    <a:lnTo>
                      <a:pt x="423686" y="194389"/>
                    </a:lnTo>
                    <a:cubicBezTo>
                      <a:pt x="446232" y="204337"/>
                      <a:pt x="447592" y="235834"/>
                      <a:pt x="425974" y="247685"/>
                    </a:cubicBezTo>
                    <a:lnTo>
                      <a:pt x="332028" y="299144"/>
                    </a:lnTo>
                    <a:cubicBezTo>
                      <a:pt x="323440" y="303858"/>
                      <a:pt x="317729" y="312468"/>
                      <a:pt x="316732" y="322212"/>
                    </a:cubicBezTo>
                    <a:lnTo>
                      <a:pt x="305878" y="428780"/>
                    </a:lnTo>
                    <a:cubicBezTo>
                      <a:pt x="303386" y="453298"/>
                      <a:pt x="273838" y="464310"/>
                      <a:pt x="255914" y="447406"/>
                    </a:cubicBezTo>
                    <a:lnTo>
                      <a:pt x="177942" y="373967"/>
                    </a:lnTo>
                    <a:cubicBezTo>
                      <a:pt x="170827" y="367259"/>
                      <a:pt x="160834" y="364472"/>
                      <a:pt x="151272" y="366557"/>
                    </a:cubicBezTo>
                    <a:lnTo>
                      <a:pt x="46562" y="389171"/>
                    </a:lnTo>
                    <a:cubicBezTo>
                      <a:pt x="22475" y="394383"/>
                      <a:pt x="2874" y="369684"/>
                      <a:pt x="13388" y="347410"/>
                    </a:cubicBezTo>
                    <a:lnTo>
                      <a:pt x="59138" y="250562"/>
                    </a:lnTo>
                    <a:cubicBezTo>
                      <a:pt x="63307" y="241702"/>
                      <a:pt x="62877" y="231370"/>
                      <a:pt x="57960" y="222918"/>
                    </a:cubicBezTo>
                    <a:lnTo>
                      <a:pt x="4098" y="130330"/>
                    </a:lnTo>
                    <a:cubicBezTo>
                      <a:pt x="-8297" y="109030"/>
                      <a:pt x="9128" y="82745"/>
                      <a:pt x="33578" y="85872"/>
                    </a:cubicBezTo>
                    <a:lnTo>
                      <a:pt x="139829" y="99445"/>
                    </a:lnTo>
                    <a:cubicBezTo>
                      <a:pt x="149527" y="100692"/>
                      <a:pt x="159225" y="97066"/>
                      <a:pt x="165751" y="89770"/>
                    </a:cubicBezTo>
                    <a:lnTo>
                      <a:pt x="237175" y="9940"/>
                    </a:lnTo>
                    <a:cubicBezTo>
                      <a:pt x="253603" y="-8437"/>
                      <a:pt x="283967" y="15"/>
                      <a:pt x="288566" y="24238"/>
                    </a:cubicBezTo>
                    <a:close/>
                  </a:path>
                </a:pathLst>
              </a:custGeom>
              <a:solidFill>
                <a:srgbClr val="FFFFFF">
                  <a:alpha val="51000"/>
                </a:srgb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FB26FD20-B6B2-4666-6DA2-47F93D7AA87F}"/>
                  </a:ext>
                </a:extLst>
              </p:cNvPr>
              <p:cNvSpPr/>
              <p:nvPr/>
            </p:nvSpPr>
            <p:spPr>
              <a:xfrm>
                <a:off x="6610529" y="4434109"/>
                <a:ext cx="405498" cy="419616"/>
              </a:xfrm>
              <a:custGeom>
                <a:avLst/>
                <a:gdLst>
                  <a:gd name="connsiteX0" fmla="*/ 255188 w 405498"/>
                  <a:gd name="connsiteY0" fmla="*/ 419225 h 419616"/>
                  <a:gd name="connsiteX1" fmla="*/ 250293 w 405498"/>
                  <a:gd name="connsiteY1" fmla="*/ 416393 h 419616"/>
                  <a:gd name="connsiteX2" fmla="*/ 172322 w 405498"/>
                  <a:gd name="connsiteY2" fmla="*/ 342953 h 419616"/>
                  <a:gd name="connsiteX3" fmla="*/ 152404 w 405498"/>
                  <a:gd name="connsiteY3" fmla="*/ 331714 h 419616"/>
                  <a:gd name="connsiteX4" fmla="*/ 129540 w 405498"/>
                  <a:gd name="connsiteY4" fmla="*/ 331034 h 419616"/>
                  <a:gd name="connsiteX5" fmla="*/ 24830 w 405498"/>
                  <a:gd name="connsiteY5" fmla="*/ 353648 h 419616"/>
                  <a:gd name="connsiteX6" fmla="*/ 19165 w 405498"/>
                  <a:gd name="connsiteY6" fmla="*/ 353535 h 419616"/>
                  <a:gd name="connsiteX7" fmla="*/ 11551 w 405498"/>
                  <a:gd name="connsiteY7" fmla="*/ 346896 h 419616"/>
                  <a:gd name="connsiteX8" fmla="*/ 11688 w 405498"/>
                  <a:gd name="connsiteY8" fmla="*/ 337107 h 419616"/>
                  <a:gd name="connsiteX9" fmla="*/ 57437 w 405498"/>
                  <a:gd name="connsiteY9" fmla="*/ 240260 h 419616"/>
                  <a:gd name="connsiteX10" fmla="*/ 55534 w 405498"/>
                  <a:gd name="connsiteY10" fmla="*/ 195892 h 419616"/>
                  <a:gd name="connsiteX11" fmla="*/ 1672 w 405498"/>
                  <a:gd name="connsiteY11" fmla="*/ 103305 h 419616"/>
                  <a:gd name="connsiteX12" fmla="*/ 2035 w 405498"/>
                  <a:gd name="connsiteY12" fmla="*/ 90888 h 419616"/>
                  <a:gd name="connsiteX13" fmla="*/ 13342 w 405498"/>
                  <a:gd name="connsiteY13" fmla="*/ 85721 h 419616"/>
                  <a:gd name="connsiteX14" fmla="*/ 119593 w 405498"/>
                  <a:gd name="connsiteY14" fmla="*/ 99294 h 419616"/>
                  <a:gd name="connsiteX15" fmla="*/ 161196 w 405498"/>
                  <a:gd name="connsiteY15" fmla="*/ 83773 h 419616"/>
                  <a:gd name="connsiteX16" fmla="*/ 232619 w 405498"/>
                  <a:gd name="connsiteY16" fmla="*/ 3943 h 419616"/>
                  <a:gd name="connsiteX17" fmla="*/ 244560 w 405498"/>
                  <a:gd name="connsiteY17" fmla="*/ 453 h 419616"/>
                  <a:gd name="connsiteX18" fmla="*/ 252967 w 405498"/>
                  <a:gd name="connsiteY18" fmla="*/ 9608 h 419616"/>
                  <a:gd name="connsiteX19" fmla="*/ 272885 w 405498"/>
                  <a:gd name="connsiteY19" fmla="*/ 114861 h 419616"/>
                  <a:gd name="connsiteX20" fmla="*/ 300484 w 405498"/>
                  <a:gd name="connsiteY20" fmla="*/ 149621 h 419616"/>
                  <a:gd name="connsiteX21" fmla="*/ 398487 w 405498"/>
                  <a:gd name="connsiteY21" fmla="*/ 192878 h 419616"/>
                  <a:gd name="connsiteX22" fmla="*/ 405489 w 405498"/>
                  <a:gd name="connsiteY22" fmla="*/ 203143 h 419616"/>
                  <a:gd name="connsiteX23" fmla="*/ 399393 w 405498"/>
                  <a:gd name="connsiteY23" fmla="*/ 213975 h 419616"/>
                  <a:gd name="connsiteX24" fmla="*/ 305447 w 405498"/>
                  <a:gd name="connsiteY24" fmla="*/ 265435 h 419616"/>
                  <a:gd name="connsiteX25" fmla="*/ 280906 w 405498"/>
                  <a:gd name="connsiteY25" fmla="*/ 302438 h 419616"/>
                  <a:gd name="connsiteX26" fmla="*/ 270052 w 405498"/>
                  <a:gd name="connsiteY26" fmla="*/ 409006 h 419616"/>
                  <a:gd name="connsiteX27" fmla="*/ 265113 w 405498"/>
                  <a:gd name="connsiteY27" fmla="*/ 417458 h 419616"/>
                  <a:gd name="connsiteX28" fmla="*/ 255165 w 405498"/>
                  <a:gd name="connsiteY28" fmla="*/ 419203 h 419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05498" h="419616">
                    <a:moveTo>
                      <a:pt x="255188" y="419225"/>
                    </a:moveTo>
                    <a:cubicBezTo>
                      <a:pt x="253397" y="418727"/>
                      <a:pt x="251766" y="417775"/>
                      <a:pt x="250293" y="416393"/>
                    </a:cubicBezTo>
                    <a:lnTo>
                      <a:pt x="172322" y="342953"/>
                    </a:lnTo>
                    <a:cubicBezTo>
                      <a:pt x="166702" y="337673"/>
                      <a:pt x="159836" y="333799"/>
                      <a:pt x="152404" y="331714"/>
                    </a:cubicBezTo>
                    <a:cubicBezTo>
                      <a:pt x="144971" y="329652"/>
                      <a:pt x="137086" y="329425"/>
                      <a:pt x="129540" y="331034"/>
                    </a:cubicBezTo>
                    <a:lnTo>
                      <a:pt x="24830" y="353648"/>
                    </a:lnTo>
                    <a:cubicBezTo>
                      <a:pt x="22859" y="354079"/>
                      <a:pt x="20955" y="354034"/>
                      <a:pt x="19165" y="353535"/>
                    </a:cubicBezTo>
                    <a:cubicBezTo>
                      <a:pt x="15880" y="352629"/>
                      <a:pt x="13047" y="350136"/>
                      <a:pt x="11551" y="346896"/>
                    </a:cubicBezTo>
                    <a:cubicBezTo>
                      <a:pt x="10555" y="344698"/>
                      <a:pt x="9762" y="341208"/>
                      <a:pt x="11688" y="337107"/>
                    </a:cubicBezTo>
                    <a:lnTo>
                      <a:pt x="57437" y="240260"/>
                    </a:lnTo>
                    <a:cubicBezTo>
                      <a:pt x="64145" y="226052"/>
                      <a:pt x="63442" y="209488"/>
                      <a:pt x="55534" y="195892"/>
                    </a:cubicBezTo>
                    <a:lnTo>
                      <a:pt x="1672" y="103305"/>
                    </a:lnTo>
                    <a:cubicBezTo>
                      <a:pt x="-1659" y="97595"/>
                      <a:pt x="811" y="92723"/>
                      <a:pt x="2035" y="90888"/>
                    </a:cubicBezTo>
                    <a:cubicBezTo>
                      <a:pt x="3258" y="89052"/>
                      <a:pt x="6793" y="84883"/>
                      <a:pt x="13342" y="85721"/>
                    </a:cubicBezTo>
                    <a:lnTo>
                      <a:pt x="119593" y="99294"/>
                    </a:lnTo>
                    <a:cubicBezTo>
                      <a:pt x="135160" y="101288"/>
                      <a:pt x="150727" y="95487"/>
                      <a:pt x="161196" y="83773"/>
                    </a:cubicBezTo>
                    <a:lnTo>
                      <a:pt x="232619" y="3943"/>
                    </a:lnTo>
                    <a:cubicBezTo>
                      <a:pt x="237015" y="-974"/>
                      <a:pt x="242430" y="-136"/>
                      <a:pt x="244560" y="453"/>
                    </a:cubicBezTo>
                    <a:cubicBezTo>
                      <a:pt x="246690" y="1042"/>
                      <a:pt x="251743" y="3127"/>
                      <a:pt x="252967" y="9608"/>
                    </a:cubicBezTo>
                    <a:lnTo>
                      <a:pt x="272885" y="114861"/>
                    </a:lnTo>
                    <a:cubicBezTo>
                      <a:pt x="275808" y="130293"/>
                      <a:pt x="286118" y="143299"/>
                      <a:pt x="300484" y="149621"/>
                    </a:cubicBezTo>
                    <a:lnTo>
                      <a:pt x="398487" y="192878"/>
                    </a:lnTo>
                    <a:cubicBezTo>
                      <a:pt x="404537" y="195552"/>
                      <a:pt x="405398" y="200945"/>
                      <a:pt x="405489" y="203143"/>
                    </a:cubicBezTo>
                    <a:cubicBezTo>
                      <a:pt x="405579" y="205341"/>
                      <a:pt x="405172" y="210802"/>
                      <a:pt x="399393" y="213975"/>
                    </a:cubicBezTo>
                    <a:lnTo>
                      <a:pt x="305447" y="265435"/>
                    </a:lnTo>
                    <a:cubicBezTo>
                      <a:pt x="291670" y="272980"/>
                      <a:pt x="282493" y="286803"/>
                      <a:pt x="280906" y="302438"/>
                    </a:cubicBezTo>
                    <a:lnTo>
                      <a:pt x="270052" y="409006"/>
                    </a:lnTo>
                    <a:cubicBezTo>
                      <a:pt x="269599" y="413538"/>
                      <a:pt x="267107" y="416098"/>
                      <a:pt x="265113" y="417458"/>
                    </a:cubicBezTo>
                    <a:cubicBezTo>
                      <a:pt x="262167" y="419475"/>
                      <a:pt x="258451" y="420132"/>
                      <a:pt x="255165" y="419203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4F835856-3519-DA11-BEBE-931957848FAE}"/>
                  </a:ext>
                </a:extLst>
              </p:cNvPr>
              <p:cNvSpPr/>
              <p:nvPr/>
            </p:nvSpPr>
            <p:spPr>
              <a:xfrm>
                <a:off x="6658422" y="4583047"/>
                <a:ext cx="34721" cy="70838"/>
              </a:xfrm>
              <a:custGeom>
                <a:avLst/>
                <a:gdLst>
                  <a:gd name="connsiteX0" fmla="*/ 31297 w 34721"/>
                  <a:gd name="connsiteY0" fmla="*/ 70748 h 70838"/>
                  <a:gd name="connsiteX1" fmla="*/ 29326 w 34721"/>
                  <a:gd name="connsiteY1" fmla="*/ 68255 h 70838"/>
                  <a:gd name="connsiteX2" fmla="*/ 20851 w 34721"/>
                  <a:gd name="connsiteY2" fmla="*/ 39296 h 70838"/>
                  <a:gd name="connsiteX3" fmla="*/ 367 w 34721"/>
                  <a:gd name="connsiteY3" fmla="*/ 4060 h 70838"/>
                  <a:gd name="connsiteX4" fmla="*/ 1341 w 34721"/>
                  <a:gd name="connsiteY4" fmla="*/ 367 h 70838"/>
                  <a:gd name="connsiteX5" fmla="*/ 5035 w 34721"/>
                  <a:gd name="connsiteY5" fmla="*/ 1341 h 70838"/>
                  <a:gd name="connsiteX6" fmla="*/ 25519 w 34721"/>
                  <a:gd name="connsiteY6" fmla="*/ 36577 h 70838"/>
                  <a:gd name="connsiteX7" fmla="*/ 34719 w 34721"/>
                  <a:gd name="connsiteY7" fmla="*/ 68028 h 70838"/>
                  <a:gd name="connsiteX8" fmla="*/ 32135 w 34721"/>
                  <a:gd name="connsiteY8" fmla="*/ 70838 h 70838"/>
                  <a:gd name="connsiteX9" fmla="*/ 31297 w 34721"/>
                  <a:gd name="connsiteY9" fmla="*/ 70748 h 70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721" h="70838">
                    <a:moveTo>
                      <a:pt x="31297" y="70748"/>
                    </a:moveTo>
                    <a:cubicBezTo>
                      <a:pt x="30209" y="70453"/>
                      <a:pt x="29371" y="69456"/>
                      <a:pt x="29326" y="68255"/>
                    </a:cubicBezTo>
                    <a:cubicBezTo>
                      <a:pt x="28895" y="58103"/>
                      <a:pt x="25949" y="48088"/>
                      <a:pt x="20851" y="39296"/>
                    </a:cubicBezTo>
                    <a:lnTo>
                      <a:pt x="367" y="4060"/>
                    </a:lnTo>
                    <a:cubicBezTo>
                      <a:pt x="-381" y="2769"/>
                      <a:pt x="50" y="1115"/>
                      <a:pt x="1341" y="367"/>
                    </a:cubicBezTo>
                    <a:cubicBezTo>
                      <a:pt x="2633" y="-381"/>
                      <a:pt x="4287" y="50"/>
                      <a:pt x="5035" y="1341"/>
                    </a:cubicBezTo>
                    <a:lnTo>
                      <a:pt x="25519" y="36577"/>
                    </a:lnTo>
                    <a:cubicBezTo>
                      <a:pt x="31070" y="46117"/>
                      <a:pt x="34243" y="56993"/>
                      <a:pt x="34719" y="68028"/>
                    </a:cubicBezTo>
                    <a:cubicBezTo>
                      <a:pt x="34787" y="69524"/>
                      <a:pt x="33631" y="70770"/>
                      <a:pt x="32135" y="70838"/>
                    </a:cubicBezTo>
                    <a:cubicBezTo>
                      <a:pt x="31841" y="70838"/>
                      <a:pt x="31569" y="70838"/>
                      <a:pt x="31297" y="70748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4359299C-9BAD-F92A-99EA-CDD54A97FCD8}"/>
                  </a:ext>
                </a:extLst>
              </p:cNvPr>
              <p:cNvSpPr/>
              <p:nvPr/>
            </p:nvSpPr>
            <p:spPr>
              <a:xfrm>
                <a:off x="6719568" y="4743422"/>
                <a:ext cx="78292" cy="23249"/>
              </a:xfrm>
              <a:custGeom>
                <a:avLst/>
                <a:gdLst>
                  <a:gd name="connsiteX0" fmla="*/ 1965 w 78292"/>
                  <a:gd name="connsiteY0" fmla="*/ 9803 h 23249"/>
                  <a:gd name="connsiteX1" fmla="*/ 62 w 78292"/>
                  <a:gd name="connsiteY1" fmla="*/ 7763 h 23249"/>
                  <a:gd name="connsiteX2" fmla="*/ 2124 w 78292"/>
                  <a:gd name="connsiteY2" fmla="*/ 4568 h 23249"/>
                  <a:gd name="connsiteX3" fmla="*/ 16150 w 78292"/>
                  <a:gd name="connsiteY3" fmla="*/ 1532 h 23249"/>
                  <a:gd name="connsiteX4" fmla="*/ 48893 w 78292"/>
                  <a:gd name="connsiteY4" fmla="*/ 2506 h 23249"/>
                  <a:gd name="connsiteX5" fmla="*/ 77445 w 78292"/>
                  <a:gd name="connsiteY5" fmla="*/ 18594 h 23249"/>
                  <a:gd name="connsiteX6" fmla="*/ 77558 w 78292"/>
                  <a:gd name="connsiteY6" fmla="*/ 22401 h 23249"/>
                  <a:gd name="connsiteX7" fmla="*/ 73751 w 78292"/>
                  <a:gd name="connsiteY7" fmla="*/ 22515 h 23249"/>
                  <a:gd name="connsiteX8" fmla="*/ 47466 w 78292"/>
                  <a:gd name="connsiteY8" fmla="*/ 7695 h 23249"/>
                  <a:gd name="connsiteX9" fmla="*/ 17306 w 78292"/>
                  <a:gd name="connsiteY9" fmla="*/ 6811 h 23249"/>
                  <a:gd name="connsiteX10" fmla="*/ 3280 w 78292"/>
                  <a:gd name="connsiteY10" fmla="*/ 9848 h 23249"/>
                  <a:gd name="connsiteX11" fmla="*/ 1988 w 78292"/>
                  <a:gd name="connsiteY11" fmla="*/ 9803 h 2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8292" h="23249">
                    <a:moveTo>
                      <a:pt x="1965" y="9803"/>
                    </a:moveTo>
                    <a:cubicBezTo>
                      <a:pt x="1036" y="9553"/>
                      <a:pt x="266" y="8783"/>
                      <a:pt x="62" y="7763"/>
                    </a:cubicBezTo>
                    <a:cubicBezTo>
                      <a:pt x="-255" y="6313"/>
                      <a:pt x="674" y="4863"/>
                      <a:pt x="2124" y="4568"/>
                    </a:cubicBezTo>
                    <a:lnTo>
                      <a:pt x="16150" y="1532"/>
                    </a:lnTo>
                    <a:cubicBezTo>
                      <a:pt x="26936" y="-802"/>
                      <a:pt x="38266" y="-462"/>
                      <a:pt x="48893" y="2506"/>
                    </a:cubicBezTo>
                    <a:cubicBezTo>
                      <a:pt x="59521" y="5475"/>
                      <a:pt x="69401" y="11026"/>
                      <a:pt x="77445" y="18594"/>
                    </a:cubicBezTo>
                    <a:cubicBezTo>
                      <a:pt x="78532" y="19614"/>
                      <a:pt x="78578" y="21314"/>
                      <a:pt x="77558" y="22401"/>
                    </a:cubicBezTo>
                    <a:cubicBezTo>
                      <a:pt x="76538" y="23489"/>
                      <a:pt x="74839" y="23534"/>
                      <a:pt x="73751" y="22515"/>
                    </a:cubicBezTo>
                    <a:cubicBezTo>
                      <a:pt x="66342" y="15535"/>
                      <a:pt x="57255" y="10414"/>
                      <a:pt x="47466" y="7695"/>
                    </a:cubicBezTo>
                    <a:cubicBezTo>
                      <a:pt x="37677" y="4976"/>
                      <a:pt x="27231" y="4659"/>
                      <a:pt x="17306" y="6811"/>
                    </a:cubicBezTo>
                    <a:lnTo>
                      <a:pt x="3280" y="9848"/>
                    </a:lnTo>
                    <a:cubicBezTo>
                      <a:pt x="2849" y="9938"/>
                      <a:pt x="2396" y="9916"/>
                      <a:pt x="1988" y="9803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2464F782-5EBC-54EC-EE87-184E41BF409F}"/>
                  </a:ext>
                </a:extLst>
              </p:cNvPr>
              <p:cNvSpPr/>
              <p:nvPr/>
            </p:nvSpPr>
            <p:spPr>
              <a:xfrm>
                <a:off x="6659167" y="4479434"/>
                <a:ext cx="309580" cy="330680"/>
              </a:xfrm>
              <a:custGeom>
                <a:avLst/>
                <a:gdLst>
                  <a:gd name="connsiteX0" fmla="*/ 183731 w 309580"/>
                  <a:gd name="connsiteY0" fmla="*/ 329805 h 330680"/>
                  <a:gd name="connsiteX1" fmla="*/ 177885 w 309580"/>
                  <a:gd name="connsiteY1" fmla="*/ 327199 h 330680"/>
                  <a:gd name="connsiteX2" fmla="*/ 177069 w 309580"/>
                  <a:gd name="connsiteY2" fmla="*/ 323483 h 330680"/>
                  <a:gd name="connsiteX3" fmla="*/ 180785 w 309580"/>
                  <a:gd name="connsiteY3" fmla="*/ 322667 h 330680"/>
                  <a:gd name="connsiteX4" fmla="*/ 196873 w 309580"/>
                  <a:gd name="connsiteY4" fmla="*/ 323506 h 330680"/>
                  <a:gd name="connsiteX5" fmla="*/ 206096 w 309580"/>
                  <a:gd name="connsiteY5" fmla="*/ 310272 h 330680"/>
                  <a:gd name="connsiteX6" fmla="*/ 211716 w 309580"/>
                  <a:gd name="connsiteY6" fmla="*/ 255051 h 330680"/>
                  <a:gd name="connsiteX7" fmla="*/ 246883 w 309580"/>
                  <a:gd name="connsiteY7" fmla="*/ 202028 h 330680"/>
                  <a:gd name="connsiteX8" fmla="*/ 295556 w 309580"/>
                  <a:gd name="connsiteY8" fmla="*/ 175357 h 330680"/>
                  <a:gd name="connsiteX9" fmla="*/ 304167 w 309580"/>
                  <a:gd name="connsiteY9" fmla="*/ 160107 h 330680"/>
                  <a:gd name="connsiteX10" fmla="*/ 294287 w 309580"/>
                  <a:gd name="connsiteY10" fmla="*/ 145650 h 330680"/>
                  <a:gd name="connsiteX11" fmla="*/ 243507 w 309580"/>
                  <a:gd name="connsiteY11" fmla="*/ 123240 h 330680"/>
                  <a:gd name="connsiteX12" fmla="*/ 203943 w 309580"/>
                  <a:gd name="connsiteY12" fmla="*/ 73412 h 330680"/>
                  <a:gd name="connsiteX13" fmla="*/ 193610 w 309580"/>
                  <a:gd name="connsiteY13" fmla="*/ 18870 h 330680"/>
                  <a:gd name="connsiteX14" fmla="*/ 181760 w 309580"/>
                  <a:gd name="connsiteY14" fmla="*/ 5977 h 330680"/>
                  <a:gd name="connsiteX15" fmla="*/ 164946 w 309580"/>
                  <a:gd name="connsiteY15" fmla="*/ 10894 h 330680"/>
                  <a:gd name="connsiteX16" fmla="*/ 127943 w 309580"/>
                  <a:gd name="connsiteY16" fmla="*/ 52270 h 330680"/>
                  <a:gd name="connsiteX17" fmla="*/ 68325 w 309580"/>
                  <a:gd name="connsiteY17" fmla="*/ 74499 h 330680"/>
                  <a:gd name="connsiteX18" fmla="*/ 13262 w 309580"/>
                  <a:gd name="connsiteY18" fmla="*/ 67475 h 330680"/>
                  <a:gd name="connsiteX19" fmla="*/ 3882 w 309580"/>
                  <a:gd name="connsiteY19" fmla="*/ 68993 h 330680"/>
                  <a:gd name="connsiteX20" fmla="*/ 279 w 309580"/>
                  <a:gd name="connsiteY20" fmla="*/ 67769 h 330680"/>
                  <a:gd name="connsiteX21" fmla="*/ 1502 w 309580"/>
                  <a:gd name="connsiteY21" fmla="*/ 64166 h 330680"/>
                  <a:gd name="connsiteX22" fmla="*/ 13965 w 309580"/>
                  <a:gd name="connsiteY22" fmla="*/ 62150 h 330680"/>
                  <a:gd name="connsiteX23" fmla="*/ 69028 w 309580"/>
                  <a:gd name="connsiteY23" fmla="*/ 69197 h 330680"/>
                  <a:gd name="connsiteX24" fmla="*/ 123955 w 309580"/>
                  <a:gd name="connsiteY24" fmla="*/ 48713 h 330680"/>
                  <a:gd name="connsiteX25" fmla="*/ 160958 w 309580"/>
                  <a:gd name="connsiteY25" fmla="*/ 7336 h 330680"/>
                  <a:gd name="connsiteX26" fmla="*/ 183232 w 309580"/>
                  <a:gd name="connsiteY26" fmla="*/ 810 h 330680"/>
                  <a:gd name="connsiteX27" fmla="*/ 198935 w 309580"/>
                  <a:gd name="connsiteY27" fmla="*/ 17895 h 330680"/>
                  <a:gd name="connsiteX28" fmla="*/ 209268 w 309580"/>
                  <a:gd name="connsiteY28" fmla="*/ 72437 h 330680"/>
                  <a:gd name="connsiteX29" fmla="*/ 245705 w 309580"/>
                  <a:gd name="connsiteY29" fmla="*/ 118346 h 330680"/>
                  <a:gd name="connsiteX30" fmla="*/ 296485 w 309580"/>
                  <a:gd name="connsiteY30" fmla="*/ 140756 h 330680"/>
                  <a:gd name="connsiteX31" fmla="*/ 309560 w 309580"/>
                  <a:gd name="connsiteY31" fmla="*/ 159926 h 330680"/>
                  <a:gd name="connsiteX32" fmla="*/ 298162 w 309580"/>
                  <a:gd name="connsiteY32" fmla="*/ 180138 h 330680"/>
                  <a:gd name="connsiteX33" fmla="*/ 249489 w 309580"/>
                  <a:gd name="connsiteY33" fmla="*/ 206809 h 330680"/>
                  <a:gd name="connsiteX34" fmla="*/ 217086 w 309580"/>
                  <a:gd name="connsiteY34" fmla="*/ 255663 h 330680"/>
                  <a:gd name="connsiteX35" fmla="*/ 211466 w 309580"/>
                  <a:gd name="connsiteY35" fmla="*/ 310884 h 330680"/>
                  <a:gd name="connsiteX36" fmla="*/ 199230 w 309580"/>
                  <a:gd name="connsiteY36" fmla="*/ 328423 h 330680"/>
                  <a:gd name="connsiteX37" fmla="*/ 183754 w 309580"/>
                  <a:gd name="connsiteY37" fmla="*/ 329896 h 33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09580" h="330680">
                    <a:moveTo>
                      <a:pt x="183731" y="329805"/>
                    </a:moveTo>
                    <a:cubicBezTo>
                      <a:pt x="181692" y="329238"/>
                      <a:pt x="179720" y="328378"/>
                      <a:pt x="177885" y="327199"/>
                    </a:cubicBezTo>
                    <a:cubicBezTo>
                      <a:pt x="176638" y="326406"/>
                      <a:pt x="176253" y="324729"/>
                      <a:pt x="177069" y="323483"/>
                    </a:cubicBezTo>
                    <a:cubicBezTo>
                      <a:pt x="177862" y="322237"/>
                      <a:pt x="179539" y="321852"/>
                      <a:pt x="180785" y="322667"/>
                    </a:cubicBezTo>
                    <a:cubicBezTo>
                      <a:pt x="185589" y="325726"/>
                      <a:pt x="191616" y="326044"/>
                      <a:pt x="196873" y="323506"/>
                    </a:cubicBezTo>
                    <a:cubicBezTo>
                      <a:pt x="202153" y="320945"/>
                      <a:pt x="205507" y="316141"/>
                      <a:pt x="206096" y="310272"/>
                    </a:cubicBezTo>
                    <a:lnTo>
                      <a:pt x="211716" y="255051"/>
                    </a:lnTo>
                    <a:cubicBezTo>
                      <a:pt x="214004" y="232663"/>
                      <a:pt x="227147" y="212836"/>
                      <a:pt x="246883" y="202028"/>
                    </a:cubicBezTo>
                    <a:lnTo>
                      <a:pt x="295556" y="175357"/>
                    </a:lnTo>
                    <a:cubicBezTo>
                      <a:pt x="301221" y="172253"/>
                      <a:pt x="304438" y="166542"/>
                      <a:pt x="304167" y="160107"/>
                    </a:cubicBezTo>
                    <a:cubicBezTo>
                      <a:pt x="303895" y="153649"/>
                      <a:pt x="300201" y="148256"/>
                      <a:pt x="294287" y="145650"/>
                    </a:cubicBezTo>
                    <a:lnTo>
                      <a:pt x="243507" y="123240"/>
                    </a:lnTo>
                    <a:cubicBezTo>
                      <a:pt x="222909" y="114153"/>
                      <a:pt x="208135" y="95527"/>
                      <a:pt x="203943" y="73412"/>
                    </a:cubicBezTo>
                    <a:lnTo>
                      <a:pt x="193610" y="18870"/>
                    </a:lnTo>
                    <a:cubicBezTo>
                      <a:pt x="192409" y="12525"/>
                      <a:pt x="187991" y="7699"/>
                      <a:pt x="181760" y="5977"/>
                    </a:cubicBezTo>
                    <a:cubicBezTo>
                      <a:pt x="175528" y="4254"/>
                      <a:pt x="169251" y="6090"/>
                      <a:pt x="164946" y="10894"/>
                    </a:cubicBezTo>
                    <a:lnTo>
                      <a:pt x="127943" y="52270"/>
                    </a:lnTo>
                    <a:cubicBezTo>
                      <a:pt x="112942" y="69038"/>
                      <a:pt x="90645" y="77354"/>
                      <a:pt x="68325" y="74499"/>
                    </a:cubicBezTo>
                    <a:lnTo>
                      <a:pt x="13262" y="67475"/>
                    </a:lnTo>
                    <a:cubicBezTo>
                      <a:pt x="9977" y="67044"/>
                      <a:pt x="6736" y="67565"/>
                      <a:pt x="3882" y="68993"/>
                    </a:cubicBezTo>
                    <a:cubicBezTo>
                      <a:pt x="2545" y="69650"/>
                      <a:pt x="936" y="69106"/>
                      <a:pt x="279" y="67769"/>
                    </a:cubicBezTo>
                    <a:cubicBezTo>
                      <a:pt x="-378" y="66432"/>
                      <a:pt x="165" y="64823"/>
                      <a:pt x="1502" y="64166"/>
                    </a:cubicBezTo>
                    <a:cubicBezTo>
                      <a:pt x="5309" y="62286"/>
                      <a:pt x="9614" y="61583"/>
                      <a:pt x="13965" y="62150"/>
                    </a:cubicBezTo>
                    <a:lnTo>
                      <a:pt x="69028" y="69197"/>
                    </a:lnTo>
                    <a:cubicBezTo>
                      <a:pt x="89580" y="71825"/>
                      <a:pt x="110110" y="64166"/>
                      <a:pt x="123955" y="48713"/>
                    </a:cubicBezTo>
                    <a:lnTo>
                      <a:pt x="160958" y="7336"/>
                    </a:lnTo>
                    <a:cubicBezTo>
                      <a:pt x="166577" y="1059"/>
                      <a:pt x="175097" y="-1433"/>
                      <a:pt x="183232" y="810"/>
                    </a:cubicBezTo>
                    <a:cubicBezTo>
                      <a:pt x="191345" y="3076"/>
                      <a:pt x="197372" y="9625"/>
                      <a:pt x="198935" y="17895"/>
                    </a:cubicBezTo>
                    <a:lnTo>
                      <a:pt x="209268" y="72437"/>
                    </a:lnTo>
                    <a:cubicBezTo>
                      <a:pt x="213120" y="92808"/>
                      <a:pt x="226739" y="109962"/>
                      <a:pt x="245705" y="118346"/>
                    </a:cubicBezTo>
                    <a:lnTo>
                      <a:pt x="296485" y="140756"/>
                    </a:lnTo>
                    <a:cubicBezTo>
                      <a:pt x="304189" y="144155"/>
                      <a:pt x="309197" y="151496"/>
                      <a:pt x="309560" y="159926"/>
                    </a:cubicBezTo>
                    <a:cubicBezTo>
                      <a:pt x="309922" y="168355"/>
                      <a:pt x="305549" y="176082"/>
                      <a:pt x="298162" y="180138"/>
                    </a:cubicBezTo>
                    <a:lnTo>
                      <a:pt x="249489" y="206809"/>
                    </a:lnTo>
                    <a:cubicBezTo>
                      <a:pt x="231316" y="216779"/>
                      <a:pt x="219193" y="235020"/>
                      <a:pt x="217086" y="255663"/>
                    </a:cubicBezTo>
                    <a:lnTo>
                      <a:pt x="211466" y="310884"/>
                    </a:lnTo>
                    <a:cubicBezTo>
                      <a:pt x="210696" y="318521"/>
                      <a:pt x="206119" y="325092"/>
                      <a:pt x="199230" y="328423"/>
                    </a:cubicBezTo>
                    <a:cubicBezTo>
                      <a:pt x="194267" y="330825"/>
                      <a:pt x="188807" y="331301"/>
                      <a:pt x="183754" y="329896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41" name="Graphic 3">
              <a:extLst>
                <a:ext uri="{FF2B5EF4-FFF2-40B4-BE49-F238E27FC236}">
                  <a16:creationId xmlns:a16="http://schemas.microsoft.com/office/drawing/2014/main" id="{53C2BE29-4F81-AF68-AC72-04606280563D}"/>
                </a:ext>
              </a:extLst>
            </p:cNvPr>
            <p:cNvGrpSpPr/>
            <p:nvPr/>
          </p:nvGrpSpPr>
          <p:grpSpPr>
            <a:xfrm>
              <a:off x="7047855" y="3983799"/>
              <a:ext cx="590307" cy="584739"/>
              <a:chOff x="7047855" y="3983799"/>
              <a:chExt cx="590307" cy="584739"/>
            </a:xfrm>
          </p:grpSpPr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31025E3D-7B55-DED3-EAC2-6B012AC9EF80}"/>
                  </a:ext>
                </a:extLst>
              </p:cNvPr>
              <p:cNvSpPr/>
              <p:nvPr/>
            </p:nvSpPr>
            <p:spPr>
              <a:xfrm>
                <a:off x="7047855" y="3983799"/>
                <a:ext cx="590307" cy="584739"/>
              </a:xfrm>
              <a:custGeom>
                <a:avLst/>
                <a:gdLst>
                  <a:gd name="connsiteX0" fmla="*/ 354690 w 590307"/>
                  <a:gd name="connsiteY0" fmla="*/ 26032 h 584739"/>
                  <a:gd name="connsiteX1" fmla="*/ 400711 w 590307"/>
                  <a:gd name="connsiteY1" fmla="*/ 157820 h 584739"/>
                  <a:gd name="connsiteX2" fmla="*/ 427087 w 590307"/>
                  <a:gd name="connsiteY2" fmla="*/ 182428 h 584739"/>
                  <a:gd name="connsiteX3" fmla="*/ 561753 w 590307"/>
                  <a:gd name="connsiteY3" fmla="*/ 219227 h 584739"/>
                  <a:gd name="connsiteX4" fmla="*/ 574986 w 590307"/>
                  <a:gd name="connsiteY4" fmla="*/ 287455 h 584739"/>
                  <a:gd name="connsiteX5" fmla="*/ 463864 w 590307"/>
                  <a:gd name="connsiteY5" fmla="*/ 371953 h 584739"/>
                  <a:gd name="connsiteX6" fmla="*/ 448614 w 590307"/>
                  <a:gd name="connsiteY6" fmla="*/ 404628 h 584739"/>
                  <a:gd name="connsiteX7" fmla="*/ 455208 w 590307"/>
                  <a:gd name="connsiteY7" fmla="*/ 544076 h 584739"/>
                  <a:gd name="connsiteX8" fmla="*/ 394412 w 590307"/>
                  <a:gd name="connsiteY8" fmla="*/ 577748 h 584739"/>
                  <a:gd name="connsiteX9" fmla="*/ 279709 w 590307"/>
                  <a:gd name="connsiteY9" fmla="*/ 498167 h 584739"/>
                  <a:gd name="connsiteX10" fmla="*/ 243907 w 590307"/>
                  <a:gd name="connsiteY10" fmla="*/ 493749 h 584739"/>
                  <a:gd name="connsiteX11" fmla="*/ 113342 w 590307"/>
                  <a:gd name="connsiteY11" fmla="*/ 543124 h 584739"/>
                  <a:gd name="connsiteX12" fmla="*/ 62517 w 590307"/>
                  <a:gd name="connsiteY12" fmla="*/ 495697 h 584739"/>
                  <a:gd name="connsiteX13" fmla="*/ 102760 w 590307"/>
                  <a:gd name="connsiteY13" fmla="*/ 362028 h 584739"/>
                  <a:gd name="connsiteX14" fmla="*/ 95894 w 590307"/>
                  <a:gd name="connsiteY14" fmla="*/ 326611 h 584739"/>
                  <a:gd name="connsiteX15" fmla="*/ 8587 w 590307"/>
                  <a:gd name="connsiteY15" fmla="*/ 217687 h 584739"/>
                  <a:gd name="connsiteX16" fmla="*/ 37976 w 590307"/>
                  <a:gd name="connsiteY16" fmla="*/ 154693 h 584739"/>
                  <a:gd name="connsiteX17" fmla="*/ 177537 w 590307"/>
                  <a:gd name="connsiteY17" fmla="*/ 151656 h 584739"/>
                  <a:gd name="connsiteX18" fmla="*/ 209102 w 590307"/>
                  <a:gd name="connsiteY18" fmla="*/ 134186 h 584739"/>
                  <a:gd name="connsiteX19" fmla="*/ 285714 w 590307"/>
                  <a:gd name="connsiteY19" fmla="*/ 17489 h 584739"/>
                  <a:gd name="connsiteX20" fmla="*/ 354712 w 590307"/>
                  <a:gd name="connsiteY20" fmla="*/ 25986 h 58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90307" h="584739">
                    <a:moveTo>
                      <a:pt x="354690" y="26032"/>
                    </a:moveTo>
                    <a:lnTo>
                      <a:pt x="400711" y="157820"/>
                    </a:lnTo>
                    <a:cubicBezTo>
                      <a:pt x="404926" y="169852"/>
                      <a:pt x="414783" y="179075"/>
                      <a:pt x="427087" y="182428"/>
                    </a:cubicBezTo>
                    <a:lnTo>
                      <a:pt x="561753" y="219227"/>
                    </a:lnTo>
                    <a:cubicBezTo>
                      <a:pt x="592729" y="227702"/>
                      <a:pt x="600569" y="268013"/>
                      <a:pt x="574986" y="287455"/>
                    </a:cubicBezTo>
                    <a:lnTo>
                      <a:pt x="463864" y="371953"/>
                    </a:lnTo>
                    <a:cubicBezTo>
                      <a:pt x="453712" y="379680"/>
                      <a:pt x="448002" y="391894"/>
                      <a:pt x="448614" y="404628"/>
                    </a:cubicBezTo>
                    <a:lnTo>
                      <a:pt x="455208" y="544076"/>
                    </a:lnTo>
                    <a:cubicBezTo>
                      <a:pt x="456726" y="576162"/>
                      <a:pt x="420788" y="596057"/>
                      <a:pt x="394412" y="577748"/>
                    </a:cubicBezTo>
                    <a:lnTo>
                      <a:pt x="279709" y="498167"/>
                    </a:lnTo>
                    <a:cubicBezTo>
                      <a:pt x="269218" y="490894"/>
                      <a:pt x="255849" y="489239"/>
                      <a:pt x="243907" y="493749"/>
                    </a:cubicBezTo>
                    <a:lnTo>
                      <a:pt x="113342" y="543124"/>
                    </a:lnTo>
                    <a:cubicBezTo>
                      <a:pt x="83296" y="554476"/>
                      <a:pt x="53272" y="526469"/>
                      <a:pt x="62517" y="495697"/>
                    </a:cubicBezTo>
                    <a:lnTo>
                      <a:pt x="102760" y="362028"/>
                    </a:lnTo>
                    <a:cubicBezTo>
                      <a:pt x="106431" y="349815"/>
                      <a:pt x="103870" y="336581"/>
                      <a:pt x="95894" y="326611"/>
                    </a:cubicBezTo>
                    <a:lnTo>
                      <a:pt x="8587" y="217687"/>
                    </a:lnTo>
                    <a:cubicBezTo>
                      <a:pt x="-11512" y="192625"/>
                      <a:pt x="5868" y="155395"/>
                      <a:pt x="37976" y="154693"/>
                    </a:cubicBezTo>
                    <a:lnTo>
                      <a:pt x="177537" y="151656"/>
                    </a:lnTo>
                    <a:cubicBezTo>
                      <a:pt x="190294" y="151385"/>
                      <a:pt x="202100" y="144836"/>
                      <a:pt x="209102" y="134186"/>
                    </a:cubicBezTo>
                    <a:lnTo>
                      <a:pt x="285714" y="17489"/>
                    </a:lnTo>
                    <a:cubicBezTo>
                      <a:pt x="303343" y="-9363"/>
                      <a:pt x="344108" y="-4332"/>
                      <a:pt x="354712" y="25986"/>
                    </a:cubicBezTo>
                    <a:close/>
                  </a:path>
                </a:pathLst>
              </a:custGeom>
              <a:solidFill>
                <a:srgbClr val="FFFFFF">
                  <a:alpha val="51000"/>
                </a:srgb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E7BDE43F-A4E6-49F0-9C5A-9FF5DF369141}"/>
                  </a:ext>
                </a:extLst>
              </p:cNvPr>
              <p:cNvSpPr/>
              <p:nvPr/>
            </p:nvSpPr>
            <p:spPr>
              <a:xfrm>
                <a:off x="7071237" y="4007213"/>
                <a:ext cx="543492" cy="537875"/>
              </a:xfrm>
              <a:custGeom>
                <a:avLst/>
                <a:gdLst>
                  <a:gd name="connsiteX0" fmla="*/ 391220 w 543492"/>
                  <a:gd name="connsiteY0" fmla="*/ 537815 h 537875"/>
                  <a:gd name="connsiteX1" fmla="*/ 384354 w 543492"/>
                  <a:gd name="connsiteY1" fmla="*/ 535096 h 537875"/>
                  <a:gd name="connsiteX2" fmla="*/ 269651 w 543492"/>
                  <a:gd name="connsiteY2" fmla="*/ 455515 h 537875"/>
                  <a:gd name="connsiteX3" fmla="*/ 241802 w 543492"/>
                  <a:gd name="connsiteY3" fmla="*/ 444888 h 537875"/>
                  <a:gd name="connsiteX4" fmla="*/ 212209 w 543492"/>
                  <a:gd name="connsiteY4" fmla="*/ 448445 h 537875"/>
                  <a:gd name="connsiteX5" fmla="*/ 81644 w 543492"/>
                  <a:gd name="connsiteY5" fmla="*/ 497820 h 537875"/>
                  <a:gd name="connsiteX6" fmla="*/ 74325 w 543492"/>
                  <a:gd name="connsiteY6" fmla="*/ 498772 h 537875"/>
                  <a:gd name="connsiteX7" fmla="*/ 63222 w 543492"/>
                  <a:gd name="connsiteY7" fmla="*/ 491680 h 537875"/>
                  <a:gd name="connsiteX8" fmla="*/ 61522 w 543492"/>
                  <a:gd name="connsiteY8" fmla="*/ 479036 h 537875"/>
                  <a:gd name="connsiteX9" fmla="*/ 101766 w 543492"/>
                  <a:gd name="connsiteY9" fmla="*/ 345367 h 537875"/>
                  <a:gd name="connsiteX10" fmla="*/ 90753 w 543492"/>
                  <a:gd name="connsiteY10" fmla="*/ 288559 h 537875"/>
                  <a:gd name="connsiteX11" fmla="*/ 3446 w 543492"/>
                  <a:gd name="connsiteY11" fmla="*/ 179634 h 537875"/>
                  <a:gd name="connsiteX12" fmla="*/ 1520 w 543492"/>
                  <a:gd name="connsiteY12" fmla="*/ 163546 h 537875"/>
                  <a:gd name="connsiteX13" fmla="*/ 15093 w 543492"/>
                  <a:gd name="connsiteY13" fmla="*/ 154686 h 537875"/>
                  <a:gd name="connsiteX14" fmla="*/ 154653 w 543492"/>
                  <a:gd name="connsiteY14" fmla="*/ 151650 h 537875"/>
                  <a:gd name="connsiteX15" fmla="*/ 205275 w 543492"/>
                  <a:gd name="connsiteY15" fmla="*/ 123620 h 537875"/>
                  <a:gd name="connsiteX16" fmla="*/ 281887 w 543492"/>
                  <a:gd name="connsiteY16" fmla="*/ 6923 h 537875"/>
                  <a:gd name="connsiteX17" fmla="*/ 296593 w 543492"/>
                  <a:gd name="connsiteY17" fmla="*/ 125 h 537875"/>
                  <a:gd name="connsiteX18" fmla="*/ 309215 w 543492"/>
                  <a:gd name="connsiteY18" fmla="*/ 10299 h 537875"/>
                  <a:gd name="connsiteX19" fmla="*/ 355236 w 543492"/>
                  <a:gd name="connsiteY19" fmla="*/ 142087 h 537875"/>
                  <a:gd name="connsiteX20" fmla="*/ 397542 w 543492"/>
                  <a:gd name="connsiteY20" fmla="*/ 181560 h 537875"/>
                  <a:gd name="connsiteX21" fmla="*/ 532185 w 543492"/>
                  <a:gd name="connsiteY21" fmla="*/ 218360 h 537875"/>
                  <a:gd name="connsiteX22" fmla="*/ 543198 w 543492"/>
                  <a:gd name="connsiteY22" fmla="*/ 230233 h 537875"/>
                  <a:gd name="connsiteX23" fmla="*/ 537419 w 543492"/>
                  <a:gd name="connsiteY23" fmla="*/ 245370 h 537875"/>
                  <a:gd name="connsiteX24" fmla="*/ 426297 w 543492"/>
                  <a:gd name="connsiteY24" fmla="*/ 329867 h 537875"/>
                  <a:gd name="connsiteX25" fmla="*/ 401824 w 543492"/>
                  <a:gd name="connsiteY25" fmla="*/ 382302 h 537875"/>
                  <a:gd name="connsiteX26" fmla="*/ 408418 w 543492"/>
                  <a:gd name="connsiteY26" fmla="*/ 521749 h 537875"/>
                  <a:gd name="connsiteX27" fmla="*/ 403682 w 543492"/>
                  <a:gd name="connsiteY27" fmla="*/ 533600 h 537875"/>
                  <a:gd name="connsiteX28" fmla="*/ 391197 w 543492"/>
                  <a:gd name="connsiteY28" fmla="*/ 537769 h 537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43492" h="537875">
                    <a:moveTo>
                      <a:pt x="391220" y="537815"/>
                    </a:moveTo>
                    <a:cubicBezTo>
                      <a:pt x="388818" y="537520"/>
                      <a:pt x="386506" y="536614"/>
                      <a:pt x="384354" y="535096"/>
                    </a:cubicBezTo>
                    <a:lnTo>
                      <a:pt x="269651" y="455515"/>
                    </a:lnTo>
                    <a:cubicBezTo>
                      <a:pt x="261403" y="449782"/>
                      <a:pt x="251773" y="446111"/>
                      <a:pt x="241802" y="444888"/>
                    </a:cubicBezTo>
                    <a:cubicBezTo>
                      <a:pt x="231832" y="443664"/>
                      <a:pt x="221612" y="444888"/>
                      <a:pt x="212209" y="448445"/>
                    </a:cubicBezTo>
                    <a:lnTo>
                      <a:pt x="81644" y="497820"/>
                    </a:lnTo>
                    <a:cubicBezTo>
                      <a:pt x="79174" y="498750"/>
                      <a:pt x="76727" y="499067"/>
                      <a:pt x="74325" y="498772"/>
                    </a:cubicBezTo>
                    <a:cubicBezTo>
                      <a:pt x="69929" y="498228"/>
                      <a:pt x="65782" y="495577"/>
                      <a:pt x="63222" y="491680"/>
                    </a:cubicBezTo>
                    <a:cubicBezTo>
                      <a:pt x="61500" y="489029"/>
                      <a:pt x="59800" y="484701"/>
                      <a:pt x="61522" y="479036"/>
                    </a:cubicBezTo>
                    <a:lnTo>
                      <a:pt x="101766" y="345367"/>
                    </a:lnTo>
                    <a:cubicBezTo>
                      <a:pt x="107657" y="325766"/>
                      <a:pt x="103556" y="304534"/>
                      <a:pt x="90753" y="288559"/>
                    </a:cubicBezTo>
                    <a:lnTo>
                      <a:pt x="3446" y="179634"/>
                    </a:lnTo>
                    <a:cubicBezTo>
                      <a:pt x="-1947" y="172927"/>
                      <a:pt x="296" y="166152"/>
                      <a:pt x="1520" y="163546"/>
                    </a:cubicBezTo>
                    <a:cubicBezTo>
                      <a:pt x="2743" y="160940"/>
                      <a:pt x="6482" y="154890"/>
                      <a:pt x="15093" y="154686"/>
                    </a:cubicBezTo>
                    <a:lnTo>
                      <a:pt x="154653" y="151650"/>
                    </a:lnTo>
                    <a:cubicBezTo>
                      <a:pt x="175115" y="151196"/>
                      <a:pt x="194036" y="140728"/>
                      <a:pt x="205275" y="123620"/>
                    </a:cubicBezTo>
                    <a:lnTo>
                      <a:pt x="281887" y="6923"/>
                    </a:lnTo>
                    <a:cubicBezTo>
                      <a:pt x="286623" y="-283"/>
                      <a:pt x="293738" y="-238"/>
                      <a:pt x="296593" y="125"/>
                    </a:cubicBezTo>
                    <a:cubicBezTo>
                      <a:pt x="299448" y="465"/>
                      <a:pt x="306359" y="2164"/>
                      <a:pt x="309215" y="10299"/>
                    </a:cubicBezTo>
                    <a:lnTo>
                      <a:pt x="355236" y="142087"/>
                    </a:lnTo>
                    <a:cubicBezTo>
                      <a:pt x="361989" y="161416"/>
                      <a:pt x="377805" y="176167"/>
                      <a:pt x="397542" y="181560"/>
                    </a:cubicBezTo>
                    <a:lnTo>
                      <a:pt x="532185" y="218360"/>
                    </a:lnTo>
                    <a:cubicBezTo>
                      <a:pt x="540501" y="220626"/>
                      <a:pt x="542654" y="227423"/>
                      <a:pt x="543198" y="230233"/>
                    </a:cubicBezTo>
                    <a:cubicBezTo>
                      <a:pt x="543742" y="233043"/>
                      <a:pt x="544285" y="240158"/>
                      <a:pt x="537419" y="245370"/>
                    </a:cubicBezTo>
                    <a:lnTo>
                      <a:pt x="426297" y="329867"/>
                    </a:lnTo>
                    <a:cubicBezTo>
                      <a:pt x="410004" y="342262"/>
                      <a:pt x="400850" y="361863"/>
                      <a:pt x="401824" y="382302"/>
                    </a:cubicBezTo>
                    <a:lnTo>
                      <a:pt x="408418" y="521749"/>
                    </a:lnTo>
                    <a:cubicBezTo>
                      <a:pt x="408690" y="527663"/>
                      <a:pt x="405994" y="531470"/>
                      <a:pt x="403682" y="533600"/>
                    </a:cubicBezTo>
                    <a:cubicBezTo>
                      <a:pt x="400283" y="536750"/>
                      <a:pt x="395616" y="538313"/>
                      <a:pt x="391197" y="537769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6464E7D4-7BB6-33BA-E81E-DEAF1BA3080F}"/>
                  </a:ext>
                </a:extLst>
              </p:cNvPr>
              <p:cNvSpPr/>
              <p:nvPr/>
            </p:nvSpPr>
            <p:spPr>
              <a:xfrm>
                <a:off x="7143548" y="4236216"/>
                <a:ext cx="57479" cy="85706"/>
              </a:xfrm>
              <a:custGeom>
                <a:avLst/>
                <a:gdLst>
                  <a:gd name="connsiteX0" fmla="*/ 53520 w 57479"/>
                  <a:gd name="connsiteY0" fmla="*/ 85661 h 85706"/>
                  <a:gd name="connsiteX1" fmla="*/ 50506 w 57479"/>
                  <a:gd name="connsiteY1" fmla="*/ 82851 h 85706"/>
                  <a:gd name="connsiteX2" fmla="*/ 33987 w 57479"/>
                  <a:gd name="connsiteY2" fmla="*/ 47162 h 85706"/>
                  <a:gd name="connsiteX3" fmla="*/ 768 w 57479"/>
                  <a:gd name="connsiteY3" fmla="*/ 5717 h 85706"/>
                  <a:gd name="connsiteX4" fmla="*/ 1312 w 57479"/>
                  <a:gd name="connsiteY4" fmla="*/ 778 h 85706"/>
                  <a:gd name="connsiteX5" fmla="*/ 6252 w 57479"/>
                  <a:gd name="connsiteY5" fmla="*/ 1321 h 85706"/>
                  <a:gd name="connsiteX6" fmla="*/ 39471 w 57479"/>
                  <a:gd name="connsiteY6" fmla="*/ 42766 h 85706"/>
                  <a:gd name="connsiteX7" fmla="*/ 57417 w 57479"/>
                  <a:gd name="connsiteY7" fmla="*/ 81514 h 85706"/>
                  <a:gd name="connsiteX8" fmla="*/ 54630 w 57479"/>
                  <a:gd name="connsiteY8" fmla="*/ 85638 h 85706"/>
                  <a:gd name="connsiteX9" fmla="*/ 53542 w 57479"/>
                  <a:gd name="connsiteY9" fmla="*/ 85683 h 85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479" h="85706">
                    <a:moveTo>
                      <a:pt x="53520" y="85661"/>
                    </a:moveTo>
                    <a:cubicBezTo>
                      <a:pt x="52047" y="85479"/>
                      <a:pt x="50801" y="84369"/>
                      <a:pt x="50506" y="82851"/>
                    </a:cubicBezTo>
                    <a:cubicBezTo>
                      <a:pt x="47991" y="69844"/>
                      <a:pt x="42258" y="57495"/>
                      <a:pt x="33987" y="47162"/>
                    </a:cubicBezTo>
                    <a:lnTo>
                      <a:pt x="768" y="5717"/>
                    </a:lnTo>
                    <a:cubicBezTo>
                      <a:pt x="-433" y="4199"/>
                      <a:pt x="-206" y="2001"/>
                      <a:pt x="1312" y="778"/>
                    </a:cubicBezTo>
                    <a:cubicBezTo>
                      <a:pt x="2830" y="-446"/>
                      <a:pt x="5028" y="-197"/>
                      <a:pt x="6252" y="1321"/>
                    </a:cubicBezTo>
                    <a:lnTo>
                      <a:pt x="39471" y="42766"/>
                    </a:lnTo>
                    <a:cubicBezTo>
                      <a:pt x="48467" y="54005"/>
                      <a:pt x="54675" y="67397"/>
                      <a:pt x="57417" y="81514"/>
                    </a:cubicBezTo>
                    <a:cubicBezTo>
                      <a:pt x="57780" y="83417"/>
                      <a:pt x="56534" y="85253"/>
                      <a:pt x="54630" y="85638"/>
                    </a:cubicBezTo>
                    <a:cubicBezTo>
                      <a:pt x="54268" y="85706"/>
                      <a:pt x="53882" y="85729"/>
                      <a:pt x="53542" y="85683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EFEBF061-E361-347C-BF96-90C8659AB46B}"/>
                  </a:ext>
                </a:extLst>
              </p:cNvPr>
              <p:cNvSpPr/>
              <p:nvPr/>
            </p:nvSpPr>
            <p:spPr>
              <a:xfrm>
                <a:off x="7254216" y="4424729"/>
                <a:ext cx="103545" cy="22288"/>
              </a:xfrm>
              <a:custGeom>
                <a:avLst/>
                <a:gdLst>
                  <a:gd name="connsiteX0" fmla="*/ 3081 w 103545"/>
                  <a:gd name="connsiteY0" fmla="*/ 19147 h 22288"/>
                  <a:gd name="connsiteX1" fmla="*/ 226 w 103545"/>
                  <a:gd name="connsiteY1" fmla="*/ 16903 h 22288"/>
                  <a:gd name="connsiteX2" fmla="*/ 2265 w 103545"/>
                  <a:gd name="connsiteY2" fmla="*/ 12371 h 22288"/>
                  <a:gd name="connsiteX3" fmla="*/ 19736 w 103545"/>
                  <a:gd name="connsiteY3" fmla="*/ 5755 h 22288"/>
                  <a:gd name="connsiteX4" fmla="*/ 62132 w 103545"/>
                  <a:gd name="connsiteY4" fmla="*/ 656 h 22288"/>
                  <a:gd name="connsiteX5" fmla="*/ 102035 w 103545"/>
                  <a:gd name="connsiteY5" fmla="*/ 15884 h 22288"/>
                  <a:gd name="connsiteX6" fmla="*/ 102919 w 103545"/>
                  <a:gd name="connsiteY6" fmla="*/ 20778 h 22288"/>
                  <a:gd name="connsiteX7" fmla="*/ 98024 w 103545"/>
                  <a:gd name="connsiteY7" fmla="*/ 21662 h 22288"/>
                  <a:gd name="connsiteX8" fmla="*/ 61271 w 103545"/>
                  <a:gd name="connsiteY8" fmla="*/ 7636 h 22288"/>
                  <a:gd name="connsiteX9" fmla="*/ 22228 w 103545"/>
                  <a:gd name="connsiteY9" fmla="*/ 12326 h 22288"/>
                  <a:gd name="connsiteX10" fmla="*/ 4758 w 103545"/>
                  <a:gd name="connsiteY10" fmla="*/ 18943 h 22288"/>
                  <a:gd name="connsiteX11" fmla="*/ 3081 w 103545"/>
                  <a:gd name="connsiteY11" fmla="*/ 19147 h 22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3545" h="22288">
                    <a:moveTo>
                      <a:pt x="3081" y="19147"/>
                    </a:moveTo>
                    <a:cubicBezTo>
                      <a:pt x="1834" y="18988"/>
                      <a:pt x="702" y="18172"/>
                      <a:pt x="226" y="16903"/>
                    </a:cubicBezTo>
                    <a:cubicBezTo>
                      <a:pt x="-454" y="15091"/>
                      <a:pt x="452" y="13051"/>
                      <a:pt x="2265" y="12371"/>
                    </a:cubicBezTo>
                    <a:lnTo>
                      <a:pt x="19736" y="5755"/>
                    </a:lnTo>
                    <a:cubicBezTo>
                      <a:pt x="33195" y="656"/>
                      <a:pt x="47856" y="-1088"/>
                      <a:pt x="62132" y="656"/>
                    </a:cubicBezTo>
                    <a:cubicBezTo>
                      <a:pt x="76407" y="2424"/>
                      <a:pt x="90207" y="7681"/>
                      <a:pt x="102035" y="15884"/>
                    </a:cubicBezTo>
                    <a:cubicBezTo>
                      <a:pt x="103622" y="16994"/>
                      <a:pt x="104029" y="19169"/>
                      <a:pt x="102919" y="20778"/>
                    </a:cubicBezTo>
                    <a:cubicBezTo>
                      <a:pt x="101809" y="22364"/>
                      <a:pt x="99633" y="22772"/>
                      <a:pt x="98024" y="21662"/>
                    </a:cubicBezTo>
                    <a:cubicBezTo>
                      <a:pt x="87125" y="14116"/>
                      <a:pt x="74436" y="9267"/>
                      <a:pt x="61271" y="7636"/>
                    </a:cubicBezTo>
                    <a:cubicBezTo>
                      <a:pt x="48128" y="6027"/>
                      <a:pt x="34623" y="7636"/>
                      <a:pt x="22228" y="12326"/>
                    </a:cubicBezTo>
                    <a:lnTo>
                      <a:pt x="4758" y="18943"/>
                    </a:lnTo>
                    <a:cubicBezTo>
                      <a:pt x="4214" y="19147"/>
                      <a:pt x="3647" y="19215"/>
                      <a:pt x="3081" y="19147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6D8BEC73-DC82-D0E7-21B8-8DDCCA11DB48}"/>
                  </a:ext>
                </a:extLst>
              </p:cNvPr>
              <p:cNvSpPr/>
              <p:nvPr/>
            </p:nvSpPr>
            <p:spPr>
              <a:xfrm>
                <a:off x="7136846" y="4068391"/>
                <a:ext cx="417529" cy="424414"/>
              </a:xfrm>
              <a:custGeom>
                <a:avLst/>
                <a:gdLst>
                  <a:gd name="connsiteX0" fmla="*/ 287701 w 417529"/>
                  <a:gd name="connsiteY0" fmla="*/ 424202 h 424414"/>
                  <a:gd name="connsiteX1" fmla="*/ 279657 w 417529"/>
                  <a:gd name="connsiteY1" fmla="*/ 421959 h 424414"/>
                  <a:gd name="connsiteX2" fmla="*/ 277867 w 417529"/>
                  <a:gd name="connsiteY2" fmla="*/ 417314 h 424414"/>
                  <a:gd name="connsiteX3" fmla="*/ 282512 w 417529"/>
                  <a:gd name="connsiteY3" fmla="*/ 415524 h 424414"/>
                  <a:gd name="connsiteX4" fmla="*/ 303404 w 417529"/>
                  <a:gd name="connsiteY4" fmla="*/ 413507 h 424414"/>
                  <a:gd name="connsiteX5" fmla="*/ 312740 w 417529"/>
                  <a:gd name="connsiteY5" fmla="*/ 394677 h 424414"/>
                  <a:gd name="connsiteX6" fmla="*/ 309319 w 417529"/>
                  <a:gd name="connsiteY6" fmla="*/ 322415 h 424414"/>
                  <a:gd name="connsiteX7" fmla="*/ 344396 w 417529"/>
                  <a:gd name="connsiteY7" fmla="*/ 247276 h 424414"/>
                  <a:gd name="connsiteX8" fmla="*/ 401974 w 417529"/>
                  <a:gd name="connsiteY8" fmla="*/ 203498 h 424414"/>
                  <a:gd name="connsiteX9" fmla="*/ 410109 w 417529"/>
                  <a:gd name="connsiteY9" fmla="*/ 182175 h 424414"/>
                  <a:gd name="connsiteX10" fmla="*/ 394587 w 417529"/>
                  <a:gd name="connsiteY10" fmla="*/ 165452 h 424414"/>
                  <a:gd name="connsiteX11" fmla="*/ 324818 w 417529"/>
                  <a:gd name="connsiteY11" fmla="*/ 146373 h 424414"/>
                  <a:gd name="connsiteX12" fmla="*/ 264203 w 417529"/>
                  <a:gd name="connsiteY12" fmla="*/ 89814 h 424414"/>
                  <a:gd name="connsiteX13" fmla="*/ 240365 w 417529"/>
                  <a:gd name="connsiteY13" fmla="*/ 21518 h 424414"/>
                  <a:gd name="connsiteX14" fmla="*/ 222600 w 417529"/>
                  <a:gd name="connsiteY14" fmla="*/ 7198 h 424414"/>
                  <a:gd name="connsiteX15" fmla="*/ 201889 w 417529"/>
                  <a:gd name="connsiteY15" fmla="*/ 16783 h 424414"/>
                  <a:gd name="connsiteX16" fmla="*/ 162190 w 417529"/>
                  <a:gd name="connsiteY16" fmla="*/ 77261 h 424414"/>
                  <a:gd name="connsiteX17" fmla="*/ 89656 w 417529"/>
                  <a:gd name="connsiteY17" fmla="*/ 117436 h 424414"/>
                  <a:gd name="connsiteX18" fmla="*/ 17327 w 417529"/>
                  <a:gd name="connsiteY18" fmla="*/ 119023 h 424414"/>
                  <a:gd name="connsiteX19" fmla="*/ 5521 w 417529"/>
                  <a:gd name="connsiteY19" fmla="*/ 122784 h 424414"/>
                  <a:gd name="connsiteX20" fmla="*/ 627 w 417529"/>
                  <a:gd name="connsiteY20" fmla="*/ 121900 h 424414"/>
                  <a:gd name="connsiteX21" fmla="*/ 1510 w 417529"/>
                  <a:gd name="connsiteY21" fmla="*/ 117006 h 424414"/>
                  <a:gd name="connsiteX22" fmla="*/ 17168 w 417529"/>
                  <a:gd name="connsiteY22" fmla="*/ 111998 h 424414"/>
                  <a:gd name="connsiteX23" fmla="*/ 89498 w 417529"/>
                  <a:gd name="connsiteY23" fmla="*/ 110412 h 424414"/>
                  <a:gd name="connsiteX24" fmla="*/ 156321 w 417529"/>
                  <a:gd name="connsiteY24" fmla="*/ 73409 h 424414"/>
                  <a:gd name="connsiteX25" fmla="*/ 196021 w 417529"/>
                  <a:gd name="connsiteY25" fmla="*/ 12930 h 424414"/>
                  <a:gd name="connsiteX26" fmla="*/ 223461 w 417529"/>
                  <a:gd name="connsiteY26" fmla="*/ 218 h 424414"/>
                  <a:gd name="connsiteX27" fmla="*/ 247005 w 417529"/>
                  <a:gd name="connsiteY27" fmla="*/ 19207 h 424414"/>
                  <a:gd name="connsiteX28" fmla="*/ 270843 w 417529"/>
                  <a:gd name="connsiteY28" fmla="*/ 87503 h 424414"/>
                  <a:gd name="connsiteX29" fmla="*/ 326676 w 417529"/>
                  <a:gd name="connsiteY29" fmla="*/ 139620 h 424414"/>
                  <a:gd name="connsiteX30" fmla="*/ 396445 w 417529"/>
                  <a:gd name="connsiteY30" fmla="*/ 158700 h 424414"/>
                  <a:gd name="connsiteX31" fmla="*/ 416997 w 417529"/>
                  <a:gd name="connsiteY31" fmla="*/ 180861 h 424414"/>
                  <a:gd name="connsiteX32" fmla="*/ 406211 w 417529"/>
                  <a:gd name="connsiteY32" fmla="*/ 209117 h 424414"/>
                  <a:gd name="connsiteX33" fmla="*/ 348633 w 417529"/>
                  <a:gd name="connsiteY33" fmla="*/ 252896 h 424414"/>
                  <a:gd name="connsiteX34" fmla="*/ 316320 w 417529"/>
                  <a:gd name="connsiteY34" fmla="*/ 322098 h 424414"/>
                  <a:gd name="connsiteX35" fmla="*/ 319742 w 417529"/>
                  <a:gd name="connsiteY35" fmla="*/ 394360 h 424414"/>
                  <a:gd name="connsiteX36" fmla="*/ 307347 w 417529"/>
                  <a:gd name="connsiteY36" fmla="*/ 419331 h 424414"/>
                  <a:gd name="connsiteX37" fmla="*/ 287679 w 417529"/>
                  <a:gd name="connsiteY37" fmla="*/ 424202 h 424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17529" h="424414">
                    <a:moveTo>
                      <a:pt x="287701" y="424202"/>
                    </a:moveTo>
                    <a:cubicBezTo>
                      <a:pt x="284960" y="423862"/>
                      <a:pt x="282263" y="423115"/>
                      <a:pt x="279657" y="421959"/>
                    </a:cubicBezTo>
                    <a:cubicBezTo>
                      <a:pt x="277890" y="421166"/>
                      <a:pt x="277097" y="419104"/>
                      <a:pt x="277867" y="417314"/>
                    </a:cubicBezTo>
                    <a:cubicBezTo>
                      <a:pt x="278660" y="415546"/>
                      <a:pt x="280722" y="414753"/>
                      <a:pt x="282512" y="415524"/>
                    </a:cubicBezTo>
                    <a:cubicBezTo>
                      <a:pt x="289310" y="418560"/>
                      <a:pt x="297105" y="417790"/>
                      <a:pt x="303404" y="413507"/>
                    </a:cubicBezTo>
                    <a:cubicBezTo>
                      <a:pt x="309704" y="409202"/>
                      <a:pt x="313103" y="402336"/>
                      <a:pt x="312740" y="394677"/>
                    </a:cubicBezTo>
                    <a:lnTo>
                      <a:pt x="309319" y="322415"/>
                    </a:lnTo>
                    <a:cubicBezTo>
                      <a:pt x="307936" y="293117"/>
                      <a:pt x="321033" y="265041"/>
                      <a:pt x="344396" y="247276"/>
                    </a:cubicBezTo>
                    <a:lnTo>
                      <a:pt x="401974" y="203498"/>
                    </a:lnTo>
                    <a:cubicBezTo>
                      <a:pt x="408681" y="198399"/>
                      <a:pt x="411717" y="190446"/>
                      <a:pt x="410109" y="182175"/>
                    </a:cubicBezTo>
                    <a:cubicBezTo>
                      <a:pt x="408500" y="173904"/>
                      <a:pt x="402699" y="167650"/>
                      <a:pt x="394587" y="165452"/>
                    </a:cubicBezTo>
                    <a:lnTo>
                      <a:pt x="324818" y="146373"/>
                    </a:lnTo>
                    <a:cubicBezTo>
                      <a:pt x="296516" y="138646"/>
                      <a:pt x="273856" y="117505"/>
                      <a:pt x="264203" y="89814"/>
                    </a:cubicBezTo>
                    <a:lnTo>
                      <a:pt x="240365" y="21518"/>
                    </a:lnTo>
                    <a:cubicBezTo>
                      <a:pt x="237601" y="13565"/>
                      <a:pt x="230961" y="8217"/>
                      <a:pt x="222600" y="7198"/>
                    </a:cubicBezTo>
                    <a:cubicBezTo>
                      <a:pt x="214239" y="6178"/>
                      <a:pt x="206512" y="9758"/>
                      <a:pt x="201889" y="16783"/>
                    </a:cubicBezTo>
                    <a:lnTo>
                      <a:pt x="162190" y="77261"/>
                    </a:lnTo>
                    <a:cubicBezTo>
                      <a:pt x="146101" y="101779"/>
                      <a:pt x="118978" y="116802"/>
                      <a:pt x="89656" y="117436"/>
                    </a:cubicBezTo>
                    <a:lnTo>
                      <a:pt x="17327" y="119023"/>
                    </a:lnTo>
                    <a:cubicBezTo>
                      <a:pt x="13022" y="119113"/>
                      <a:pt x="8920" y="120428"/>
                      <a:pt x="5521" y="122784"/>
                    </a:cubicBezTo>
                    <a:cubicBezTo>
                      <a:pt x="3935" y="123895"/>
                      <a:pt x="1737" y="123487"/>
                      <a:pt x="627" y="121900"/>
                    </a:cubicBezTo>
                    <a:cubicBezTo>
                      <a:pt x="-484" y="120314"/>
                      <a:pt x="-76" y="118116"/>
                      <a:pt x="1510" y="117006"/>
                    </a:cubicBezTo>
                    <a:cubicBezTo>
                      <a:pt x="6065" y="113856"/>
                      <a:pt x="11481" y="112112"/>
                      <a:pt x="17168" y="111998"/>
                    </a:cubicBezTo>
                    <a:lnTo>
                      <a:pt x="89498" y="110412"/>
                    </a:lnTo>
                    <a:cubicBezTo>
                      <a:pt x="116508" y="109823"/>
                      <a:pt x="141479" y="96001"/>
                      <a:pt x="156321" y="73409"/>
                    </a:cubicBezTo>
                    <a:lnTo>
                      <a:pt x="196021" y="12930"/>
                    </a:lnTo>
                    <a:cubicBezTo>
                      <a:pt x="202048" y="3753"/>
                      <a:pt x="212562" y="-1119"/>
                      <a:pt x="223461" y="218"/>
                    </a:cubicBezTo>
                    <a:cubicBezTo>
                      <a:pt x="234360" y="1555"/>
                      <a:pt x="243379" y="8829"/>
                      <a:pt x="247005" y="19207"/>
                    </a:cubicBezTo>
                    <a:lnTo>
                      <a:pt x="270843" y="87503"/>
                    </a:lnTo>
                    <a:cubicBezTo>
                      <a:pt x="279748" y="113018"/>
                      <a:pt x="300617" y="132482"/>
                      <a:pt x="326676" y="139620"/>
                    </a:cubicBezTo>
                    <a:lnTo>
                      <a:pt x="396445" y="158700"/>
                    </a:lnTo>
                    <a:cubicBezTo>
                      <a:pt x="407027" y="161600"/>
                      <a:pt x="414912" y="170098"/>
                      <a:pt x="416997" y="180861"/>
                    </a:cubicBezTo>
                    <a:cubicBezTo>
                      <a:pt x="419082" y="191647"/>
                      <a:pt x="414958" y="202455"/>
                      <a:pt x="406211" y="209117"/>
                    </a:cubicBezTo>
                    <a:lnTo>
                      <a:pt x="348633" y="252896"/>
                    </a:lnTo>
                    <a:cubicBezTo>
                      <a:pt x="327129" y="269256"/>
                      <a:pt x="315052" y="295111"/>
                      <a:pt x="316320" y="322098"/>
                    </a:cubicBezTo>
                    <a:lnTo>
                      <a:pt x="319742" y="394360"/>
                    </a:lnTo>
                    <a:cubicBezTo>
                      <a:pt x="320218" y="404375"/>
                      <a:pt x="315573" y="413688"/>
                      <a:pt x="307347" y="419331"/>
                    </a:cubicBezTo>
                    <a:cubicBezTo>
                      <a:pt x="301433" y="423387"/>
                      <a:pt x="294454" y="425041"/>
                      <a:pt x="287679" y="424202"/>
                    </a:cubicBez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53" name="Graphic 3">
              <a:extLst>
                <a:ext uri="{FF2B5EF4-FFF2-40B4-BE49-F238E27FC236}">
                  <a16:creationId xmlns:a16="http://schemas.microsoft.com/office/drawing/2014/main" id="{048D938C-D63F-41F0-47D6-336C06A0B873}"/>
                </a:ext>
              </a:extLst>
            </p:cNvPr>
            <p:cNvGrpSpPr/>
            <p:nvPr/>
          </p:nvGrpSpPr>
          <p:grpSpPr>
            <a:xfrm>
              <a:off x="6806716" y="3633817"/>
              <a:ext cx="596101" cy="327489"/>
              <a:chOff x="6806716" y="3633817"/>
              <a:chExt cx="596101" cy="327489"/>
            </a:xfrm>
          </p:grpSpPr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37FBB268-AFC5-1F02-F5B3-041EB0E116DE}"/>
                  </a:ext>
                </a:extLst>
              </p:cNvPr>
              <p:cNvSpPr/>
              <p:nvPr/>
            </p:nvSpPr>
            <p:spPr>
              <a:xfrm>
                <a:off x="6925084" y="3793499"/>
                <a:ext cx="86129" cy="108992"/>
              </a:xfrm>
              <a:custGeom>
                <a:avLst/>
                <a:gdLst>
                  <a:gd name="connsiteX0" fmla="*/ 0 w 86129"/>
                  <a:gd name="connsiteY0" fmla="*/ 0 h 108992"/>
                  <a:gd name="connsiteX1" fmla="*/ 21595 w 86129"/>
                  <a:gd name="connsiteY1" fmla="*/ 108993 h 108992"/>
                  <a:gd name="connsiteX2" fmla="*/ 86129 w 86129"/>
                  <a:gd name="connsiteY2" fmla="*/ 47495 h 108992"/>
                  <a:gd name="connsiteX3" fmla="*/ 0 w 86129"/>
                  <a:gd name="connsiteY3" fmla="*/ 0 h 10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129" h="108992">
                    <a:moveTo>
                      <a:pt x="0" y="0"/>
                    </a:moveTo>
                    <a:lnTo>
                      <a:pt x="21595" y="108993"/>
                    </a:lnTo>
                    <a:lnTo>
                      <a:pt x="86129" y="474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F9172CD8-1F98-C33A-13E6-347BE8686319}"/>
                  </a:ext>
                </a:extLst>
              </p:cNvPr>
              <p:cNvSpPr/>
              <p:nvPr/>
            </p:nvSpPr>
            <p:spPr>
              <a:xfrm>
                <a:off x="6806716" y="3633817"/>
                <a:ext cx="596100" cy="327489"/>
              </a:xfrm>
              <a:custGeom>
                <a:avLst/>
                <a:gdLst>
                  <a:gd name="connsiteX0" fmla="*/ 596101 w 596100"/>
                  <a:gd name="connsiteY0" fmla="*/ 0 h 327489"/>
                  <a:gd name="connsiteX1" fmla="*/ 352918 w 596100"/>
                  <a:gd name="connsiteY1" fmla="*/ 316509 h 327489"/>
                  <a:gd name="connsiteX2" fmla="*/ 333748 w 596100"/>
                  <a:gd name="connsiteY2" fmla="*/ 327318 h 327489"/>
                  <a:gd name="connsiteX3" fmla="*/ 312652 w 596100"/>
                  <a:gd name="connsiteY3" fmla="*/ 321019 h 327489"/>
                  <a:gd name="connsiteX4" fmla="*/ 4073 w 596100"/>
                  <a:gd name="connsiteY4" fmla="*/ 64874 h 327489"/>
                  <a:gd name="connsiteX5" fmla="*/ 538 w 596100"/>
                  <a:gd name="connsiteY5" fmla="*/ 52774 h 327489"/>
                  <a:gd name="connsiteX6" fmla="*/ 10418 w 596100"/>
                  <a:gd name="connsiteY6" fmla="*/ 44957 h 327489"/>
                  <a:gd name="connsiteX7" fmla="*/ 596101 w 596100"/>
                  <a:gd name="connsiteY7" fmla="*/ 0 h 32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6100" h="327489">
                    <a:moveTo>
                      <a:pt x="596101" y="0"/>
                    </a:moveTo>
                    <a:lnTo>
                      <a:pt x="352918" y="316509"/>
                    </a:lnTo>
                    <a:cubicBezTo>
                      <a:pt x="348273" y="322560"/>
                      <a:pt x="341339" y="326480"/>
                      <a:pt x="333748" y="327318"/>
                    </a:cubicBezTo>
                    <a:cubicBezTo>
                      <a:pt x="326157" y="328157"/>
                      <a:pt x="318543" y="325891"/>
                      <a:pt x="312652" y="321019"/>
                    </a:cubicBezTo>
                    <a:lnTo>
                      <a:pt x="4073" y="64874"/>
                    </a:lnTo>
                    <a:cubicBezTo>
                      <a:pt x="538" y="61951"/>
                      <a:pt x="-867" y="57170"/>
                      <a:pt x="538" y="52774"/>
                    </a:cubicBezTo>
                    <a:cubicBezTo>
                      <a:pt x="1943" y="48378"/>
                      <a:pt x="5841" y="45297"/>
                      <a:pt x="10418" y="44957"/>
                    </a:cubicBezTo>
                    <a:lnTo>
                      <a:pt x="596101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F8D9A4BB-179C-86F1-C619-B4F1757B54FE}"/>
                  </a:ext>
                </a:extLst>
              </p:cNvPr>
              <p:cNvSpPr/>
              <p:nvPr/>
            </p:nvSpPr>
            <p:spPr>
              <a:xfrm>
                <a:off x="6925107" y="3633817"/>
                <a:ext cx="477710" cy="231649"/>
              </a:xfrm>
              <a:custGeom>
                <a:avLst/>
                <a:gdLst>
                  <a:gd name="connsiteX0" fmla="*/ 0 w 477710"/>
                  <a:gd name="connsiteY0" fmla="*/ 159682 h 231649"/>
                  <a:gd name="connsiteX1" fmla="*/ 477710 w 477710"/>
                  <a:gd name="connsiteY1" fmla="*/ 0 h 231649"/>
                  <a:gd name="connsiteX2" fmla="*/ 49670 w 477710"/>
                  <a:gd name="connsiteY2" fmla="*/ 201172 h 231649"/>
                  <a:gd name="connsiteX3" fmla="*/ 54383 w 477710"/>
                  <a:gd name="connsiteY3" fmla="*/ 231649 h 231649"/>
                  <a:gd name="connsiteX4" fmla="*/ 0 w 477710"/>
                  <a:gd name="connsiteY4" fmla="*/ 159682 h 231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7710" h="231649">
                    <a:moveTo>
                      <a:pt x="0" y="159682"/>
                    </a:moveTo>
                    <a:lnTo>
                      <a:pt x="477710" y="0"/>
                    </a:lnTo>
                    <a:lnTo>
                      <a:pt x="49670" y="201172"/>
                    </a:lnTo>
                    <a:lnTo>
                      <a:pt x="54383" y="231649"/>
                    </a:lnTo>
                    <a:lnTo>
                      <a:pt x="0" y="15968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8C2ACC13-DEE1-A5A6-917E-971C5530181F}"/>
                  </a:ext>
                </a:extLst>
              </p:cNvPr>
              <p:cNvSpPr/>
              <p:nvPr/>
            </p:nvSpPr>
            <p:spPr>
              <a:xfrm>
                <a:off x="6946679" y="3834989"/>
                <a:ext cx="57736" cy="67502"/>
              </a:xfrm>
              <a:custGeom>
                <a:avLst/>
                <a:gdLst>
                  <a:gd name="connsiteX0" fmla="*/ 57737 w 57736"/>
                  <a:gd name="connsiteY0" fmla="*/ 24382 h 67502"/>
                  <a:gd name="connsiteX1" fmla="*/ 0 w 57736"/>
                  <a:gd name="connsiteY1" fmla="*/ 67503 h 67502"/>
                  <a:gd name="connsiteX2" fmla="*/ 28098 w 57736"/>
                  <a:gd name="connsiteY2" fmla="*/ 0 h 67502"/>
                  <a:gd name="connsiteX3" fmla="*/ 57737 w 57736"/>
                  <a:gd name="connsiteY3" fmla="*/ 24382 h 67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736" h="67502">
                    <a:moveTo>
                      <a:pt x="57737" y="24382"/>
                    </a:moveTo>
                    <a:lnTo>
                      <a:pt x="0" y="67503"/>
                    </a:lnTo>
                    <a:lnTo>
                      <a:pt x="28098" y="0"/>
                    </a:lnTo>
                    <a:lnTo>
                      <a:pt x="57737" y="24382"/>
                    </a:lnTo>
                    <a:close/>
                  </a:path>
                </a:pathLst>
              </a:custGeom>
              <a:solidFill>
                <a:srgbClr val="0E7873"/>
              </a:solidFill>
              <a:ln w="2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146" name="Picture 9">
            <a:extLst>
              <a:ext uri="{FF2B5EF4-FFF2-40B4-BE49-F238E27FC236}">
                <a16:creationId xmlns:a16="http://schemas.microsoft.com/office/drawing/2014/main" id="{CFBE4E35-CFE3-184F-38B7-BE166F668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866" y="2675388"/>
            <a:ext cx="867787" cy="29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B60FDA95-A2FF-9E3F-F35E-764B36522E78}"/>
              </a:ext>
            </a:extLst>
          </p:cNvPr>
          <p:cNvSpPr txBox="1"/>
          <p:nvPr/>
        </p:nvSpPr>
        <p:spPr>
          <a:xfrm>
            <a:off x="17513" y="3987057"/>
            <a:ext cx="354964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Leader</a:t>
            </a: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the Quality Engineering (QE) Specialist Services PEAK Matrix Assessment 2023.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 Performer </a:t>
            </a: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&amp; </a:t>
            </a:r>
            <a:r>
              <a:rPr kumimoji="0" lang="en-US" sz="1200" b="1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Major Contender </a:t>
            </a: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the Everest Group’s Next-Generation QE Services.</a:t>
            </a:r>
          </a:p>
        </p:txBody>
      </p:sp>
      <p:pic>
        <p:nvPicPr>
          <p:cNvPr id="150" name="Picture 4" descr="Everest Group">
            <a:extLst>
              <a:ext uri="{FF2B5EF4-FFF2-40B4-BE49-F238E27FC236}">
                <a16:creationId xmlns:a16="http://schemas.microsoft.com/office/drawing/2014/main" id="{93206269-A416-34C3-A130-E0AE9060C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103" y="3476429"/>
            <a:ext cx="975885" cy="5598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36C2AEB7-C201-90C6-A73A-5725BF9D7CD5}"/>
              </a:ext>
            </a:extLst>
          </p:cNvPr>
          <p:cNvSpPr txBox="1"/>
          <p:nvPr/>
        </p:nvSpPr>
        <p:spPr>
          <a:xfrm>
            <a:off x="694964" y="5492498"/>
            <a:ext cx="26930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Leader</a:t>
            </a: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the US region for Continuous Testing Services.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E0F72E4-263C-8913-470D-31ACAC028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740" y="5081164"/>
            <a:ext cx="372363" cy="27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0" name="Rectangle 249">
            <a:extLst>
              <a:ext uri="{FF2B5EF4-FFF2-40B4-BE49-F238E27FC236}">
                <a16:creationId xmlns:a16="http://schemas.microsoft.com/office/drawing/2014/main" id="{03866A62-EB36-9A74-55DE-47154E0F0073}"/>
              </a:ext>
            </a:extLst>
          </p:cNvPr>
          <p:cNvSpPr/>
          <p:nvPr/>
        </p:nvSpPr>
        <p:spPr>
          <a:xfrm>
            <a:off x="31105" y="840502"/>
            <a:ext cx="12160895" cy="375711"/>
          </a:xfrm>
          <a:prstGeom prst="rect">
            <a:avLst/>
          </a:prstGeom>
          <a:solidFill>
            <a:srgbClr val="002D82"/>
          </a:solidFill>
          <a:ln w="3175" cap="flat" cmpd="sng" algn="ctr">
            <a:solidFill>
              <a:schemeClr val="bg1">
                <a:alpha val="20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21A1C6A-96D5-A6E6-5769-D93EA50BEEA8}"/>
              </a:ext>
            </a:extLst>
          </p:cNvPr>
          <p:cNvSpPr/>
          <p:nvPr/>
        </p:nvSpPr>
        <p:spPr>
          <a:xfrm>
            <a:off x="480888" y="856178"/>
            <a:ext cx="10775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533"/>
              </a:spcBef>
              <a:spcAft>
                <a:spcPts val="5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 analysts consistently recognize us as a leader in Multiple  Services Spectrum </a:t>
            </a:r>
          </a:p>
        </p:txBody>
      </p:sp>
      <p:sp>
        <p:nvSpPr>
          <p:cNvPr id="50" name="object 23">
            <a:extLst>
              <a:ext uri="{FF2B5EF4-FFF2-40B4-BE49-F238E27FC236}">
                <a16:creationId xmlns:a16="http://schemas.microsoft.com/office/drawing/2014/main" id="{05B96202-CC58-ACAB-0FCD-6223448490C9}"/>
              </a:ext>
            </a:extLst>
          </p:cNvPr>
          <p:cNvSpPr txBox="1"/>
          <p:nvPr/>
        </p:nvSpPr>
        <p:spPr>
          <a:xfrm>
            <a:off x="9941594" y="2846795"/>
            <a:ext cx="2442442" cy="950264"/>
          </a:xfrm>
          <a:prstGeom prst="rect">
            <a:avLst/>
          </a:prstGeom>
        </p:spPr>
        <p:txBody>
          <a:bodyPr vert="horz" wrap="square" lIns="0" tIns="31754" rIns="0" bIns="0" rtlCol="0">
            <a:spAutoFit/>
          </a:bodyPr>
          <a:lstStyle/>
          <a:p>
            <a:pPr marL="9339" marR="500567" defTabSz="672404">
              <a:spcBef>
                <a:spcPts val="441"/>
              </a:spcBef>
              <a:defRPr/>
            </a:pPr>
            <a:r>
              <a:rPr lang="en-US" sz="1200" spc="-3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Recognized as a Leader in Forrester Wave™</a:t>
            </a:r>
          </a:p>
          <a:p>
            <a:pPr marL="9339" marR="500567" defTabSz="672404">
              <a:spcBef>
                <a:spcPts val="441"/>
              </a:spcBef>
              <a:defRPr/>
            </a:pPr>
            <a:r>
              <a:rPr lang="en-US" sz="1000" spc="-3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Midsize Agile Software Dev Service Providers</a:t>
            </a:r>
          </a:p>
          <a:p>
            <a:pPr marL="9339" marR="500567" defTabSz="672404">
              <a:spcBef>
                <a:spcPts val="441"/>
              </a:spcBef>
              <a:defRPr/>
            </a:pPr>
            <a:endParaRPr lang="en-US" sz="900" spc="-3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object 23">
            <a:extLst>
              <a:ext uri="{FF2B5EF4-FFF2-40B4-BE49-F238E27FC236}">
                <a16:creationId xmlns:a16="http://schemas.microsoft.com/office/drawing/2014/main" id="{2B70BB8E-7D2A-3DD4-4028-10714FBE0A61}"/>
              </a:ext>
            </a:extLst>
          </p:cNvPr>
          <p:cNvSpPr txBox="1"/>
          <p:nvPr/>
        </p:nvSpPr>
        <p:spPr>
          <a:xfrm>
            <a:off x="9968883" y="4249914"/>
            <a:ext cx="2304298" cy="529636"/>
          </a:xfrm>
          <a:prstGeom prst="rect">
            <a:avLst/>
          </a:prstGeom>
        </p:spPr>
        <p:txBody>
          <a:bodyPr vert="horz" wrap="square" lIns="0" tIns="31754" rIns="0" bIns="0" rtlCol="0">
            <a:spAutoFit/>
          </a:bodyPr>
          <a:lstStyle/>
          <a:p>
            <a:pPr marL="9339" marR="500567" defTabSz="672404">
              <a:spcBef>
                <a:spcPts val="441"/>
              </a:spcBef>
              <a:defRPr/>
            </a:pPr>
            <a:r>
              <a:rPr lang="en-US" sz="1050" spc="-3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Positioned as a Leader in RPA services </a:t>
            </a:r>
          </a:p>
          <a:p>
            <a:pPr marL="9339" marR="500567" defTabSz="672404">
              <a:spcBef>
                <a:spcPts val="441"/>
              </a:spcBef>
              <a:defRPr/>
            </a:pPr>
            <a:endParaRPr lang="en-US" sz="800" spc="-3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8F591FB-5936-096A-6B24-98C0E2103A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2545" b="32531"/>
          <a:stretch/>
        </p:blipFill>
        <p:spPr>
          <a:xfrm>
            <a:off x="8935721" y="2953671"/>
            <a:ext cx="944275" cy="329783"/>
          </a:xfrm>
          <a:prstGeom prst="rect">
            <a:avLst/>
          </a:prstGeom>
        </p:spPr>
      </p:pic>
      <p:pic>
        <p:nvPicPr>
          <p:cNvPr id="1030" name="Picture 6" descr="Strategic Realignment Signals Next Phase of Growth for ...">
            <a:extLst>
              <a:ext uri="{FF2B5EF4-FFF2-40B4-BE49-F238E27FC236}">
                <a16:creationId xmlns:a16="http://schemas.microsoft.com/office/drawing/2014/main" id="{02BDDDBA-3940-98A7-A429-5E13C181F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98" b="26349"/>
          <a:stretch/>
        </p:blipFill>
        <p:spPr bwMode="auto">
          <a:xfrm>
            <a:off x="8460123" y="4278253"/>
            <a:ext cx="1419873" cy="3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object 23">
            <a:extLst>
              <a:ext uri="{FF2B5EF4-FFF2-40B4-BE49-F238E27FC236}">
                <a16:creationId xmlns:a16="http://schemas.microsoft.com/office/drawing/2014/main" id="{FC578A06-2848-66F3-6B58-833D598EC313}"/>
              </a:ext>
            </a:extLst>
          </p:cNvPr>
          <p:cNvSpPr txBox="1"/>
          <p:nvPr/>
        </p:nvSpPr>
        <p:spPr>
          <a:xfrm>
            <a:off x="9768141" y="5084675"/>
            <a:ext cx="2192083" cy="698913"/>
          </a:xfrm>
          <a:prstGeom prst="rect">
            <a:avLst/>
          </a:prstGeom>
        </p:spPr>
        <p:txBody>
          <a:bodyPr vert="horz" wrap="square" lIns="0" tIns="31754" rIns="0" bIns="0" rtlCol="0" anchor="t">
            <a:spAutoFit/>
          </a:bodyPr>
          <a:lstStyle/>
          <a:p>
            <a:pPr marL="9339" marR="500112" defTabSz="672404">
              <a:spcBef>
                <a:spcPts val="441"/>
              </a:spcBef>
              <a:defRPr/>
            </a:pPr>
            <a:r>
              <a:rPr lang="en-US" sz="1100" spc="-3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Recognized as a ‘Leader’ in the Cloud Advisory </a:t>
            </a:r>
          </a:p>
          <a:p>
            <a:pPr marL="9339" marR="500112" defTabSz="672404">
              <a:spcBef>
                <a:spcPts val="441"/>
              </a:spcBef>
              <a:defRPr/>
            </a:pPr>
            <a:r>
              <a:rPr lang="en-US" sz="900" spc="-3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 and Migration Evaluation by Nelson Hall</a:t>
            </a:r>
          </a:p>
        </p:txBody>
      </p:sp>
      <p:pic>
        <p:nvPicPr>
          <p:cNvPr id="57" name="Picture 9">
            <a:extLst>
              <a:ext uri="{FF2B5EF4-FFF2-40B4-BE49-F238E27FC236}">
                <a16:creationId xmlns:a16="http://schemas.microsoft.com/office/drawing/2014/main" id="{14BDC6E2-2456-BF8C-A862-613304AA4E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087" y="5328008"/>
            <a:ext cx="867787" cy="29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B624E0B-B776-EAF4-CA97-71E236EFE9C3}"/>
              </a:ext>
            </a:extLst>
          </p:cNvPr>
          <p:cNvCxnSpPr>
            <a:cxnSpLocks/>
          </p:cNvCxnSpPr>
          <p:nvPr/>
        </p:nvCxnSpPr>
        <p:spPr>
          <a:xfrm rot="10800000">
            <a:off x="7885236" y="5328009"/>
            <a:ext cx="838658" cy="156053"/>
          </a:xfrm>
          <a:prstGeom prst="bentConnector3">
            <a:avLst>
              <a:gd name="adj1" fmla="val 50000"/>
            </a:avLst>
          </a:prstGeom>
          <a:ln>
            <a:solidFill>
              <a:srgbClr val="FFFFFF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71C17B3-CB53-3A39-7EA3-B910096D2234}"/>
              </a:ext>
            </a:extLst>
          </p:cNvPr>
          <p:cNvCxnSpPr>
            <a:cxnSpLocks/>
            <a:stCxn id="53" idx="1"/>
          </p:cNvCxnSpPr>
          <p:nvPr/>
        </p:nvCxnSpPr>
        <p:spPr>
          <a:xfrm rot="10800000" flipV="1">
            <a:off x="7800273" y="3118563"/>
            <a:ext cx="1135448" cy="665492"/>
          </a:xfrm>
          <a:prstGeom prst="bentConnector3">
            <a:avLst>
              <a:gd name="adj1" fmla="val 50000"/>
            </a:avLst>
          </a:prstGeom>
          <a:ln>
            <a:solidFill>
              <a:srgbClr val="FFFFFF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699188AD-7963-8616-AF4F-D7D3AF57BF6E}"/>
              </a:ext>
            </a:extLst>
          </p:cNvPr>
          <p:cNvCxnSpPr>
            <a:cxnSpLocks/>
            <a:stCxn id="1030" idx="1"/>
            <a:endCxn id="30" idx="2"/>
          </p:cNvCxnSpPr>
          <p:nvPr/>
        </p:nvCxnSpPr>
        <p:spPr>
          <a:xfrm rot="10800000" flipV="1">
            <a:off x="7499409" y="4444285"/>
            <a:ext cx="960714" cy="168738"/>
          </a:xfrm>
          <a:prstGeom prst="bentConnector3">
            <a:avLst>
              <a:gd name="adj1" fmla="val 50000"/>
            </a:avLst>
          </a:prstGeom>
          <a:ln>
            <a:solidFill>
              <a:srgbClr val="FFFFFF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D8F15FC-A4E7-4F1B-AF2E-A6A06B7DE792}"/>
              </a:ext>
            </a:extLst>
          </p:cNvPr>
          <p:cNvGrpSpPr/>
          <p:nvPr/>
        </p:nvGrpSpPr>
        <p:grpSpPr>
          <a:xfrm>
            <a:off x="31105" y="1346844"/>
            <a:ext cx="12074304" cy="1478804"/>
            <a:chOff x="55772" y="1493229"/>
            <a:chExt cx="12125197" cy="1182159"/>
          </a:xfrm>
        </p:grpSpPr>
        <p:pic>
          <p:nvPicPr>
            <p:cNvPr id="5124" name="Picture 4" descr="MedTech Breakthrough Award">
              <a:extLst>
                <a:ext uri="{FF2B5EF4-FFF2-40B4-BE49-F238E27FC236}">
                  <a16:creationId xmlns:a16="http://schemas.microsoft.com/office/drawing/2014/main" id="{D71133E7-1196-7501-EF19-67700EA21A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72" y="1522092"/>
              <a:ext cx="1027893" cy="942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iNStaTM, Cigniti’s AI-powered Scriptless Automation Platform Wins Stevie® Award in Low Code/No Code Platform Category">
              <a:extLst>
                <a:ext uri="{FF2B5EF4-FFF2-40B4-BE49-F238E27FC236}">
                  <a16:creationId xmlns:a16="http://schemas.microsoft.com/office/drawing/2014/main" id="{0B3E3BC0-91D5-5F63-2447-1FC94F7E36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5312" y="1493229"/>
              <a:ext cx="1824168" cy="991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8" name="Picture 8" descr="Cigniti receives the “2023 Customer Value Leadership Award” from Frost and Sullivan">
              <a:extLst>
                <a:ext uri="{FF2B5EF4-FFF2-40B4-BE49-F238E27FC236}">
                  <a16:creationId xmlns:a16="http://schemas.microsoft.com/office/drawing/2014/main" id="{EFF6D99F-68DB-C131-F382-E40C33F97F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3688" y="1552147"/>
              <a:ext cx="1127440" cy="1032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9" name="Picture 248">
              <a:extLst>
                <a:ext uri="{FF2B5EF4-FFF2-40B4-BE49-F238E27FC236}">
                  <a16:creationId xmlns:a16="http://schemas.microsoft.com/office/drawing/2014/main" id="{5EB02DC9-C63B-0911-0863-B3FAB1538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28995" y="1533689"/>
              <a:ext cx="1153230" cy="1141699"/>
            </a:xfrm>
            <a:prstGeom prst="rect">
              <a:avLst/>
            </a:prstGeom>
          </p:spPr>
        </p:pic>
        <p:pic>
          <p:nvPicPr>
            <p:cNvPr id="335" name="Picture 2" descr="Cigniti Technologies Wins Best Tech Brand 2023 by Economic Times Edge">
              <a:extLst>
                <a:ext uri="{FF2B5EF4-FFF2-40B4-BE49-F238E27FC236}">
                  <a16:creationId xmlns:a16="http://schemas.microsoft.com/office/drawing/2014/main" id="{30A1FA79-B306-CEC8-9421-46FE63AF8D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122" y="1542940"/>
              <a:ext cx="585079" cy="8762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DEBDD54-D467-6D9E-241E-DC6A7D046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692771" y="1648478"/>
              <a:ext cx="1158057" cy="912120"/>
            </a:xfrm>
            <a:prstGeom prst="rect">
              <a:avLst/>
            </a:prstGeom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911BC5C9-EEC0-8924-E9DB-54C599A653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372849" y="1518277"/>
              <a:ext cx="1698151" cy="511287"/>
            </a:xfrm>
            <a:prstGeom prst="rect">
              <a:avLst/>
            </a:prstGeom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1B04DB6-E57E-A1BF-58E0-36E3CC97D7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464358" y="2104538"/>
              <a:ext cx="1606641" cy="511287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2C08C5-9BAA-C3B0-7204-EB893947F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80474" y="1560102"/>
              <a:ext cx="1000495" cy="100049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101C72-1916-C808-3DE9-E76AB3A7798D}"/>
                  </a:ext>
                </a:extLst>
              </p14:cNvPr>
              <p14:cNvContentPartPr/>
              <p14:nvPr/>
            </p14:nvContentPartPr>
            <p14:xfrm>
              <a:off x="4187225" y="335575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101C72-1916-C808-3DE9-E76AB3A7798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81105" y="334963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AD5F73-7166-41CF-D890-9D72B4D92722}"/>
                  </a:ext>
                </a:extLst>
              </p14:cNvPr>
              <p14:cNvContentPartPr/>
              <p14:nvPr/>
            </p14:nvContentPartPr>
            <p14:xfrm>
              <a:off x="4145465" y="3366196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AD5F73-7166-41CF-D890-9D72B4D9272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39345" y="3360076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D61CB88-F150-BF3C-142B-3AFFA847CF22}"/>
              </a:ext>
            </a:extLst>
          </p:cNvPr>
          <p:cNvGrpSpPr/>
          <p:nvPr/>
        </p:nvGrpSpPr>
        <p:grpSpPr>
          <a:xfrm>
            <a:off x="4176785" y="3387076"/>
            <a:ext cx="360" cy="360"/>
            <a:chOff x="4176785" y="3387076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0EBEDC1-EDDD-4B9C-5F59-B5D02663523D}"/>
                    </a:ext>
                  </a:extLst>
                </p14:cNvPr>
                <p14:cNvContentPartPr/>
                <p14:nvPr/>
              </p14:nvContentPartPr>
              <p14:xfrm>
                <a:off x="4176785" y="3387076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0EBEDC1-EDDD-4B9C-5F59-B5D0266352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70665" y="338095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037AC9F-15FA-F5B4-926E-44FB72596289}"/>
                    </a:ext>
                  </a:extLst>
                </p14:cNvPr>
                <p14:cNvContentPartPr/>
                <p14:nvPr/>
              </p14:nvContentPartPr>
              <p14:xfrm>
                <a:off x="4176785" y="3387076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037AC9F-15FA-F5B4-926E-44FB7259628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70665" y="338095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9A06ED8-8FB2-4F25-C750-932038C9C7BC}"/>
                    </a:ext>
                  </a:extLst>
                </p14:cNvPr>
                <p14:cNvContentPartPr/>
                <p14:nvPr/>
              </p14:nvContentPartPr>
              <p14:xfrm>
                <a:off x="4176785" y="3387076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9A06ED8-8FB2-4F25-C750-932038C9C7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70665" y="338095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5D4EE4B-77E5-5A11-15B8-3D4009056DCF}"/>
                  </a:ext>
                </a:extLst>
              </p14:cNvPr>
              <p14:cNvContentPartPr/>
              <p14:nvPr/>
            </p14:nvContentPartPr>
            <p14:xfrm>
              <a:off x="301025" y="5558956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5D4EE4B-77E5-5A11-15B8-3D4009056DC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4905" y="555283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8FD626C-FEF1-0E5E-E065-38004074B614}"/>
                  </a:ext>
                </a:extLst>
              </p14:cNvPr>
              <p14:cNvContentPartPr/>
              <p14:nvPr/>
            </p14:nvContentPartPr>
            <p14:xfrm>
              <a:off x="3833705" y="5652196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8FD626C-FEF1-0E5E-E065-38004074B61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27585" y="564607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0839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DFD1-FA6F-AC1B-53CE-BD8678E6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3617826-230E-01A5-0589-02B2842C72A9}"/>
              </a:ext>
            </a:extLst>
          </p:cNvPr>
          <p:cNvSpPr/>
          <p:nvPr/>
        </p:nvSpPr>
        <p:spPr>
          <a:xfrm>
            <a:off x="6583680" y="886166"/>
            <a:ext cx="5608320" cy="55146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6" name="object 18">
            <a:extLst>
              <a:ext uri="{FF2B5EF4-FFF2-40B4-BE49-F238E27FC236}">
                <a16:creationId xmlns:a16="http://schemas.microsoft.com/office/drawing/2014/main" id="{03344496-3CDF-DE83-63B9-E240690CCB04}"/>
              </a:ext>
            </a:extLst>
          </p:cNvPr>
          <p:cNvSpPr/>
          <p:nvPr/>
        </p:nvSpPr>
        <p:spPr>
          <a:xfrm>
            <a:off x="6648048" y="5609322"/>
            <a:ext cx="453044" cy="5203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EAADA4-D5B3-F7F2-10FF-A65AB6DF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800" dirty="0"/>
              <a:t>Medical Devices Center of Excellence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666B9D-6769-24FE-4946-9E53D4EFD2AA}"/>
              </a:ext>
            </a:extLst>
          </p:cNvPr>
          <p:cNvSpPr/>
          <p:nvPr/>
        </p:nvSpPr>
        <p:spPr>
          <a:xfrm>
            <a:off x="268833" y="901560"/>
            <a:ext cx="2011800" cy="948913"/>
          </a:xfrm>
          <a:prstGeom prst="roundRect">
            <a:avLst>
              <a:gd name="adj" fmla="val 10939"/>
            </a:avLst>
          </a:prstGeom>
          <a:solidFill>
            <a:schemeClr val="bg1"/>
          </a:solidFill>
          <a:ln>
            <a:noFill/>
          </a:ln>
          <a:effectLst>
            <a:outerShdw blurRad="812800" dist="63500" dir="54000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taff meeting. Group of   young modern people in smart casual wear discussing something while working in the creative office.  Business time.">
            <a:extLst>
              <a:ext uri="{FF2B5EF4-FFF2-40B4-BE49-F238E27FC236}">
                <a16:creationId xmlns:a16="http://schemas.microsoft.com/office/drawing/2014/main" id="{3FACE749-63D6-8F56-F33D-9BD968D5F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952" t="533" r="29904"/>
          <a:stretch>
            <a:fillRect/>
          </a:stretch>
        </p:blipFill>
        <p:spPr bwMode="auto">
          <a:xfrm>
            <a:off x="4800600" y="901560"/>
            <a:ext cx="1783080" cy="4669737"/>
          </a:xfrm>
          <a:custGeom>
            <a:avLst/>
            <a:gdLst>
              <a:gd name="connsiteX0" fmla="*/ 0 w 1783080"/>
              <a:gd name="connsiteY0" fmla="*/ 0 h 4893285"/>
              <a:gd name="connsiteX1" fmla="*/ 1783080 w 1783080"/>
              <a:gd name="connsiteY1" fmla="*/ 0 h 4893285"/>
              <a:gd name="connsiteX2" fmla="*/ 1783080 w 1783080"/>
              <a:gd name="connsiteY2" fmla="*/ 4893285 h 4893285"/>
              <a:gd name="connsiteX3" fmla="*/ 0 w 1783080"/>
              <a:gd name="connsiteY3" fmla="*/ 4893285 h 4893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0" h="4893285">
                <a:moveTo>
                  <a:pt x="0" y="0"/>
                </a:moveTo>
                <a:lnTo>
                  <a:pt x="1783080" y="0"/>
                </a:lnTo>
                <a:lnTo>
                  <a:pt x="1783080" y="4893285"/>
                </a:lnTo>
                <a:lnTo>
                  <a:pt x="0" y="489328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C28022-6BD5-70D1-9F04-04A3FC4416EA}"/>
              </a:ext>
            </a:extLst>
          </p:cNvPr>
          <p:cNvSpPr/>
          <p:nvPr/>
        </p:nvSpPr>
        <p:spPr>
          <a:xfrm>
            <a:off x="4799459" y="3113315"/>
            <a:ext cx="1783080" cy="3287486"/>
          </a:xfrm>
          <a:prstGeom prst="rect">
            <a:avLst/>
          </a:prstGeom>
          <a:gradFill>
            <a:gsLst>
              <a:gs pos="56000">
                <a:schemeClr val="accent1">
                  <a:lumMod val="75000"/>
                </a:schemeClr>
              </a:gs>
              <a:gs pos="0">
                <a:srgbClr val="F15B40">
                  <a:alpha val="0"/>
                </a:srgb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84FBD6-2746-58AE-CD04-46C379B4243F}"/>
              </a:ext>
            </a:extLst>
          </p:cNvPr>
          <p:cNvSpPr/>
          <p:nvPr/>
        </p:nvSpPr>
        <p:spPr>
          <a:xfrm>
            <a:off x="779124" y="4659313"/>
            <a:ext cx="2718911" cy="1487379"/>
          </a:xfrm>
          <a:prstGeom prst="roundRect">
            <a:avLst>
              <a:gd name="adj" fmla="val 10939"/>
            </a:avLst>
          </a:prstGeom>
          <a:solidFill>
            <a:schemeClr val="bg1"/>
          </a:solidFill>
          <a:ln>
            <a:noFill/>
          </a:ln>
          <a:effectLst>
            <a:outerShdw blurRad="812800" dist="63500" dir="540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A73228-2F16-7FCE-6F92-4103CAE66BA2}"/>
              </a:ext>
            </a:extLst>
          </p:cNvPr>
          <p:cNvSpPr/>
          <p:nvPr/>
        </p:nvSpPr>
        <p:spPr>
          <a:xfrm>
            <a:off x="928169" y="4486955"/>
            <a:ext cx="2112413" cy="344657"/>
          </a:xfrm>
          <a:prstGeom prst="roundRect">
            <a:avLst/>
          </a:prstGeom>
          <a:solidFill>
            <a:srgbClr val="0823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</a:rPr>
              <a:t>Regulatory Compliances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92C96A-9CB8-A3AF-CC5C-8D40EE2F2A86}"/>
              </a:ext>
            </a:extLst>
          </p:cNvPr>
          <p:cNvGrpSpPr/>
          <p:nvPr/>
        </p:nvGrpSpPr>
        <p:grpSpPr>
          <a:xfrm>
            <a:off x="890560" y="5020265"/>
            <a:ext cx="2524339" cy="898139"/>
            <a:chOff x="1276619" y="5045801"/>
            <a:chExt cx="2763842" cy="898139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AFF18ECD-A435-18D6-D1ED-AF794DD050A0}"/>
                </a:ext>
              </a:extLst>
            </p:cNvPr>
            <p:cNvSpPr/>
            <p:nvPr/>
          </p:nvSpPr>
          <p:spPr>
            <a:xfrm>
              <a:off x="1276619" y="5045801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FDA</a:t>
              </a: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8312F08C-5318-21F0-1BB4-23E139A15E66}"/>
                </a:ext>
              </a:extLst>
            </p:cNvPr>
            <p:cNvSpPr/>
            <p:nvPr/>
          </p:nvSpPr>
          <p:spPr>
            <a:xfrm>
              <a:off x="2231242" y="5045801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MHRA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E5745EA3-F3EC-B15E-25F9-0DC9E913A43C}"/>
                </a:ext>
              </a:extLst>
            </p:cNvPr>
            <p:cNvSpPr/>
            <p:nvPr/>
          </p:nvSpPr>
          <p:spPr>
            <a:xfrm>
              <a:off x="3185864" y="5045801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ISO 13485</a:t>
              </a:r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C58FFD86-F436-FC66-6A02-3E547E348AA6}"/>
                </a:ext>
              </a:extLst>
            </p:cNvPr>
            <p:cNvSpPr/>
            <p:nvPr/>
          </p:nvSpPr>
          <p:spPr>
            <a:xfrm>
              <a:off x="1276619" y="5564817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ISO 14971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ADA3549-2BB5-60B8-290A-55C126FE5974}"/>
                </a:ext>
              </a:extLst>
            </p:cNvPr>
            <p:cNvSpPr/>
            <p:nvPr/>
          </p:nvSpPr>
          <p:spPr>
            <a:xfrm>
              <a:off x="2231242" y="5564817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IEC 62304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91A3805-19A5-1FFA-8752-198787140DF2}"/>
                </a:ext>
              </a:extLst>
            </p:cNvPr>
            <p:cNvSpPr/>
            <p:nvPr/>
          </p:nvSpPr>
          <p:spPr>
            <a:xfrm>
              <a:off x="3185864" y="5564817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IEEE 2621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77A7602-BFE8-3A14-5887-A6BC2EAC4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4" y="5024130"/>
            <a:ext cx="553587" cy="875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4B651AD-B758-4107-A670-AC627A1719CD}"/>
              </a:ext>
            </a:extLst>
          </p:cNvPr>
          <p:cNvSpPr/>
          <p:nvPr/>
        </p:nvSpPr>
        <p:spPr>
          <a:xfrm>
            <a:off x="308787" y="1122551"/>
            <a:ext cx="1935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rgbClr val="F15B40"/>
                </a:solidFill>
              </a:rPr>
              <a:t>800+ </a:t>
            </a:r>
            <a:r>
              <a:rPr lang="en-US" sz="1200"/>
              <a:t>MedTech Professionals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1AE9809-3207-8ABD-70BF-331B1B8633EA}"/>
              </a:ext>
            </a:extLst>
          </p:cNvPr>
          <p:cNvSpPr/>
          <p:nvPr/>
        </p:nvSpPr>
        <p:spPr>
          <a:xfrm>
            <a:off x="2537830" y="901560"/>
            <a:ext cx="2011800" cy="948913"/>
          </a:xfrm>
          <a:prstGeom prst="roundRect">
            <a:avLst>
              <a:gd name="adj" fmla="val 10939"/>
            </a:avLst>
          </a:prstGeom>
          <a:solidFill>
            <a:schemeClr val="bg1"/>
          </a:solidFill>
          <a:ln>
            <a:noFill/>
          </a:ln>
          <a:effectLst>
            <a:outerShdw blurRad="812800" dist="63500" dir="54000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895CB0-5D68-F4A3-AB3B-9CAC286195A7}"/>
              </a:ext>
            </a:extLst>
          </p:cNvPr>
          <p:cNvSpPr/>
          <p:nvPr/>
        </p:nvSpPr>
        <p:spPr>
          <a:xfrm>
            <a:off x="2596807" y="1042566"/>
            <a:ext cx="1905489" cy="564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rgbClr val="F15B40"/>
                </a:solidFill>
              </a:rPr>
              <a:t>End to End Services</a:t>
            </a:r>
          </a:p>
          <a:p>
            <a:pPr algn="ctr"/>
            <a:endParaRPr lang="en-US" sz="1867" b="1">
              <a:solidFill>
                <a:srgbClr val="F15B40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E33AAC8-0F1B-C1CE-C3D8-4E8A6E5B28F9}"/>
              </a:ext>
            </a:extLst>
          </p:cNvPr>
          <p:cNvSpPr/>
          <p:nvPr/>
        </p:nvSpPr>
        <p:spPr>
          <a:xfrm>
            <a:off x="268833" y="2049144"/>
            <a:ext cx="2011800" cy="948913"/>
          </a:xfrm>
          <a:prstGeom prst="roundRect">
            <a:avLst>
              <a:gd name="adj" fmla="val 10939"/>
            </a:avLst>
          </a:prstGeom>
          <a:solidFill>
            <a:schemeClr val="bg1"/>
          </a:solidFill>
          <a:ln>
            <a:noFill/>
          </a:ln>
          <a:effectLst>
            <a:outerShdw blurRad="812800" dist="63500" dir="54000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2EA395-D3A3-E800-926A-1F67A9E06F18}"/>
              </a:ext>
            </a:extLst>
          </p:cNvPr>
          <p:cNvSpPr/>
          <p:nvPr/>
        </p:nvSpPr>
        <p:spPr>
          <a:xfrm>
            <a:off x="308787" y="2183112"/>
            <a:ext cx="19356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/>
              <a:t>Comprehensive Device Assurance Framework (App-Infra-Data Assurance)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61CF48B-8B3E-0526-797B-050902A9264F}"/>
              </a:ext>
            </a:extLst>
          </p:cNvPr>
          <p:cNvSpPr/>
          <p:nvPr/>
        </p:nvSpPr>
        <p:spPr>
          <a:xfrm>
            <a:off x="2537830" y="2049144"/>
            <a:ext cx="2011800" cy="948913"/>
          </a:xfrm>
          <a:prstGeom prst="roundRect">
            <a:avLst>
              <a:gd name="adj" fmla="val 10939"/>
            </a:avLst>
          </a:prstGeom>
          <a:solidFill>
            <a:schemeClr val="bg1"/>
          </a:solidFill>
          <a:ln>
            <a:noFill/>
          </a:ln>
          <a:effectLst>
            <a:outerShdw blurRad="812800" dist="63500" dir="54000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2" descr="ISO 13485 Definition | Arena">
            <a:extLst>
              <a:ext uri="{FF2B5EF4-FFF2-40B4-BE49-F238E27FC236}">
                <a16:creationId xmlns:a16="http://schemas.microsoft.com/office/drawing/2014/main" id="{81615C80-222A-ED31-A85A-D331B3AE7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279" y="2106304"/>
            <a:ext cx="773818" cy="83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BE933D40-2EE3-38BF-3B3D-8159ACB91CBD}"/>
              </a:ext>
            </a:extLst>
          </p:cNvPr>
          <p:cNvSpPr/>
          <p:nvPr/>
        </p:nvSpPr>
        <p:spPr>
          <a:xfrm>
            <a:off x="268833" y="3149765"/>
            <a:ext cx="2011800" cy="948913"/>
          </a:xfrm>
          <a:prstGeom prst="roundRect">
            <a:avLst>
              <a:gd name="adj" fmla="val 10939"/>
            </a:avLst>
          </a:prstGeom>
          <a:solidFill>
            <a:schemeClr val="bg1"/>
          </a:solidFill>
          <a:ln>
            <a:noFill/>
          </a:ln>
          <a:effectLst>
            <a:outerShdw blurRad="812800" dist="63500" dir="54000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68B5FD7-9451-5D25-5CCC-E0ECBE6F4D9B}"/>
              </a:ext>
            </a:extLst>
          </p:cNvPr>
          <p:cNvSpPr/>
          <p:nvPr/>
        </p:nvSpPr>
        <p:spPr>
          <a:xfrm>
            <a:off x="308787" y="3253916"/>
            <a:ext cx="1935634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rgbClr val="F15B40"/>
                </a:solidFill>
              </a:rPr>
              <a:t>Best IoT Healthcare Platform </a:t>
            </a:r>
            <a:r>
              <a:rPr lang="en-US" sz="1100"/>
              <a:t>2023 MedTech Breakthrough Awards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69411127-E765-282E-9F10-A377DDD0B947}"/>
              </a:ext>
            </a:extLst>
          </p:cNvPr>
          <p:cNvSpPr/>
          <p:nvPr/>
        </p:nvSpPr>
        <p:spPr>
          <a:xfrm>
            <a:off x="2537830" y="3149765"/>
            <a:ext cx="2011800" cy="948913"/>
          </a:xfrm>
          <a:prstGeom prst="roundRect">
            <a:avLst>
              <a:gd name="adj" fmla="val 10939"/>
            </a:avLst>
          </a:prstGeom>
          <a:solidFill>
            <a:schemeClr val="bg1"/>
          </a:solidFill>
          <a:ln>
            <a:noFill/>
          </a:ln>
          <a:effectLst>
            <a:outerShdw blurRad="812800" dist="63500" dir="54000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B64C0530-EC67-2E02-AD5C-4260740BC13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323130"/>
              </a:clrFrom>
              <a:clrTo>
                <a:srgbClr val="32313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23905" y="3219500"/>
            <a:ext cx="725371" cy="854586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87A308AF-A657-0F93-BF3D-7801E4D35627}"/>
              </a:ext>
            </a:extLst>
          </p:cNvPr>
          <p:cNvSpPr txBox="1"/>
          <p:nvPr/>
        </p:nvSpPr>
        <p:spPr>
          <a:xfrm>
            <a:off x="2620487" y="3469495"/>
            <a:ext cx="647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54A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 17025</a:t>
            </a:r>
            <a:endParaRPr lang="en-US" sz="1200" b="1">
              <a:solidFill>
                <a:srgbClr val="0054A5"/>
              </a:solidFill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5946B72-930D-2DCD-518E-5E7465D62467}"/>
              </a:ext>
            </a:extLst>
          </p:cNvPr>
          <p:cNvSpPr/>
          <p:nvPr/>
        </p:nvSpPr>
        <p:spPr>
          <a:xfrm>
            <a:off x="3641898" y="4659313"/>
            <a:ext cx="2555110" cy="1487379"/>
          </a:xfrm>
          <a:prstGeom prst="roundRect">
            <a:avLst>
              <a:gd name="adj" fmla="val 10939"/>
            </a:avLst>
          </a:prstGeom>
          <a:solidFill>
            <a:schemeClr val="bg1"/>
          </a:solidFill>
          <a:ln>
            <a:noFill/>
          </a:ln>
          <a:effectLst>
            <a:outerShdw blurRad="812800" dist="63500" dir="540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D549DD0-5386-7713-1DF1-9E85EBD62033}"/>
              </a:ext>
            </a:extLst>
          </p:cNvPr>
          <p:cNvGrpSpPr/>
          <p:nvPr/>
        </p:nvGrpSpPr>
        <p:grpSpPr>
          <a:xfrm>
            <a:off x="3804916" y="5020265"/>
            <a:ext cx="2294854" cy="898139"/>
            <a:chOff x="1276619" y="5045801"/>
            <a:chExt cx="2763842" cy="898139"/>
          </a:xfrm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6A3FFE20-8A29-1D3F-A333-06AF5DE5B9EA}"/>
                </a:ext>
              </a:extLst>
            </p:cNvPr>
            <p:cNvSpPr/>
            <p:nvPr/>
          </p:nvSpPr>
          <p:spPr>
            <a:xfrm>
              <a:off x="1276619" y="5045801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2E1F1893-C66D-3D64-3837-A4ED89A1CE9D}"/>
                </a:ext>
              </a:extLst>
            </p:cNvPr>
            <p:cNvSpPr/>
            <p:nvPr/>
          </p:nvSpPr>
          <p:spPr>
            <a:xfrm>
              <a:off x="2231242" y="5045801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33333651-2FC2-10F5-62B2-7E9EF7BB76E2}"/>
                </a:ext>
              </a:extLst>
            </p:cNvPr>
            <p:cNvSpPr/>
            <p:nvPr/>
          </p:nvSpPr>
          <p:spPr>
            <a:xfrm>
              <a:off x="3185864" y="5045801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496491A5-9C3A-CE47-437A-AC455E67D84E}"/>
                </a:ext>
              </a:extLst>
            </p:cNvPr>
            <p:cNvSpPr/>
            <p:nvPr/>
          </p:nvSpPr>
          <p:spPr>
            <a:xfrm>
              <a:off x="1276619" y="5564817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13DE933E-2573-B927-EA70-F3C4528AA200}"/>
                </a:ext>
              </a:extLst>
            </p:cNvPr>
            <p:cNvSpPr/>
            <p:nvPr/>
          </p:nvSpPr>
          <p:spPr>
            <a:xfrm>
              <a:off x="2231242" y="5564817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F932FAEE-40FA-3E6F-6477-4E92CEDD4FD1}"/>
                </a:ext>
              </a:extLst>
            </p:cNvPr>
            <p:cNvSpPr/>
            <p:nvPr/>
          </p:nvSpPr>
          <p:spPr>
            <a:xfrm>
              <a:off x="3185864" y="5564817"/>
              <a:ext cx="854597" cy="379123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/>
                </a:solidFill>
              </a:endParaRPr>
            </a:p>
          </p:txBody>
        </p:sp>
      </p:grp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69F179E3-04D7-A343-13FD-3C2505D083C2}"/>
              </a:ext>
            </a:extLst>
          </p:cNvPr>
          <p:cNvSpPr/>
          <p:nvPr/>
        </p:nvSpPr>
        <p:spPr>
          <a:xfrm>
            <a:off x="3745649" y="4486955"/>
            <a:ext cx="1397852" cy="344657"/>
          </a:xfrm>
          <a:prstGeom prst="roundRect">
            <a:avLst/>
          </a:prstGeom>
          <a:solidFill>
            <a:srgbClr val="0823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bg1"/>
                </a:solidFill>
              </a:rPr>
              <a:t>Key Clientele</a:t>
            </a:r>
          </a:p>
        </p:txBody>
      </p:sp>
      <p:pic>
        <p:nvPicPr>
          <p:cNvPr id="112" name="Picture 2" descr="Abbott Diabetes Care | Geo-Med Vendor | Medical Equipment Suppliers">
            <a:extLst>
              <a:ext uri="{FF2B5EF4-FFF2-40B4-BE49-F238E27FC236}">
                <a16:creationId xmlns:a16="http://schemas.microsoft.com/office/drawing/2014/main" id="{DA70832B-2AB8-7728-DC21-641EA51791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4" b="18347"/>
          <a:stretch/>
        </p:blipFill>
        <p:spPr bwMode="auto">
          <a:xfrm>
            <a:off x="4601447" y="5138121"/>
            <a:ext cx="701371" cy="19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2" descr="Rockley Photonics logo in transparent PNG format">
            <a:extLst>
              <a:ext uri="{FF2B5EF4-FFF2-40B4-BE49-F238E27FC236}">
                <a16:creationId xmlns:a16="http://schemas.microsoft.com/office/drawing/2014/main" id="{D6910BD8-09CE-693D-432F-B04A44D8A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478" y="5644676"/>
            <a:ext cx="524948" cy="21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12" descr="Home | Insulet">
            <a:extLst>
              <a:ext uri="{FF2B5EF4-FFF2-40B4-BE49-F238E27FC236}">
                <a16:creationId xmlns:a16="http://schemas.microsoft.com/office/drawing/2014/main" id="{A3719990-EFFE-CED9-24E2-BD6B98FAC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918" y="5103760"/>
            <a:ext cx="528002" cy="186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114" descr="DePuy Orthopaedics | DePuy Synthes">
            <a:extLst>
              <a:ext uri="{FF2B5EF4-FFF2-40B4-BE49-F238E27FC236}">
                <a16:creationId xmlns:a16="http://schemas.microsoft.com/office/drawing/2014/main" id="{22918049-38DE-0EF4-CD95-6D8FCDFDF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854" y="5149476"/>
            <a:ext cx="603657" cy="137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Shipping t:slim® Insulin Pump ...">
            <a:extLst>
              <a:ext uri="{FF2B5EF4-FFF2-40B4-BE49-F238E27FC236}">
                <a16:creationId xmlns:a16="http://schemas.microsoft.com/office/drawing/2014/main" id="{3B7D77C2-72AF-5272-102E-13D58B723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710" y="5658908"/>
            <a:ext cx="637125" cy="13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 descr="Genentech">
            <a:extLst>
              <a:ext uri="{FF2B5EF4-FFF2-40B4-BE49-F238E27FC236}">
                <a16:creationId xmlns:a16="http://schemas.microsoft.com/office/drawing/2014/main" id="{5A5558D3-EFD2-50A6-22E2-AABF85963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008" y="5643848"/>
            <a:ext cx="624381" cy="16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E5B0AEDC-42E5-AC32-0B53-17E5C371A73C}"/>
              </a:ext>
            </a:extLst>
          </p:cNvPr>
          <p:cNvSpPr/>
          <p:nvPr/>
        </p:nvSpPr>
        <p:spPr>
          <a:xfrm>
            <a:off x="2585501" y="1234718"/>
            <a:ext cx="19356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/>
              <a:t>- Development, Test , Deploy, Monitor, Data , Integrations etc.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FF358D65-C4EA-CF35-DC99-1EC73DB5D4F5}"/>
              </a:ext>
            </a:extLst>
          </p:cNvPr>
          <p:cNvSpPr/>
          <p:nvPr/>
        </p:nvSpPr>
        <p:spPr>
          <a:xfrm>
            <a:off x="7098155" y="1409304"/>
            <a:ext cx="2162489" cy="515634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and Analytics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object 13">
            <a:extLst>
              <a:ext uri="{FF2B5EF4-FFF2-40B4-BE49-F238E27FC236}">
                <a16:creationId xmlns:a16="http://schemas.microsoft.com/office/drawing/2014/main" id="{39AE7EC3-24B2-F3F8-0DBF-C85F2ECBE82A}"/>
              </a:ext>
            </a:extLst>
          </p:cNvPr>
          <p:cNvSpPr/>
          <p:nvPr/>
        </p:nvSpPr>
        <p:spPr>
          <a:xfrm>
            <a:off x="6657428" y="1409305"/>
            <a:ext cx="453044" cy="5203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855B21A-15D9-F859-7DC4-73E4EA6C34F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34870" y="1507593"/>
            <a:ext cx="311521" cy="311385"/>
          </a:xfrm>
          <a:prstGeom prst="rect">
            <a:avLst/>
          </a:prstGeom>
        </p:spPr>
      </p:pic>
      <p:sp>
        <p:nvSpPr>
          <p:cNvPr id="7" name="object 65">
            <a:extLst>
              <a:ext uri="{FF2B5EF4-FFF2-40B4-BE49-F238E27FC236}">
                <a16:creationId xmlns:a16="http://schemas.microsoft.com/office/drawing/2014/main" id="{9E79C055-F32D-F66F-4AF5-DAFBDA730A99}"/>
              </a:ext>
            </a:extLst>
          </p:cNvPr>
          <p:cNvSpPr/>
          <p:nvPr/>
        </p:nvSpPr>
        <p:spPr>
          <a:xfrm>
            <a:off x="7106864" y="2692318"/>
            <a:ext cx="2162489" cy="516413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Salesforce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object 66">
            <a:extLst>
              <a:ext uri="{FF2B5EF4-FFF2-40B4-BE49-F238E27FC236}">
                <a16:creationId xmlns:a16="http://schemas.microsoft.com/office/drawing/2014/main" id="{CBED08B6-2328-3CC2-D5C4-E7DBA83D8EBA}"/>
              </a:ext>
            </a:extLst>
          </p:cNvPr>
          <p:cNvSpPr/>
          <p:nvPr/>
        </p:nvSpPr>
        <p:spPr>
          <a:xfrm>
            <a:off x="6652487" y="2692318"/>
            <a:ext cx="452470" cy="519154"/>
          </a:xfrm>
          <a:prstGeom prst="rect">
            <a:avLst/>
          </a:prstGeom>
          <a:solidFill>
            <a:srgbClr val="F68D76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8CAB250B-E011-F967-6F8D-B4D114D18D87}"/>
              </a:ext>
            </a:extLst>
          </p:cNvPr>
          <p:cNvSpPr/>
          <p:nvPr/>
        </p:nvSpPr>
        <p:spPr>
          <a:xfrm>
            <a:off x="7086942" y="2048186"/>
            <a:ext cx="2162489" cy="521208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Application Services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1" name="object 13">
            <a:extLst>
              <a:ext uri="{FF2B5EF4-FFF2-40B4-BE49-F238E27FC236}">
                <a16:creationId xmlns:a16="http://schemas.microsoft.com/office/drawing/2014/main" id="{92281415-D189-CA0E-71B9-F6E28ABF5835}"/>
              </a:ext>
            </a:extLst>
          </p:cNvPr>
          <p:cNvSpPr/>
          <p:nvPr/>
        </p:nvSpPr>
        <p:spPr>
          <a:xfrm>
            <a:off x="6646080" y="2048185"/>
            <a:ext cx="453044" cy="520309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11BCAA6F-0AFF-09A7-B263-8F4DA7CA57EB}"/>
              </a:ext>
            </a:extLst>
          </p:cNvPr>
          <p:cNvSpPr/>
          <p:nvPr/>
        </p:nvSpPr>
        <p:spPr>
          <a:xfrm>
            <a:off x="6740207" y="2144786"/>
            <a:ext cx="230615" cy="286246"/>
          </a:xfrm>
          <a:custGeom>
            <a:avLst/>
            <a:gdLst/>
            <a:ahLst/>
            <a:cxnLst/>
            <a:rect l="l" t="t" r="r" b="b"/>
            <a:pathLst>
              <a:path w="590550" h="605789">
                <a:moveTo>
                  <a:pt x="126517" y="510794"/>
                </a:moveTo>
                <a:lnTo>
                  <a:pt x="126441" y="482206"/>
                </a:lnTo>
                <a:lnTo>
                  <a:pt x="122923" y="478675"/>
                </a:lnTo>
                <a:lnTo>
                  <a:pt x="94399" y="478663"/>
                </a:lnTo>
                <a:lnTo>
                  <a:pt x="94399" y="510794"/>
                </a:lnTo>
                <a:lnTo>
                  <a:pt x="94399" y="573227"/>
                </a:lnTo>
                <a:lnTo>
                  <a:pt x="31965" y="573227"/>
                </a:lnTo>
                <a:lnTo>
                  <a:pt x="31965" y="510794"/>
                </a:lnTo>
                <a:lnTo>
                  <a:pt x="94399" y="510794"/>
                </a:lnTo>
                <a:lnTo>
                  <a:pt x="94399" y="478663"/>
                </a:lnTo>
                <a:lnTo>
                  <a:pt x="20434" y="478612"/>
                </a:lnTo>
                <a:lnTo>
                  <a:pt x="3556" y="478675"/>
                </a:lnTo>
                <a:lnTo>
                  <a:pt x="88" y="482104"/>
                </a:lnTo>
                <a:lnTo>
                  <a:pt x="0" y="601560"/>
                </a:lnTo>
                <a:lnTo>
                  <a:pt x="3568" y="605167"/>
                </a:lnTo>
                <a:lnTo>
                  <a:pt x="63182" y="605205"/>
                </a:lnTo>
                <a:lnTo>
                  <a:pt x="122859" y="605167"/>
                </a:lnTo>
                <a:lnTo>
                  <a:pt x="126390" y="601675"/>
                </a:lnTo>
                <a:lnTo>
                  <a:pt x="126517" y="573227"/>
                </a:lnTo>
                <a:lnTo>
                  <a:pt x="126517" y="510794"/>
                </a:lnTo>
                <a:close/>
              </a:path>
              <a:path w="590550" h="605789">
                <a:moveTo>
                  <a:pt x="358508" y="572973"/>
                </a:moveTo>
                <a:lnTo>
                  <a:pt x="358495" y="510768"/>
                </a:lnTo>
                <a:lnTo>
                  <a:pt x="358457" y="482104"/>
                </a:lnTo>
                <a:lnTo>
                  <a:pt x="355015" y="478663"/>
                </a:lnTo>
                <a:lnTo>
                  <a:pt x="326415" y="478650"/>
                </a:lnTo>
                <a:lnTo>
                  <a:pt x="326415" y="510768"/>
                </a:lnTo>
                <a:lnTo>
                  <a:pt x="326415" y="572973"/>
                </a:lnTo>
                <a:lnTo>
                  <a:pt x="263753" y="572973"/>
                </a:lnTo>
                <a:lnTo>
                  <a:pt x="263753" y="510768"/>
                </a:lnTo>
                <a:lnTo>
                  <a:pt x="326415" y="510768"/>
                </a:lnTo>
                <a:lnTo>
                  <a:pt x="326415" y="478650"/>
                </a:lnTo>
                <a:lnTo>
                  <a:pt x="259638" y="478612"/>
                </a:lnTo>
                <a:lnTo>
                  <a:pt x="235470" y="478650"/>
                </a:lnTo>
                <a:lnTo>
                  <a:pt x="231978" y="482104"/>
                </a:lnTo>
                <a:lnTo>
                  <a:pt x="231978" y="601675"/>
                </a:lnTo>
                <a:lnTo>
                  <a:pt x="235458" y="605167"/>
                </a:lnTo>
                <a:lnTo>
                  <a:pt x="270471" y="605205"/>
                </a:lnTo>
                <a:lnTo>
                  <a:pt x="354977" y="605167"/>
                </a:lnTo>
                <a:lnTo>
                  <a:pt x="358495" y="601675"/>
                </a:lnTo>
                <a:lnTo>
                  <a:pt x="358508" y="572973"/>
                </a:lnTo>
                <a:close/>
              </a:path>
              <a:path w="590550" h="605789">
                <a:moveTo>
                  <a:pt x="464134" y="130352"/>
                </a:moveTo>
                <a:lnTo>
                  <a:pt x="461429" y="127723"/>
                </a:lnTo>
                <a:lnTo>
                  <a:pt x="448259" y="126390"/>
                </a:lnTo>
                <a:lnTo>
                  <a:pt x="433527" y="124752"/>
                </a:lnTo>
                <a:lnTo>
                  <a:pt x="426173" y="124079"/>
                </a:lnTo>
                <a:lnTo>
                  <a:pt x="421411" y="123685"/>
                </a:lnTo>
                <a:lnTo>
                  <a:pt x="418985" y="121551"/>
                </a:lnTo>
                <a:lnTo>
                  <a:pt x="394868" y="79362"/>
                </a:lnTo>
                <a:lnTo>
                  <a:pt x="392544" y="75590"/>
                </a:lnTo>
                <a:lnTo>
                  <a:pt x="391617" y="72580"/>
                </a:lnTo>
                <a:lnTo>
                  <a:pt x="393522" y="68478"/>
                </a:lnTo>
                <a:lnTo>
                  <a:pt x="396557" y="61722"/>
                </a:lnTo>
                <a:lnTo>
                  <a:pt x="399503" y="54940"/>
                </a:lnTo>
                <a:lnTo>
                  <a:pt x="402475" y="48158"/>
                </a:lnTo>
                <a:lnTo>
                  <a:pt x="405587" y="41452"/>
                </a:lnTo>
                <a:lnTo>
                  <a:pt x="408470" y="35458"/>
                </a:lnTo>
                <a:lnTo>
                  <a:pt x="408190" y="34696"/>
                </a:lnTo>
                <a:lnTo>
                  <a:pt x="407149" y="31750"/>
                </a:lnTo>
                <a:lnTo>
                  <a:pt x="390347" y="22326"/>
                </a:lnTo>
                <a:lnTo>
                  <a:pt x="379361" y="16027"/>
                </a:lnTo>
                <a:lnTo>
                  <a:pt x="358457" y="3771"/>
                </a:lnTo>
                <a:lnTo>
                  <a:pt x="358457" y="162280"/>
                </a:lnTo>
                <a:lnTo>
                  <a:pt x="353466" y="186842"/>
                </a:lnTo>
                <a:lnTo>
                  <a:pt x="339877" y="206933"/>
                </a:lnTo>
                <a:lnTo>
                  <a:pt x="319773" y="220510"/>
                </a:lnTo>
                <a:lnTo>
                  <a:pt x="295198" y="225488"/>
                </a:lnTo>
                <a:lnTo>
                  <a:pt x="270637" y="220484"/>
                </a:lnTo>
                <a:lnTo>
                  <a:pt x="250532" y="206895"/>
                </a:lnTo>
                <a:lnTo>
                  <a:pt x="236969" y="186778"/>
                </a:lnTo>
                <a:lnTo>
                  <a:pt x="232003" y="162179"/>
                </a:lnTo>
                <a:lnTo>
                  <a:pt x="236994" y="137629"/>
                </a:lnTo>
                <a:lnTo>
                  <a:pt x="250571" y="117525"/>
                </a:lnTo>
                <a:lnTo>
                  <a:pt x="270687" y="103962"/>
                </a:lnTo>
                <a:lnTo>
                  <a:pt x="295275" y="98996"/>
                </a:lnTo>
                <a:lnTo>
                  <a:pt x="319836" y="103987"/>
                </a:lnTo>
                <a:lnTo>
                  <a:pt x="339928" y="117576"/>
                </a:lnTo>
                <a:lnTo>
                  <a:pt x="353491" y="137680"/>
                </a:lnTo>
                <a:lnTo>
                  <a:pt x="358457" y="162280"/>
                </a:lnTo>
                <a:lnTo>
                  <a:pt x="358457" y="3771"/>
                </a:lnTo>
                <a:lnTo>
                  <a:pt x="352044" y="0"/>
                </a:lnTo>
                <a:lnTo>
                  <a:pt x="348335" y="965"/>
                </a:lnTo>
                <a:lnTo>
                  <a:pt x="344779" y="6159"/>
                </a:lnTo>
                <a:lnTo>
                  <a:pt x="340499" y="12204"/>
                </a:lnTo>
                <a:lnTo>
                  <a:pt x="331698" y="24130"/>
                </a:lnTo>
                <a:lnTo>
                  <a:pt x="327380" y="30149"/>
                </a:lnTo>
                <a:lnTo>
                  <a:pt x="324789" y="33858"/>
                </a:lnTo>
                <a:lnTo>
                  <a:pt x="321754" y="34696"/>
                </a:lnTo>
                <a:lnTo>
                  <a:pt x="318808" y="34620"/>
                </a:lnTo>
                <a:lnTo>
                  <a:pt x="306184" y="34353"/>
                </a:lnTo>
                <a:lnTo>
                  <a:pt x="295046" y="34277"/>
                </a:lnTo>
                <a:lnTo>
                  <a:pt x="283895" y="34328"/>
                </a:lnTo>
                <a:lnTo>
                  <a:pt x="268262" y="34620"/>
                </a:lnTo>
                <a:lnTo>
                  <a:pt x="265366" y="33413"/>
                </a:lnTo>
                <a:lnTo>
                  <a:pt x="262826" y="29794"/>
                </a:lnTo>
                <a:lnTo>
                  <a:pt x="258419" y="23634"/>
                </a:lnTo>
                <a:lnTo>
                  <a:pt x="249453" y="11430"/>
                </a:lnTo>
                <a:lnTo>
                  <a:pt x="245021" y="5283"/>
                </a:lnTo>
                <a:lnTo>
                  <a:pt x="241896" y="863"/>
                </a:lnTo>
                <a:lnTo>
                  <a:pt x="238366" y="152"/>
                </a:lnTo>
                <a:lnTo>
                  <a:pt x="210972" y="16052"/>
                </a:lnTo>
                <a:lnTo>
                  <a:pt x="183159" y="31978"/>
                </a:lnTo>
                <a:lnTo>
                  <a:pt x="182168" y="35483"/>
                </a:lnTo>
                <a:lnTo>
                  <a:pt x="184569" y="40627"/>
                </a:lnTo>
                <a:lnTo>
                  <a:pt x="187579" y="47205"/>
                </a:lnTo>
                <a:lnTo>
                  <a:pt x="190512" y="53822"/>
                </a:lnTo>
                <a:lnTo>
                  <a:pt x="197091" y="68884"/>
                </a:lnTo>
                <a:lnTo>
                  <a:pt x="197726" y="70751"/>
                </a:lnTo>
                <a:lnTo>
                  <a:pt x="198691" y="73253"/>
                </a:lnTo>
                <a:lnTo>
                  <a:pt x="197751" y="75018"/>
                </a:lnTo>
                <a:lnTo>
                  <a:pt x="196723" y="77114"/>
                </a:lnTo>
                <a:lnTo>
                  <a:pt x="184518" y="98209"/>
                </a:lnTo>
                <a:lnTo>
                  <a:pt x="179082" y="107746"/>
                </a:lnTo>
                <a:lnTo>
                  <a:pt x="173685" y="117576"/>
                </a:lnTo>
                <a:lnTo>
                  <a:pt x="171653" y="121399"/>
                </a:lnTo>
                <a:lnTo>
                  <a:pt x="169291" y="123685"/>
                </a:lnTo>
                <a:lnTo>
                  <a:pt x="164528" y="124066"/>
                </a:lnTo>
                <a:lnTo>
                  <a:pt x="157137" y="124764"/>
                </a:lnTo>
                <a:lnTo>
                  <a:pt x="142430" y="126377"/>
                </a:lnTo>
                <a:lnTo>
                  <a:pt x="128905" y="127673"/>
                </a:lnTo>
                <a:lnTo>
                  <a:pt x="126441" y="130352"/>
                </a:lnTo>
                <a:lnTo>
                  <a:pt x="126390" y="137680"/>
                </a:lnTo>
                <a:lnTo>
                  <a:pt x="126555" y="149339"/>
                </a:lnTo>
                <a:lnTo>
                  <a:pt x="126568" y="175031"/>
                </a:lnTo>
                <a:lnTo>
                  <a:pt x="126403" y="186778"/>
                </a:lnTo>
                <a:lnTo>
                  <a:pt x="126288" y="194106"/>
                </a:lnTo>
                <a:lnTo>
                  <a:pt x="129044" y="196811"/>
                </a:lnTo>
                <a:lnTo>
                  <a:pt x="135140" y="197370"/>
                </a:lnTo>
                <a:lnTo>
                  <a:pt x="156730" y="199694"/>
                </a:lnTo>
                <a:lnTo>
                  <a:pt x="163944" y="200355"/>
                </a:lnTo>
                <a:lnTo>
                  <a:pt x="168935" y="200736"/>
                </a:lnTo>
                <a:lnTo>
                  <a:pt x="171488" y="202946"/>
                </a:lnTo>
                <a:lnTo>
                  <a:pt x="173913" y="207530"/>
                </a:lnTo>
                <a:lnTo>
                  <a:pt x="179082" y="217043"/>
                </a:lnTo>
                <a:lnTo>
                  <a:pt x="184416" y="226466"/>
                </a:lnTo>
                <a:lnTo>
                  <a:pt x="189903" y="235788"/>
                </a:lnTo>
                <a:lnTo>
                  <a:pt x="195529" y="245021"/>
                </a:lnTo>
                <a:lnTo>
                  <a:pt x="197878" y="248805"/>
                </a:lnTo>
                <a:lnTo>
                  <a:pt x="198856" y="251942"/>
                </a:lnTo>
                <a:lnTo>
                  <a:pt x="196723" y="256501"/>
                </a:lnTo>
                <a:lnTo>
                  <a:pt x="193598" y="263385"/>
                </a:lnTo>
                <a:lnTo>
                  <a:pt x="187540" y="277253"/>
                </a:lnTo>
                <a:lnTo>
                  <a:pt x="184429" y="284162"/>
                </a:lnTo>
                <a:lnTo>
                  <a:pt x="182118" y="289153"/>
                </a:lnTo>
                <a:lnTo>
                  <a:pt x="183299" y="292582"/>
                </a:lnTo>
                <a:lnTo>
                  <a:pt x="199517" y="301828"/>
                </a:lnTo>
                <a:lnTo>
                  <a:pt x="238404" y="324434"/>
                </a:lnTo>
                <a:lnTo>
                  <a:pt x="242074" y="323519"/>
                </a:lnTo>
                <a:lnTo>
                  <a:pt x="245491" y="318592"/>
                </a:lnTo>
                <a:lnTo>
                  <a:pt x="249783" y="312559"/>
                </a:lnTo>
                <a:lnTo>
                  <a:pt x="258584" y="300634"/>
                </a:lnTo>
                <a:lnTo>
                  <a:pt x="262991" y="294449"/>
                </a:lnTo>
                <a:lnTo>
                  <a:pt x="265620" y="290664"/>
                </a:lnTo>
                <a:lnTo>
                  <a:pt x="268795" y="289801"/>
                </a:lnTo>
                <a:lnTo>
                  <a:pt x="284441" y="290169"/>
                </a:lnTo>
                <a:lnTo>
                  <a:pt x="295427" y="290258"/>
                </a:lnTo>
                <a:lnTo>
                  <a:pt x="306400" y="290195"/>
                </a:lnTo>
                <a:lnTo>
                  <a:pt x="321767" y="289928"/>
                </a:lnTo>
                <a:lnTo>
                  <a:pt x="324853" y="290703"/>
                </a:lnTo>
                <a:lnTo>
                  <a:pt x="327558" y="294601"/>
                </a:lnTo>
                <a:lnTo>
                  <a:pt x="331927" y="300748"/>
                </a:lnTo>
                <a:lnTo>
                  <a:pt x="341083" y="313220"/>
                </a:lnTo>
                <a:lnTo>
                  <a:pt x="345643" y="319481"/>
                </a:lnTo>
                <a:lnTo>
                  <a:pt x="348615" y="323621"/>
                </a:lnTo>
                <a:lnTo>
                  <a:pt x="352082" y="324319"/>
                </a:lnTo>
                <a:lnTo>
                  <a:pt x="407263" y="292531"/>
                </a:lnTo>
                <a:lnTo>
                  <a:pt x="408012" y="289928"/>
                </a:lnTo>
                <a:lnTo>
                  <a:pt x="408051" y="289801"/>
                </a:lnTo>
                <a:lnTo>
                  <a:pt x="408266" y="289064"/>
                </a:lnTo>
                <a:lnTo>
                  <a:pt x="405904" y="283946"/>
                </a:lnTo>
                <a:lnTo>
                  <a:pt x="402805" y="277050"/>
                </a:lnTo>
                <a:lnTo>
                  <a:pt x="396760" y="263182"/>
                </a:lnTo>
                <a:lnTo>
                  <a:pt x="393623" y="256298"/>
                </a:lnTo>
                <a:lnTo>
                  <a:pt x="391706" y="252196"/>
                </a:lnTo>
                <a:lnTo>
                  <a:pt x="392480" y="249059"/>
                </a:lnTo>
                <a:lnTo>
                  <a:pt x="395097" y="244817"/>
                </a:lnTo>
                <a:lnTo>
                  <a:pt x="400710" y="235597"/>
                </a:lnTo>
                <a:lnTo>
                  <a:pt x="406158" y="226288"/>
                </a:lnTo>
                <a:lnTo>
                  <a:pt x="406603" y="225488"/>
                </a:lnTo>
                <a:lnTo>
                  <a:pt x="411441" y="216877"/>
                </a:lnTo>
                <a:lnTo>
                  <a:pt x="416814" y="206895"/>
                </a:lnTo>
                <a:lnTo>
                  <a:pt x="418807" y="203123"/>
                </a:lnTo>
                <a:lnTo>
                  <a:pt x="421246" y="200787"/>
                </a:lnTo>
                <a:lnTo>
                  <a:pt x="426288" y="200406"/>
                </a:lnTo>
                <a:lnTo>
                  <a:pt x="433654" y="199745"/>
                </a:lnTo>
                <a:lnTo>
                  <a:pt x="455752" y="197358"/>
                </a:lnTo>
                <a:lnTo>
                  <a:pt x="461606" y="196786"/>
                </a:lnTo>
                <a:lnTo>
                  <a:pt x="464134" y="193954"/>
                </a:lnTo>
                <a:lnTo>
                  <a:pt x="464032" y="186778"/>
                </a:lnTo>
                <a:lnTo>
                  <a:pt x="463905" y="174955"/>
                </a:lnTo>
                <a:lnTo>
                  <a:pt x="464032" y="137629"/>
                </a:lnTo>
                <a:lnTo>
                  <a:pt x="464134" y="130352"/>
                </a:lnTo>
                <a:close/>
              </a:path>
              <a:path w="590550" h="605789">
                <a:moveTo>
                  <a:pt x="548322" y="436867"/>
                </a:moveTo>
                <a:lnTo>
                  <a:pt x="534238" y="395744"/>
                </a:lnTo>
                <a:lnTo>
                  <a:pt x="522871" y="394246"/>
                </a:lnTo>
                <a:lnTo>
                  <a:pt x="316331" y="394246"/>
                </a:lnTo>
                <a:lnTo>
                  <a:pt x="316217" y="345592"/>
                </a:lnTo>
                <a:lnTo>
                  <a:pt x="312254" y="341718"/>
                </a:lnTo>
                <a:lnTo>
                  <a:pt x="298767" y="341414"/>
                </a:lnTo>
                <a:lnTo>
                  <a:pt x="277863" y="341591"/>
                </a:lnTo>
                <a:lnTo>
                  <a:pt x="274193" y="345224"/>
                </a:lnTo>
                <a:lnTo>
                  <a:pt x="274142" y="394246"/>
                </a:lnTo>
                <a:lnTo>
                  <a:pt x="66979" y="394246"/>
                </a:lnTo>
                <a:lnTo>
                  <a:pt x="42138" y="478612"/>
                </a:lnTo>
                <a:lnTo>
                  <a:pt x="84785" y="478612"/>
                </a:lnTo>
                <a:lnTo>
                  <a:pt x="84785" y="436981"/>
                </a:lnTo>
                <a:lnTo>
                  <a:pt x="273748" y="436981"/>
                </a:lnTo>
                <a:lnTo>
                  <a:pt x="273748" y="478612"/>
                </a:lnTo>
                <a:lnTo>
                  <a:pt x="316661" y="478612"/>
                </a:lnTo>
                <a:lnTo>
                  <a:pt x="316661" y="436981"/>
                </a:lnTo>
                <a:lnTo>
                  <a:pt x="505612" y="436867"/>
                </a:lnTo>
                <a:lnTo>
                  <a:pt x="505612" y="478612"/>
                </a:lnTo>
                <a:lnTo>
                  <a:pt x="548322" y="478612"/>
                </a:lnTo>
                <a:lnTo>
                  <a:pt x="548322" y="436867"/>
                </a:lnTo>
                <a:close/>
              </a:path>
              <a:path w="590550" h="605789">
                <a:moveTo>
                  <a:pt x="590499" y="510679"/>
                </a:moveTo>
                <a:lnTo>
                  <a:pt x="590372" y="482142"/>
                </a:lnTo>
                <a:lnTo>
                  <a:pt x="586905" y="478675"/>
                </a:lnTo>
                <a:lnTo>
                  <a:pt x="558507" y="478663"/>
                </a:lnTo>
                <a:lnTo>
                  <a:pt x="558507" y="510679"/>
                </a:lnTo>
                <a:lnTo>
                  <a:pt x="558507" y="573239"/>
                </a:lnTo>
                <a:lnTo>
                  <a:pt x="496074" y="573239"/>
                </a:lnTo>
                <a:lnTo>
                  <a:pt x="496074" y="510679"/>
                </a:lnTo>
                <a:lnTo>
                  <a:pt x="558507" y="510679"/>
                </a:lnTo>
                <a:lnTo>
                  <a:pt x="558507" y="478663"/>
                </a:lnTo>
                <a:lnTo>
                  <a:pt x="484378" y="478612"/>
                </a:lnTo>
                <a:lnTo>
                  <a:pt x="467550" y="478675"/>
                </a:lnTo>
                <a:lnTo>
                  <a:pt x="464083" y="482104"/>
                </a:lnTo>
                <a:lnTo>
                  <a:pt x="463956" y="601535"/>
                </a:lnTo>
                <a:lnTo>
                  <a:pt x="464070" y="601675"/>
                </a:lnTo>
                <a:lnTo>
                  <a:pt x="467550" y="605167"/>
                </a:lnTo>
                <a:lnTo>
                  <a:pt x="527189" y="605205"/>
                </a:lnTo>
                <a:lnTo>
                  <a:pt x="586867" y="605167"/>
                </a:lnTo>
                <a:lnTo>
                  <a:pt x="590372" y="601675"/>
                </a:lnTo>
                <a:lnTo>
                  <a:pt x="590499" y="573239"/>
                </a:lnTo>
                <a:lnTo>
                  <a:pt x="590499" y="510679"/>
                </a:lnTo>
                <a:close/>
              </a:path>
            </a:pathLst>
          </a:custGeom>
          <a:solidFill>
            <a:sysClr val="window" lastClr="FFFFFF"/>
          </a:solidFill>
          <a:ln w="3175">
            <a:solidFill>
              <a:sysClr val="window" lastClr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4FD1AC89-FE8F-1305-8760-6CB0398EDDA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30244" y="2783682"/>
            <a:ext cx="265205" cy="320898"/>
          </a:xfrm>
          <a:prstGeom prst="rect">
            <a:avLst/>
          </a:prstGeom>
        </p:spPr>
      </p:pic>
      <p:sp>
        <p:nvSpPr>
          <p:cNvPr id="24" name="object 30">
            <a:extLst>
              <a:ext uri="{FF2B5EF4-FFF2-40B4-BE49-F238E27FC236}">
                <a16:creationId xmlns:a16="http://schemas.microsoft.com/office/drawing/2014/main" id="{62F83826-C652-FC28-A2A2-ED84B55E922D}"/>
              </a:ext>
            </a:extLst>
          </p:cNvPr>
          <p:cNvSpPr/>
          <p:nvPr/>
        </p:nvSpPr>
        <p:spPr>
          <a:xfrm>
            <a:off x="9449716" y="1434719"/>
            <a:ext cx="452470" cy="519154"/>
          </a:xfrm>
          <a:prstGeom prst="rect">
            <a:avLst/>
          </a:prstGeom>
          <a:solidFill>
            <a:srgbClr val="082340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5" name="object 29">
            <a:extLst>
              <a:ext uri="{FF2B5EF4-FFF2-40B4-BE49-F238E27FC236}">
                <a16:creationId xmlns:a16="http://schemas.microsoft.com/office/drawing/2014/main" id="{56AD5F22-9253-2200-A359-B5F490958145}"/>
              </a:ext>
            </a:extLst>
          </p:cNvPr>
          <p:cNvSpPr/>
          <p:nvPr/>
        </p:nvSpPr>
        <p:spPr>
          <a:xfrm>
            <a:off x="9903463" y="1434692"/>
            <a:ext cx="2163498" cy="51641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Digital Experience  &amp; Process Automation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9D77B9B-30C4-AC78-B314-0D455A6354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26843" y="1535145"/>
            <a:ext cx="297976" cy="352357"/>
          </a:xfrm>
          <a:prstGeom prst="rect">
            <a:avLst/>
          </a:prstGeom>
        </p:spPr>
      </p:pic>
      <p:sp>
        <p:nvSpPr>
          <p:cNvPr id="27" name="object 39">
            <a:extLst>
              <a:ext uri="{FF2B5EF4-FFF2-40B4-BE49-F238E27FC236}">
                <a16:creationId xmlns:a16="http://schemas.microsoft.com/office/drawing/2014/main" id="{BDB17477-D111-F0C0-49E5-3746A7D3EB43}"/>
              </a:ext>
            </a:extLst>
          </p:cNvPr>
          <p:cNvSpPr/>
          <p:nvPr/>
        </p:nvSpPr>
        <p:spPr>
          <a:xfrm>
            <a:off x="9890443" y="2066893"/>
            <a:ext cx="2156237" cy="515634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Compliance Consulting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8" name="object 40">
            <a:extLst>
              <a:ext uri="{FF2B5EF4-FFF2-40B4-BE49-F238E27FC236}">
                <a16:creationId xmlns:a16="http://schemas.microsoft.com/office/drawing/2014/main" id="{57F4742F-B654-64BB-EC77-9B4E3B4B51CA}"/>
              </a:ext>
            </a:extLst>
          </p:cNvPr>
          <p:cNvSpPr/>
          <p:nvPr/>
        </p:nvSpPr>
        <p:spPr>
          <a:xfrm>
            <a:off x="9449715" y="2066894"/>
            <a:ext cx="453044" cy="5203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4" name="object 4">
            <a:extLst>
              <a:ext uri="{FF2B5EF4-FFF2-40B4-BE49-F238E27FC236}">
                <a16:creationId xmlns:a16="http://schemas.microsoft.com/office/drawing/2014/main" id="{06588358-EB9A-E3BB-4FD1-75F4057031F1}"/>
              </a:ext>
            </a:extLst>
          </p:cNvPr>
          <p:cNvSpPr/>
          <p:nvPr/>
        </p:nvSpPr>
        <p:spPr>
          <a:xfrm>
            <a:off x="9901121" y="2738765"/>
            <a:ext cx="2145559" cy="515634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ERP</a:t>
            </a:r>
          </a:p>
        </p:txBody>
      </p:sp>
      <p:sp>
        <p:nvSpPr>
          <p:cNvPr id="36" name="object 13">
            <a:extLst>
              <a:ext uri="{FF2B5EF4-FFF2-40B4-BE49-F238E27FC236}">
                <a16:creationId xmlns:a16="http://schemas.microsoft.com/office/drawing/2014/main" id="{D840A26F-7BE5-3BA8-3867-B3EC1D5467F0}"/>
              </a:ext>
            </a:extLst>
          </p:cNvPr>
          <p:cNvSpPr/>
          <p:nvPr/>
        </p:nvSpPr>
        <p:spPr>
          <a:xfrm>
            <a:off x="9471279" y="2738765"/>
            <a:ext cx="453044" cy="5203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B2EC10F-25EB-5AF4-61D3-EDFC2E52692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77437" y="2809092"/>
            <a:ext cx="209938" cy="36055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336BC70B-C917-7154-EC39-43DBA77F750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30542" y="2159809"/>
            <a:ext cx="304749" cy="368746"/>
          </a:xfrm>
          <a:prstGeom prst="rect">
            <a:avLst/>
          </a:prstGeom>
        </p:spPr>
      </p:pic>
      <p:sp>
        <p:nvSpPr>
          <p:cNvPr id="39" name="object 17">
            <a:extLst>
              <a:ext uri="{FF2B5EF4-FFF2-40B4-BE49-F238E27FC236}">
                <a16:creationId xmlns:a16="http://schemas.microsoft.com/office/drawing/2014/main" id="{55D2B058-D00F-0079-2853-A4959B249A28}"/>
              </a:ext>
            </a:extLst>
          </p:cNvPr>
          <p:cNvSpPr/>
          <p:nvPr/>
        </p:nvSpPr>
        <p:spPr>
          <a:xfrm>
            <a:off x="7106864" y="3449417"/>
            <a:ext cx="2162489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 Services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2" name="object 18">
            <a:extLst>
              <a:ext uri="{FF2B5EF4-FFF2-40B4-BE49-F238E27FC236}">
                <a16:creationId xmlns:a16="http://schemas.microsoft.com/office/drawing/2014/main" id="{F4C9DFD6-F8D7-88EC-C619-510254E89882}"/>
              </a:ext>
            </a:extLst>
          </p:cNvPr>
          <p:cNvSpPr/>
          <p:nvPr/>
        </p:nvSpPr>
        <p:spPr>
          <a:xfrm>
            <a:off x="6666004" y="3449443"/>
            <a:ext cx="453044" cy="520309"/>
          </a:xfrm>
          <a:prstGeom prst="rect">
            <a:avLst/>
          </a:prstGeom>
          <a:solidFill>
            <a:srgbClr val="E4BE92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6" name="object 52">
            <a:extLst>
              <a:ext uri="{FF2B5EF4-FFF2-40B4-BE49-F238E27FC236}">
                <a16:creationId xmlns:a16="http://schemas.microsoft.com/office/drawing/2014/main" id="{B70D5723-D156-D8C9-054E-B36170F57BF1}"/>
              </a:ext>
            </a:extLst>
          </p:cNvPr>
          <p:cNvSpPr/>
          <p:nvPr/>
        </p:nvSpPr>
        <p:spPr>
          <a:xfrm>
            <a:off x="7106864" y="4092430"/>
            <a:ext cx="2162489" cy="515634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Infrastructure Services</a:t>
            </a:r>
          </a:p>
        </p:txBody>
      </p:sp>
      <p:sp>
        <p:nvSpPr>
          <p:cNvPr id="57" name="object 53">
            <a:extLst>
              <a:ext uri="{FF2B5EF4-FFF2-40B4-BE49-F238E27FC236}">
                <a16:creationId xmlns:a16="http://schemas.microsoft.com/office/drawing/2014/main" id="{3C12B0D0-AD99-25E5-FFBC-518BA0FE02FE}"/>
              </a:ext>
            </a:extLst>
          </p:cNvPr>
          <p:cNvSpPr/>
          <p:nvPr/>
        </p:nvSpPr>
        <p:spPr>
          <a:xfrm>
            <a:off x="6666004" y="4092430"/>
            <a:ext cx="453044" cy="520309"/>
          </a:xfrm>
          <a:prstGeom prst="rect">
            <a:avLst/>
          </a:prstGeom>
          <a:solidFill>
            <a:srgbClr val="082340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9" name="object 17">
            <a:extLst>
              <a:ext uri="{FF2B5EF4-FFF2-40B4-BE49-F238E27FC236}">
                <a16:creationId xmlns:a16="http://schemas.microsoft.com/office/drawing/2014/main" id="{D732C68B-17AD-1A7F-922E-1AA0F0F3C537}"/>
              </a:ext>
            </a:extLst>
          </p:cNvPr>
          <p:cNvSpPr/>
          <p:nvPr/>
        </p:nvSpPr>
        <p:spPr>
          <a:xfrm>
            <a:off x="9888860" y="4081022"/>
            <a:ext cx="2156237" cy="51641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Cyber Security</a:t>
            </a:r>
          </a:p>
        </p:txBody>
      </p:sp>
      <p:sp>
        <p:nvSpPr>
          <p:cNvPr id="60" name="object 18">
            <a:extLst>
              <a:ext uri="{FF2B5EF4-FFF2-40B4-BE49-F238E27FC236}">
                <a16:creationId xmlns:a16="http://schemas.microsoft.com/office/drawing/2014/main" id="{06778932-0ED9-C264-FA34-198A94BA45CD}"/>
              </a:ext>
            </a:extLst>
          </p:cNvPr>
          <p:cNvSpPr/>
          <p:nvPr/>
        </p:nvSpPr>
        <p:spPr>
          <a:xfrm>
            <a:off x="9434483" y="4081046"/>
            <a:ext cx="452470" cy="519154"/>
          </a:xfrm>
          <a:prstGeom prst="rect">
            <a:avLst/>
          </a:prstGeom>
          <a:solidFill>
            <a:srgbClr val="E4BE92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1" name="object 30">
            <a:extLst>
              <a:ext uri="{FF2B5EF4-FFF2-40B4-BE49-F238E27FC236}">
                <a16:creationId xmlns:a16="http://schemas.microsoft.com/office/drawing/2014/main" id="{F191742E-BC70-0C57-BB0F-1621F65D796B}"/>
              </a:ext>
            </a:extLst>
          </p:cNvPr>
          <p:cNvSpPr/>
          <p:nvPr/>
        </p:nvSpPr>
        <p:spPr>
          <a:xfrm>
            <a:off x="9441501" y="3442359"/>
            <a:ext cx="453044" cy="520309"/>
          </a:xfrm>
          <a:prstGeom prst="rect">
            <a:avLst/>
          </a:prstGeom>
          <a:solidFill>
            <a:srgbClr val="F68D76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2" name="object 29">
            <a:extLst>
              <a:ext uri="{FF2B5EF4-FFF2-40B4-BE49-F238E27FC236}">
                <a16:creationId xmlns:a16="http://schemas.microsoft.com/office/drawing/2014/main" id="{0E7E0BD8-F304-95AC-473E-779CCF2B6A19}"/>
              </a:ext>
            </a:extLst>
          </p:cNvPr>
          <p:cNvSpPr/>
          <p:nvPr/>
        </p:nvSpPr>
        <p:spPr>
          <a:xfrm>
            <a:off x="9881598" y="3442333"/>
            <a:ext cx="2163498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Cognitive &amp; Generative AI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FAB03AFF-E1AF-28DB-2483-7E8307A740F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495926" y="3522181"/>
            <a:ext cx="294163" cy="355938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E84D5D49-483B-C50E-2AD8-F23B260185B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46953" y="4185459"/>
            <a:ext cx="279503" cy="338198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026F1B29-6B37-319C-9B5C-5E864ED7942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562304" y="4177657"/>
            <a:ext cx="291634" cy="35287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2714E8E7-D60A-8277-6FBA-C8591D3B976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745220" y="3560525"/>
            <a:ext cx="304749" cy="352357"/>
          </a:xfrm>
          <a:prstGeom prst="rect">
            <a:avLst/>
          </a:prstGeom>
        </p:spPr>
      </p:pic>
      <p:sp>
        <p:nvSpPr>
          <p:cNvPr id="74" name="object 17">
            <a:extLst>
              <a:ext uri="{FF2B5EF4-FFF2-40B4-BE49-F238E27FC236}">
                <a16:creationId xmlns:a16="http://schemas.microsoft.com/office/drawing/2014/main" id="{A2FCD46C-CEB1-C6AA-02E1-5E03AAD6571F}"/>
              </a:ext>
            </a:extLst>
          </p:cNvPr>
          <p:cNvSpPr/>
          <p:nvPr/>
        </p:nvSpPr>
        <p:spPr>
          <a:xfrm>
            <a:off x="7106864" y="4752897"/>
            <a:ext cx="2162489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Quality Engineering</a:t>
            </a:r>
          </a:p>
        </p:txBody>
      </p:sp>
      <p:sp>
        <p:nvSpPr>
          <p:cNvPr id="75" name="object 18">
            <a:extLst>
              <a:ext uri="{FF2B5EF4-FFF2-40B4-BE49-F238E27FC236}">
                <a16:creationId xmlns:a16="http://schemas.microsoft.com/office/drawing/2014/main" id="{445BA61B-8532-626A-8DE4-4B043BE90F56}"/>
              </a:ext>
            </a:extLst>
          </p:cNvPr>
          <p:cNvSpPr/>
          <p:nvPr/>
        </p:nvSpPr>
        <p:spPr>
          <a:xfrm>
            <a:off x="6666004" y="4752897"/>
            <a:ext cx="453044" cy="520309"/>
          </a:xfrm>
          <a:prstGeom prst="rect">
            <a:avLst/>
          </a:prstGeom>
          <a:solidFill>
            <a:srgbClr val="E4BE92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76" name="Graphic 55">
            <a:extLst>
              <a:ext uri="{FF2B5EF4-FFF2-40B4-BE49-F238E27FC236}">
                <a16:creationId xmlns:a16="http://schemas.microsoft.com/office/drawing/2014/main" id="{3055D4FB-8B79-12D2-D5D2-AC7B8104C063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rcRect b="19227"/>
          <a:stretch/>
        </p:blipFill>
        <p:spPr>
          <a:xfrm>
            <a:off x="6690679" y="4839673"/>
            <a:ext cx="368078" cy="371634"/>
          </a:xfrm>
          <a:prstGeom prst="rect">
            <a:avLst/>
          </a:prstGeom>
        </p:spPr>
      </p:pic>
      <p:sp>
        <p:nvSpPr>
          <p:cNvPr id="77" name="object 30">
            <a:extLst>
              <a:ext uri="{FF2B5EF4-FFF2-40B4-BE49-F238E27FC236}">
                <a16:creationId xmlns:a16="http://schemas.microsoft.com/office/drawing/2014/main" id="{1C301481-A9C3-463D-167E-FD845B637349}"/>
              </a:ext>
            </a:extLst>
          </p:cNvPr>
          <p:cNvSpPr/>
          <p:nvPr/>
        </p:nvSpPr>
        <p:spPr>
          <a:xfrm>
            <a:off x="9434482" y="4750409"/>
            <a:ext cx="453044" cy="520309"/>
          </a:xfrm>
          <a:prstGeom prst="rect">
            <a:avLst/>
          </a:prstGeom>
          <a:solidFill>
            <a:srgbClr val="F68D76"/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8" name="object 29">
            <a:extLst>
              <a:ext uri="{FF2B5EF4-FFF2-40B4-BE49-F238E27FC236}">
                <a16:creationId xmlns:a16="http://schemas.microsoft.com/office/drawing/2014/main" id="{0B3E4008-DF86-8180-BF50-5DD1F80FF229}"/>
              </a:ext>
            </a:extLst>
          </p:cNvPr>
          <p:cNvSpPr/>
          <p:nvPr/>
        </p:nvSpPr>
        <p:spPr>
          <a:xfrm>
            <a:off x="9874580" y="4750383"/>
            <a:ext cx="2163498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Process Solutions</a:t>
            </a:r>
          </a:p>
        </p:txBody>
      </p:sp>
      <p:sp>
        <p:nvSpPr>
          <p:cNvPr id="79" name="Freeform: Shape 142">
            <a:extLst>
              <a:ext uri="{FF2B5EF4-FFF2-40B4-BE49-F238E27FC236}">
                <a16:creationId xmlns:a16="http://schemas.microsoft.com/office/drawing/2014/main" id="{9AE5D4F0-C7F5-4DF8-953A-82493117B0E7}"/>
              </a:ext>
            </a:extLst>
          </p:cNvPr>
          <p:cNvSpPr/>
          <p:nvPr/>
        </p:nvSpPr>
        <p:spPr>
          <a:xfrm>
            <a:off x="9506057" y="4864897"/>
            <a:ext cx="274089" cy="24943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8121"/>
              <a:gd name="f7" fmla="val 689919"/>
              <a:gd name="f8" fmla="val 343743"/>
              <a:gd name="f9" fmla="val 689920"/>
              <a:gd name="f10" fmla="val 285571"/>
              <a:gd name="f11" fmla="val 225072"/>
              <a:gd name="f12" fmla="val 673632"/>
              <a:gd name="f13" fmla="val 171554"/>
              <a:gd name="f14" fmla="val 643382"/>
              <a:gd name="f15" fmla="val 164574"/>
              <a:gd name="f16" fmla="val 638728"/>
              <a:gd name="f17" fmla="val 162247"/>
              <a:gd name="f18" fmla="val 631748"/>
              <a:gd name="f19" fmla="val 166900"/>
              <a:gd name="f20" fmla="val 624767"/>
              <a:gd name="f21" fmla="val 617786"/>
              <a:gd name="f22" fmla="val 178535"/>
              <a:gd name="f23" fmla="val 615460"/>
              <a:gd name="f24" fmla="val 185516"/>
              <a:gd name="f25" fmla="val 620113"/>
              <a:gd name="f26" fmla="val 308840"/>
              <a:gd name="f27" fmla="val 692247"/>
              <a:gd name="f28" fmla="val 467068"/>
              <a:gd name="f29" fmla="val 671305"/>
              <a:gd name="f30" fmla="val 567124"/>
              <a:gd name="f31" fmla="val 568922"/>
              <a:gd name="f32" fmla="val 627623"/>
              <a:gd name="f33" fmla="val 508423"/>
              <a:gd name="f34" fmla="val 660199"/>
              <a:gd name="f35" fmla="val 429309"/>
              <a:gd name="f36" fmla="val 345542"/>
              <a:gd name="f37" fmla="val 261774"/>
              <a:gd name="f38" fmla="val 182660"/>
              <a:gd name="f39" fmla="val 122161"/>
              <a:gd name="f40" fmla="val 443799"/>
              <a:gd name="f41" fmla="val -1163"/>
              <a:gd name="f42" fmla="val 243688"/>
              <a:gd name="f43" fmla="val 120363"/>
              <a:gd name="f44" fmla="val 15653"/>
              <a:gd name="f45" fmla="val 226871"/>
              <a:gd name="f46" fmla="val -2962"/>
              <a:gd name="f47" fmla="val 387425"/>
              <a:gd name="f48" fmla="val 76152"/>
              <a:gd name="f49" fmla="val 513077"/>
              <a:gd name="f50" fmla="val 80806"/>
              <a:gd name="f51" fmla="val 520058"/>
              <a:gd name="f52" fmla="val 78479"/>
              <a:gd name="f53" fmla="val 529365"/>
              <a:gd name="f54" fmla="val 71498"/>
              <a:gd name="f55" fmla="val 531692"/>
              <a:gd name="f56" fmla="val 64518"/>
              <a:gd name="f57" fmla="val 536346"/>
              <a:gd name="f58" fmla="val 55210"/>
              <a:gd name="f59" fmla="val 534019"/>
              <a:gd name="f60" fmla="val 52883"/>
              <a:gd name="f61" fmla="val 527038"/>
              <a:gd name="f62" fmla="val -33211"/>
              <a:gd name="f63" fmla="val 389752"/>
              <a:gd name="f64" fmla="val -12269"/>
              <a:gd name="f65" fmla="val 215236"/>
              <a:gd name="f66" fmla="val 101748"/>
              <a:gd name="f67" fmla="val 101219"/>
              <a:gd name="f68" fmla="val 236707"/>
              <a:gd name="f69" fmla="val -33740"/>
              <a:gd name="f70" fmla="val 455434"/>
              <a:gd name="f71" fmla="val 588066"/>
              <a:gd name="f72" fmla="val 653219"/>
              <a:gd name="f73" fmla="val 166372"/>
              <a:gd name="f74" fmla="val 688122"/>
              <a:gd name="f75" fmla="val 252466"/>
              <a:gd name="f76" fmla="val 438617"/>
              <a:gd name="f77" fmla="val 524711"/>
              <a:gd name="f78" fmla="val 589864"/>
              <a:gd name="f79" fmla="val 520586"/>
              <a:gd name="f80" fmla="val 655017"/>
              <a:gd name="f81" fmla="val 432165"/>
              <a:gd name="f82" fmla="+- 0 0 -90"/>
              <a:gd name="f83" fmla="*/ f3 1 688121"/>
              <a:gd name="f84" fmla="*/ f4 1 689919"/>
              <a:gd name="f85" fmla="val f5"/>
              <a:gd name="f86" fmla="val f6"/>
              <a:gd name="f87" fmla="val f7"/>
              <a:gd name="f88" fmla="*/ f82 f0 1"/>
              <a:gd name="f89" fmla="+- f87 0 f85"/>
              <a:gd name="f90" fmla="+- f86 0 f85"/>
              <a:gd name="f91" fmla="*/ f88 1 f2"/>
              <a:gd name="f92" fmla="*/ f90 1 688121"/>
              <a:gd name="f93" fmla="*/ f89 1 689919"/>
              <a:gd name="f94" fmla="*/ 343743 f90 1"/>
              <a:gd name="f95" fmla="*/ 689920 f89 1"/>
              <a:gd name="f96" fmla="*/ 171554 f90 1"/>
              <a:gd name="f97" fmla="*/ 643382 f89 1"/>
              <a:gd name="f98" fmla="*/ 166900 f90 1"/>
              <a:gd name="f99" fmla="*/ 624767 f89 1"/>
              <a:gd name="f100" fmla="*/ 185516 f90 1"/>
              <a:gd name="f101" fmla="*/ 620113 f89 1"/>
              <a:gd name="f102" fmla="*/ 567124 f90 1"/>
              <a:gd name="f103" fmla="*/ 568922 f89 1"/>
              <a:gd name="f104" fmla="*/ 660199 f90 1"/>
              <a:gd name="f105" fmla="*/ 345542 f89 1"/>
              <a:gd name="f106" fmla="*/ 122161 f89 1"/>
              <a:gd name="f107" fmla="*/ 120363 f90 1"/>
              <a:gd name="f108" fmla="*/ 76152 f90 1"/>
              <a:gd name="f109" fmla="*/ 513077 f89 1"/>
              <a:gd name="f110" fmla="*/ 71498 f90 1"/>
              <a:gd name="f111" fmla="*/ 531692 f89 1"/>
              <a:gd name="f112" fmla="*/ 52883 f90 1"/>
              <a:gd name="f113" fmla="*/ 527038 f89 1"/>
              <a:gd name="f114" fmla="*/ 101748 f90 1"/>
              <a:gd name="f115" fmla="*/ 101219 f89 1"/>
              <a:gd name="f116" fmla="*/ 588066 f90 1"/>
              <a:gd name="f117" fmla="*/ 688122 f90 1"/>
              <a:gd name="f118" fmla="*/ 589864 f89 1"/>
              <a:gd name="f119" fmla="+- f91 0 f1"/>
              <a:gd name="f120" fmla="*/ f94 1 688121"/>
              <a:gd name="f121" fmla="*/ f95 1 689919"/>
              <a:gd name="f122" fmla="*/ f96 1 688121"/>
              <a:gd name="f123" fmla="*/ f97 1 689919"/>
              <a:gd name="f124" fmla="*/ f98 1 688121"/>
              <a:gd name="f125" fmla="*/ f99 1 689919"/>
              <a:gd name="f126" fmla="*/ f100 1 688121"/>
              <a:gd name="f127" fmla="*/ f101 1 689919"/>
              <a:gd name="f128" fmla="*/ f102 1 688121"/>
              <a:gd name="f129" fmla="*/ f103 1 689919"/>
              <a:gd name="f130" fmla="*/ f104 1 688121"/>
              <a:gd name="f131" fmla="*/ f105 1 689919"/>
              <a:gd name="f132" fmla="*/ f106 1 689919"/>
              <a:gd name="f133" fmla="*/ f107 1 688121"/>
              <a:gd name="f134" fmla="*/ f108 1 688121"/>
              <a:gd name="f135" fmla="*/ f109 1 689919"/>
              <a:gd name="f136" fmla="*/ f110 1 688121"/>
              <a:gd name="f137" fmla="*/ f111 1 689919"/>
              <a:gd name="f138" fmla="*/ f112 1 688121"/>
              <a:gd name="f139" fmla="*/ f113 1 689919"/>
              <a:gd name="f140" fmla="*/ f114 1 688121"/>
              <a:gd name="f141" fmla="*/ f115 1 689919"/>
              <a:gd name="f142" fmla="*/ f116 1 688121"/>
              <a:gd name="f143" fmla="*/ f117 1 688121"/>
              <a:gd name="f144" fmla="*/ f118 1 689919"/>
              <a:gd name="f145" fmla="*/ f85 1 f92"/>
              <a:gd name="f146" fmla="*/ f86 1 f92"/>
              <a:gd name="f147" fmla="*/ f85 1 f93"/>
              <a:gd name="f148" fmla="*/ f87 1 f93"/>
              <a:gd name="f149" fmla="*/ f120 1 f92"/>
              <a:gd name="f150" fmla="*/ f121 1 f93"/>
              <a:gd name="f151" fmla="*/ f122 1 f92"/>
              <a:gd name="f152" fmla="*/ f123 1 f93"/>
              <a:gd name="f153" fmla="*/ f124 1 f92"/>
              <a:gd name="f154" fmla="*/ f125 1 f93"/>
              <a:gd name="f155" fmla="*/ f126 1 f92"/>
              <a:gd name="f156" fmla="*/ f127 1 f93"/>
              <a:gd name="f157" fmla="*/ f128 1 f92"/>
              <a:gd name="f158" fmla="*/ f129 1 f93"/>
              <a:gd name="f159" fmla="*/ f130 1 f92"/>
              <a:gd name="f160" fmla="*/ f131 1 f93"/>
              <a:gd name="f161" fmla="*/ f132 1 f93"/>
              <a:gd name="f162" fmla="*/ f133 1 f92"/>
              <a:gd name="f163" fmla="*/ f134 1 f92"/>
              <a:gd name="f164" fmla="*/ f135 1 f93"/>
              <a:gd name="f165" fmla="*/ f136 1 f92"/>
              <a:gd name="f166" fmla="*/ f137 1 f93"/>
              <a:gd name="f167" fmla="*/ f138 1 f92"/>
              <a:gd name="f168" fmla="*/ f139 1 f93"/>
              <a:gd name="f169" fmla="*/ f140 1 f92"/>
              <a:gd name="f170" fmla="*/ f141 1 f93"/>
              <a:gd name="f171" fmla="*/ f142 1 f92"/>
              <a:gd name="f172" fmla="*/ f143 1 f92"/>
              <a:gd name="f173" fmla="*/ f144 1 f93"/>
              <a:gd name="f174" fmla="*/ f145 f83 1"/>
              <a:gd name="f175" fmla="*/ f146 f83 1"/>
              <a:gd name="f176" fmla="*/ f148 f84 1"/>
              <a:gd name="f177" fmla="*/ f147 f84 1"/>
              <a:gd name="f178" fmla="*/ f149 f83 1"/>
              <a:gd name="f179" fmla="*/ f150 f84 1"/>
              <a:gd name="f180" fmla="*/ f151 f83 1"/>
              <a:gd name="f181" fmla="*/ f152 f84 1"/>
              <a:gd name="f182" fmla="*/ f153 f83 1"/>
              <a:gd name="f183" fmla="*/ f154 f84 1"/>
              <a:gd name="f184" fmla="*/ f155 f83 1"/>
              <a:gd name="f185" fmla="*/ f156 f84 1"/>
              <a:gd name="f186" fmla="*/ f157 f83 1"/>
              <a:gd name="f187" fmla="*/ f158 f84 1"/>
              <a:gd name="f188" fmla="*/ f159 f83 1"/>
              <a:gd name="f189" fmla="*/ f160 f84 1"/>
              <a:gd name="f190" fmla="*/ f161 f84 1"/>
              <a:gd name="f191" fmla="*/ f162 f83 1"/>
              <a:gd name="f192" fmla="*/ f163 f83 1"/>
              <a:gd name="f193" fmla="*/ f164 f84 1"/>
              <a:gd name="f194" fmla="*/ f165 f83 1"/>
              <a:gd name="f195" fmla="*/ f166 f84 1"/>
              <a:gd name="f196" fmla="*/ f167 f83 1"/>
              <a:gd name="f197" fmla="*/ f168 f84 1"/>
              <a:gd name="f198" fmla="*/ f169 f83 1"/>
              <a:gd name="f199" fmla="*/ f170 f84 1"/>
              <a:gd name="f200" fmla="*/ f171 f83 1"/>
              <a:gd name="f201" fmla="*/ f172 f83 1"/>
              <a:gd name="f202" fmla="*/ f173 f8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19">
                <a:pos x="f178" y="f179"/>
              </a:cxn>
              <a:cxn ang="f119">
                <a:pos x="f180" y="f181"/>
              </a:cxn>
              <a:cxn ang="f119">
                <a:pos x="f182" y="f183"/>
              </a:cxn>
              <a:cxn ang="f119">
                <a:pos x="f184" y="f185"/>
              </a:cxn>
              <a:cxn ang="f119">
                <a:pos x="f186" y="f187"/>
              </a:cxn>
              <a:cxn ang="f119">
                <a:pos x="f188" y="f189"/>
              </a:cxn>
              <a:cxn ang="f119">
                <a:pos x="f186" y="f190"/>
              </a:cxn>
              <a:cxn ang="f119">
                <a:pos x="f191" y="f190"/>
              </a:cxn>
              <a:cxn ang="f119">
                <a:pos x="f192" y="f193"/>
              </a:cxn>
              <a:cxn ang="f119">
                <a:pos x="f194" y="f195"/>
              </a:cxn>
              <a:cxn ang="f119">
                <a:pos x="f196" y="f197"/>
              </a:cxn>
              <a:cxn ang="f119">
                <a:pos x="f198" y="f199"/>
              </a:cxn>
              <a:cxn ang="f119">
                <a:pos x="f200" y="f199"/>
              </a:cxn>
              <a:cxn ang="f119">
                <a:pos x="f201" y="f189"/>
              </a:cxn>
              <a:cxn ang="f119">
                <a:pos x="f200" y="f202"/>
              </a:cxn>
              <a:cxn ang="f119">
                <a:pos x="f178" y="f179"/>
              </a:cxn>
            </a:cxnLst>
            <a:rect l="f174" t="f177" r="f175" b="f176"/>
            <a:pathLst>
              <a:path w="688121" h="689919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13" y="f21"/>
                  <a:pt x="f22" y="f23"/>
                  <a:pt x="f24" y="f25"/>
                </a:cubicBezTo>
                <a:cubicBezTo>
                  <a:pt x="f26" y="f27"/>
                  <a:pt x="f28" y="f29"/>
                  <a:pt x="f30" y="f31"/>
                </a:cubicBezTo>
                <a:cubicBezTo>
                  <a:pt x="f32" y="f33"/>
                  <a:pt x="f34" y="f35"/>
                  <a:pt x="f34" y="f36"/>
                </a:cubicBezTo>
                <a:cubicBezTo>
                  <a:pt x="f34" y="f37"/>
                  <a:pt x="f32" y="f38"/>
                  <a:pt x="f30" y="f39"/>
                </a:cubicBezTo>
                <a:cubicBezTo>
                  <a:pt x="f40" y="f41"/>
                  <a:pt x="f42" y="f41"/>
                  <a:pt x="f43" y="f39"/>
                </a:cubicBezTo>
                <a:cubicBezTo>
                  <a:pt x="f44" y="f45"/>
                  <a:pt x="f46" y="f47"/>
                  <a:pt x="f48" y="f49"/>
                </a:cubicBezTo>
                <a:cubicBezTo>
                  <a:pt x="f50" y="f51"/>
                  <a:pt x="f52" y="f53"/>
                  <a:pt x="f54" y="f55"/>
                </a:cubicBezTo>
                <a:cubicBezTo>
                  <a:pt x="f56" y="f57"/>
                  <a:pt x="f58" y="f59"/>
                  <a:pt x="f60" y="f61"/>
                </a:cubicBezTo>
                <a:cubicBezTo>
                  <a:pt x="f62" y="f63"/>
                  <a:pt x="f64" y="f65"/>
                  <a:pt x="f66" y="f67"/>
                </a:cubicBezTo>
                <a:cubicBezTo>
                  <a:pt x="f68" y="f69"/>
                  <a:pt x="f70" y="f69"/>
                  <a:pt x="f71" y="f67"/>
                </a:cubicBezTo>
                <a:cubicBezTo>
                  <a:pt x="f72" y="f73"/>
                  <a:pt x="f74" y="f75"/>
                  <a:pt x="f74" y="f36"/>
                </a:cubicBezTo>
                <a:cubicBezTo>
                  <a:pt x="f74" y="f76"/>
                  <a:pt x="f72" y="f77"/>
                  <a:pt x="f71" y="f78"/>
                </a:cubicBezTo>
                <a:cubicBezTo>
                  <a:pt x="f79" y="f80"/>
                  <a:pt x="f81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0" name="Freeform: Shape 143">
            <a:extLst>
              <a:ext uri="{FF2B5EF4-FFF2-40B4-BE49-F238E27FC236}">
                <a16:creationId xmlns:a16="http://schemas.microsoft.com/office/drawing/2014/main" id="{818916E4-D5D2-5BC3-98A1-41E6873036ED}"/>
              </a:ext>
            </a:extLst>
          </p:cNvPr>
          <p:cNvSpPr/>
          <p:nvPr/>
        </p:nvSpPr>
        <p:spPr>
          <a:xfrm>
            <a:off x="9562304" y="5016525"/>
            <a:ext cx="232914" cy="11631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4746"/>
              <a:gd name="f7" fmla="val 321714"/>
              <a:gd name="f8" fmla="val 202533"/>
              <a:gd name="f9" fmla="val 321715"/>
              <a:gd name="f10" fmla="val 135053"/>
              <a:gd name="f11" fmla="val 67574"/>
              <a:gd name="f12" fmla="val 305426"/>
              <a:gd name="f13" fmla="val 7075"/>
              <a:gd name="f14" fmla="val 270523"/>
              <a:gd name="f15" fmla="val 94"/>
              <a:gd name="f16" fmla="val 265870"/>
              <a:gd name="f17" fmla="val -2233"/>
              <a:gd name="f18" fmla="val 258889"/>
              <a:gd name="f19" fmla="val 2421"/>
              <a:gd name="f20" fmla="val 251908"/>
              <a:gd name="f21" fmla="val 244928"/>
              <a:gd name="f22" fmla="val 14056"/>
              <a:gd name="f23" fmla="val 242601"/>
              <a:gd name="f24" fmla="val 21036"/>
              <a:gd name="f25" fmla="val 247255"/>
              <a:gd name="f26" fmla="val 162976"/>
              <a:gd name="f27" fmla="val 326368"/>
              <a:gd name="f28" fmla="val 344472"/>
              <a:gd name="f29" fmla="val 303100"/>
              <a:gd name="f30" fmla="val 460816"/>
              <a:gd name="f31" fmla="val 184429"/>
              <a:gd name="f32" fmla="val 509681"/>
              <a:gd name="f33" fmla="val 135564"/>
              <a:gd name="f34" fmla="val 542257"/>
              <a:gd name="f35" fmla="val 77392"/>
              <a:gd name="f36" fmla="val 558546"/>
              <a:gd name="f37" fmla="val 9913"/>
              <a:gd name="f38" fmla="val 560872"/>
              <a:gd name="f39" fmla="val 2932"/>
              <a:gd name="f40" fmla="val 567853"/>
              <a:gd name="f41" fmla="val -1722"/>
              <a:gd name="f42" fmla="val 574833"/>
              <a:gd name="f43" fmla="val 605"/>
              <a:gd name="f44" fmla="val 581814"/>
              <a:gd name="f45" fmla="val 586468"/>
              <a:gd name="f46" fmla="val 584141"/>
              <a:gd name="f47" fmla="val 16893"/>
              <a:gd name="f48" fmla="val 86700"/>
              <a:gd name="f49" fmla="val 530623"/>
              <a:gd name="f50" fmla="val 151852"/>
              <a:gd name="f51" fmla="val 479431"/>
              <a:gd name="f52" fmla="val 203044"/>
              <a:gd name="f53" fmla="val 404971"/>
              <a:gd name="f54" fmla="val 282158"/>
              <a:gd name="f55" fmla="val 304915"/>
              <a:gd name="f56" fmla="+- 0 0 -90"/>
              <a:gd name="f57" fmla="*/ f3 1 584746"/>
              <a:gd name="f58" fmla="*/ f4 1 321714"/>
              <a:gd name="f59" fmla="val f5"/>
              <a:gd name="f60" fmla="val f6"/>
              <a:gd name="f61" fmla="val f7"/>
              <a:gd name="f62" fmla="*/ f56 f0 1"/>
              <a:gd name="f63" fmla="+- f61 0 f59"/>
              <a:gd name="f64" fmla="+- f60 0 f59"/>
              <a:gd name="f65" fmla="*/ f62 1 f2"/>
              <a:gd name="f66" fmla="*/ f64 1 584746"/>
              <a:gd name="f67" fmla="*/ f63 1 321714"/>
              <a:gd name="f68" fmla="*/ 202533 f64 1"/>
              <a:gd name="f69" fmla="*/ 321715 f63 1"/>
              <a:gd name="f70" fmla="*/ 7075 f64 1"/>
              <a:gd name="f71" fmla="*/ 270523 f63 1"/>
              <a:gd name="f72" fmla="*/ 2421 f64 1"/>
              <a:gd name="f73" fmla="*/ 251908 f63 1"/>
              <a:gd name="f74" fmla="*/ 21036 f64 1"/>
              <a:gd name="f75" fmla="*/ 247255 f63 1"/>
              <a:gd name="f76" fmla="*/ 460816 f64 1"/>
              <a:gd name="f77" fmla="*/ 184429 f63 1"/>
              <a:gd name="f78" fmla="*/ 558546 f64 1"/>
              <a:gd name="f79" fmla="*/ 9913 f63 1"/>
              <a:gd name="f80" fmla="*/ 574833 f64 1"/>
              <a:gd name="f81" fmla="*/ 605 f63 1"/>
              <a:gd name="f82" fmla="*/ 584141 f64 1"/>
              <a:gd name="f83" fmla="*/ 16893 f63 1"/>
              <a:gd name="f84" fmla="*/ 479431 f64 1"/>
              <a:gd name="f85" fmla="*/ 203044 f63 1"/>
              <a:gd name="f86" fmla="+- f65 0 f1"/>
              <a:gd name="f87" fmla="*/ f68 1 584746"/>
              <a:gd name="f88" fmla="*/ f69 1 321714"/>
              <a:gd name="f89" fmla="*/ f70 1 584746"/>
              <a:gd name="f90" fmla="*/ f71 1 321714"/>
              <a:gd name="f91" fmla="*/ f72 1 584746"/>
              <a:gd name="f92" fmla="*/ f73 1 321714"/>
              <a:gd name="f93" fmla="*/ f74 1 584746"/>
              <a:gd name="f94" fmla="*/ f75 1 321714"/>
              <a:gd name="f95" fmla="*/ f76 1 584746"/>
              <a:gd name="f96" fmla="*/ f77 1 321714"/>
              <a:gd name="f97" fmla="*/ f78 1 584746"/>
              <a:gd name="f98" fmla="*/ f79 1 321714"/>
              <a:gd name="f99" fmla="*/ f80 1 584746"/>
              <a:gd name="f100" fmla="*/ f81 1 321714"/>
              <a:gd name="f101" fmla="*/ f82 1 584746"/>
              <a:gd name="f102" fmla="*/ f83 1 321714"/>
              <a:gd name="f103" fmla="*/ f84 1 584746"/>
              <a:gd name="f104" fmla="*/ f85 1 321714"/>
              <a:gd name="f105" fmla="*/ f59 1 f66"/>
              <a:gd name="f106" fmla="*/ f60 1 f66"/>
              <a:gd name="f107" fmla="*/ f59 1 f67"/>
              <a:gd name="f108" fmla="*/ f61 1 f67"/>
              <a:gd name="f109" fmla="*/ f87 1 f66"/>
              <a:gd name="f110" fmla="*/ f88 1 f67"/>
              <a:gd name="f111" fmla="*/ f89 1 f66"/>
              <a:gd name="f112" fmla="*/ f90 1 f67"/>
              <a:gd name="f113" fmla="*/ f91 1 f66"/>
              <a:gd name="f114" fmla="*/ f92 1 f67"/>
              <a:gd name="f115" fmla="*/ f93 1 f66"/>
              <a:gd name="f116" fmla="*/ f94 1 f67"/>
              <a:gd name="f117" fmla="*/ f95 1 f66"/>
              <a:gd name="f118" fmla="*/ f96 1 f67"/>
              <a:gd name="f119" fmla="*/ f97 1 f66"/>
              <a:gd name="f120" fmla="*/ f98 1 f67"/>
              <a:gd name="f121" fmla="*/ f99 1 f66"/>
              <a:gd name="f122" fmla="*/ f100 1 f67"/>
              <a:gd name="f123" fmla="*/ f101 1 f66"/>
              <a:gd name="f124" fmla="*/ f102 1 f67"/>
              <a:gd name="f125" fmla="*/ f103 1 f66"/>
              <a:gd name="f126" fmla="*/ f104 1 f67"/>
              <a:gd name="f127" fmla="*/ f105 f57 1"/>
              <a:gd name="f128" fmla="*/ f106 f57 1"/>
              <a:gd name="f129" fmla="*/ f108 f58 1"/>
              <a:gd name="f130" fmla="*/ f107 f58 1"/>
              <a:gd name="f131" fmla="*/ f109 f57 1"/>
              <a:gd name="f132" fmla="*/ f110 f58 1"/>
              <a:gd name="f133" fmla="*/ f111 f57 1"/>
              <a:gd name="f134" fmla="*/ f112 f58 1"/>
              <a:gd name="f135" fmla="*/ f113 f57 1"/>
              <a:gd name="f136" fmla="*/ f114 f58 1"/>
              <a:gd name="f137" fmla="*/ f115 f57 1"/>
              <a:gd name="f138" fmla="*/ f116 f58 1"/>
              <a:gd name="f139" fmla="*/ f117 f57 1"/>
              <a:gd name="f140" fmla="*/ f118 f58 1"/>
              <a:gd name="f141" fmla="*/ f119 f57 1"/>
              <a:gd name="f142" fmla="*/ f120 f58 1"/>
              <a:gd name="f143" fmla="*/ f121 f57 1"/>
              <a:gd name="f144" fmla="*/ f122 f58 1"/>
              <a:gd name="f145" fmla="*/ f123 f57 1"/>
              <a:gd name="f146" fmla="*/ f124 f58 1"/>
              <a:gd name="f147" fmla="*/ f125 f57 1"/>
              <a:gd name="f148" fmla="*/ f126 f5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86">
                <a:pos x="f131" y="f132"/>
              </a:cxn>
              <a:cxn ang="f86">
                <a:pos x="f133" y="f134"/>
              </a:cxn>
              <a:cxn ang="f86">
                <a:pos x="f135" y="f136"/>
              </a:cxn>
              <a:cxn ang="f86">
                <a:pos x="f137" y="f138"/>
              </a:cxn>
              <a:cxn ang="f86">
                <a:pos x="f139" y="f140"/>
              </a:cxn>
              <a:cxn ang="f86">
                <a:pos x="f141" y="f142"/>
              </a:cxn>
              <a:cxn ang="f86">
                <a:pos x="f143" y="f144"/>
              </a:cxn>
              <a:cxn ang="f86">
                <a:pos x="f145" y="f146"/>
              </a:cxn>
              <a:cxn ang="f86">
                <a:pos x="f147" y="f148"/>
              </a:cxn>
              <a:cxn ang="f86">
                <a:pos x="f131" y="f132"/>
              </a:cxn>
            </a:cxnLst>
            <a:rect l="f127" t="f130" r="f128" b="f129"/>
            <a:pathLst>
              <a:path w="584746" h="321714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13" y="f21"/>
                  <a:pt x="f22" y="f23"/>
                  <a:pt x="f24" y="f25"/>
                </a:cubicBezTo>
                <a:cubicBezTo>
                  <a:pt x="f26" y="f27"/>
                  <a:pt x="f28" y="f29"/>
                  <a:pt x="f30" y="f31"/>
                </a:cubicBezTo>
                <a:cubicBezTo>
                  <a:pt x="f32" y="f33"/>
                  <a:pt x="f34" y="f35"/>
                  <a:pt x="f36" y="f37"/>
                </a:cubicBezTo>
                <a:cubicBezTo>
                  <a:pt x="f38" y="f39"/>
                  <a:pt x="f40" y="f41"/>
                  <a:pt x="f42" y="f43"/>
                </a:cubicBezTo>
                <a:cubicBezTo>
                  <a:pt x="f44" y="f39"/>
                  <a:pt x="f45" y="f37"/>
                  <a:pt x="f46" y="f47"/>
                </a:cubicBezTo>
                <a:cubicBezTo>
                  <a:pt x="f40" y="f48"/>
                  <a:pt x="f49" y="f50"/>
                  <a:pt x="f51" y="f52"/>
                </a:cubicBezTo>
                <a:cubicBezTo>
                  <a:pt x="f53" y="f54"/>
                  <a:pt x="f55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1" name="Freeform: Shape 144">
            <a:extLst>
              <a:ext uri="{FF2B5EF4-FFF2-40B4-BE49-F238E27FC236}">
                <a16:creationId xmlns:a16="http://schemas.microsoft.com/office/drawing/2014/main" id="{17B143B1-316E-E6FE-146F-244CEB3B8E2A}"/>
              </a:ext>
            </a:extLst>
          </p:cNvPr>
          <p:cNvSpPr/>
          <p:nvPr/>
        </p:nvSpPr>
        <p:spPr>
          <a:xfrm>
            <a:off x="9712455" y="4866121"/>
            <a:ext cx="27279" cy="1938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8490"/>
              <a:gd name="f7" fmla="val 53612"/>
              <a:gd name="f8" fmla="val 55939"/>
              <a:gd name="f9" fmla="val 53613"/>
              <a:gd name="f10" fmla="val 48959"/>
              <a:gd name="f11" fmla="val 46632"/>
              <a:gd name="f12" fmla="val 51286"/>
              <a:gd name="f13" fmla="val 34997"/>
              <a:gd name="f14" fmla="val 41978"/>
              <a:gd name="f15" fmla="val 21036"/>
              <a:gd name="f16" fmla="val 32671"/>
              <a:gd name="f17" fmla="val 7075"/>
              <a:gd name="f18" fmla="val 25690"/>
              <a:gd name="f19" fmla="val 94"/>
              <a:gd name="f20" fmla="val -2233"/>
              <a:gd name="f21" fmla="val 14056"/>
              <a:gd name="f22" fmla="val 2421"/>
              <a:gd name="f23" fmla="val 11729"/>
              <a:gd name="f24" fmla="val 62920"/>
              <a:gd name="f25" fmla="val 30344"/>
              <a:gd name="f26" fmla="val 69901"/>
              <a:gd name="f27" fmla="val 44305"/>
              <a:gd name="f28" fmla="val 65247"/>
              <a:gd name="f29" fmla="val 60593"/>
              <a:gd name="f30" fmla="+- 0 0 -90"/>
              <a:gd name="f31" fmla="*/ f3 1 68490"/>
              <a:gd name="f32" fmla="*/ f4 1 53612"/>
              <a:gd name="f33" fmla="val f5"/>
              <a:gd name="f34" fmla="val f6"/>
              <a:gd name="f35" fmla="val f7"/>
              <a:gd name="f36" fmla="*/ f30 f0 1"/>
              <a:gd name="f37" fmla="+- f35 0 f33"/>
              <a:gd name="f38" fmla="+- f34 0 f33"/>
              <a:gd name="f39" fmla="*/ f36 1 f2"/>
              <a:gd name="f40" fmla="*/ f38 1 68490"/>
              <a:gd name="f41" fmla="*/ f37 1 53612"/>
              <a:gd name="f42" fmla="*/ 55939 f38 1"/>
              <a:gd name="f43" fmla="*/ 53613 f37 1"/>
              <a:gd name="f44" fmla="*/ 46632 f38 1"/>
              <a:gd name="f45" fmla="*/ 51286 f37 1"/>
              <a:gd name="f46" fmla="*/ 7075 f38 1"/>
              <a:gd name="f47" fmla="*/ 25690 f37 1"/>
              <a:gd name="f48" fmla="*/ 2421 f38 1"/>
              <a:gd name="f49" fmla="*/ 7075 f37 1"/>
              <a:gd name="f50" fmla="*/ 21036 f38 1"/>
              <a:gd name="f51" fmla="*/ 2421 f37 1"/>
              <a:gd name="f52" fmla="*/ 62920 f38 1"/>
              <a:gd name="f53" fmla="*/ 30344 f37 1"/>
              <a:gd name="f54" fmla="*/ 65247 f38 1"/>
              <a:gd name="f55" fmla="*/ 48959 f37 1"/>
              <a:gd name="f56" fmla="+- f39 0 f1"/>
              <a:gd name="f57" fmla="*/ f42 1 68490"/>
              <a:gd name="f58" fmla="*/ f43 1 53612"/>
              <a:gd name="f59" fmla="*/ f44 1 68490"/>
              <a:gd name="f60" fmla="*/ f45 1 53612"/>
              <a:gd name="f61" fmla="*/ f46 1 68490"/>
              <a:gd name="f62" fmla="*/ f47 1 53612"/>
              <a:gd name="f63" fmla="*/ f48 1 68490"/>
              <a:gd name="f64" fmla="*/ f49 1 53612"/>
              <a:gd name="f65" fmla="*/ f50 1 68490"/>
              <a:gd name="f66" fmla="*/ f51 1 53612"/>
              <a:gd name="f67" fmla="*/ f52 1 68490"/>
              <a:gd name="f68" fmla="*/ f53 1 53612"/>
              <a:gd name="f69" fmla="*/ f54 1 68490"/>
              <a:gd name="f70" fmla="*/ f55 1 53612"/>
              <a:gd name="f71" fmla="*/ f33 1 f40"/>
              <a:gd name="f72" fmla="*/ f34 1 f40"/>
              <a:gd name="f73" fmla="*/ f33 1 f41"/>
              <a:gd name="f74" fmla="*/ f35 1 f41"/>
              <a:gd name="f75" fmla="*/ f57 1 f40"/>
              <a:gd name="f76" fmla="*/ f58 1 f41"/>
              <a:gd name="f77" fmla="*/ f59 1 f40"/>
              <a:gd name="f78" fmla="*/ f60 1 f41"/>
              <a:gd name="f79" fmla="*/ f61 1 f40"/>
              <a:gd name="f80" fmla="*/ f62 1 f41"/>
              <a:gd name="f81" fmla="*/ f63 1 f40"/>
              <a:gd name="f82" fmla="*/ f64 1 f41"/>
              <a:gd name="f83" fmla="*/ f65 1 f40"/>
              <a:gd name="f84" fmla="*/ f66 1 f41"/>
              <a:gd name="f85" fmla="*/ f67 1 f40"/>
              <a:gd name="f86" fmla="*/ f68 1 f41"/>
              <a:gd name="f87" fmla="*/ f69 1 f40"/>
              <a:gd name="f88" fmla="*/ f70 1 f41"/>
              <a:gd name="f89" fmla="*/ f71 f31 1"/>
              <a:gd name="f90" fmla="*/ f72 f31 1"/>
              <a:gd name="f91" fmla="*/ f74 f32 1"/>
              <a:gd name="f92" fmla="*/ f73 f32 1"/>
              <a:gd name="f93" fmla="*/ f75 f31 1"/>
              <a:gd name="f94" fmla="*/ f76 f32 1"/>
              <a:gd name="f95" fmla="*/ f77 f31 1"/>
              <a:gd name="f96" fmla="*/ f78 f32 1"/>
              <a:gd name="f97" fmla="*/ f79 f31 1"/>
              <a:gd name="f98" fmla="*/ f80 f32 1"/>
              <a:gd name="f99" fmla="*/ f81 f31 1"/>
              <a:gd name="f100" fmla="*/ f82 f32 1"/>
              <a:gd name="f101" fmla="*/ f83 f31 1"/>
              <a:gd name="f102" fmla="*/ f84 f32 1"/>
              <a:gd name="f103" fmla="*/ f85 f31 1"/>
              <a:gd name="f104" fmla="*/ f86 f32 1"/>
              <a:gd name="f105" fmla="*/ f87 f31 1"/>
              <a:gd name="f106" fmla="*/ f88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93" y="f94"/>
              </a:cxn>
              <a:cxn ang="f56">
                <a:pos x="f95" y="f96"/>
              </a:cxn>
              <a:cxn ang="f56">
                <a:pos x="f97" y="f98"/>
              </a:cxn>
              <a:cxn ang="f56">
                <a:pos x="f99" y="f100"/>
              </a:cxn>
              <a:cxn ang="f56">
                <a:pos x="f101" y="f102"/>
              </a:cxn>
              <a:cxn ang="f56">
                <a:pos x="f103" y="f104"/>
              </a:cxn>
              <a:cxn ang="f56">
                <a:pos x="f105" y="f106"/>
              </a:cxn>
              <a:cxn ang="f56">
                <a:pos x="f93" y="f94"/>
              </a:cxn>
            </a:cxnLst>
            <a:rect l="f89" t="f92" r="f90" b="f91"/>
            <a:pathLst>
              <a:path w="68490" h="53612">
                <a:moveTo>
                  <a:pt x="f8" y="f9"/>
                </a:moveTo>
                <a:cubicBezTo>
                  <a:pt x="f9" y="f9"/>
                  <a:pt x="f10" y="f9"/>
                  <a:pt x="f11" y="f12"/>
                </a:cubicBezTo>
                <a:cubicBezTo>
                  <a:pt x="f13" y="f14"/>
                  <a:pt x="f15" y="f16"/>
                  <a:pt x="f17" y="f18"/>
                </a:cubicBezTo>
                <a:cubicBezTo>
                  <a:pt x="f19" y="f15"/>
                  <a:pt x="f20" y="f21"/>
                  <a:pt x="f22" y="f17"/>
                </a:cubicBezTo>
                <a:cubicBezTo>
                  <a:pt x="f17" y="f19"/>
                  <a:pt x="f21" y="f20"/>
                  <a:pt x="f15" y="f22"/>
                </a:cubicBezTo>
                <a:cubicBezTo>
                  <a:pt x="f13" y="f23"/>
                  <a:pt x="f12" y="f15"/>
                  <a:pt x="f24" y="f25"/>
                </a:cubicBezTo>
                <a:cubicBezTo>
                  <a:pt x="f26" y="f13"/>
                  <a:pt x="f26" y="f27"/>
                  <a:pt x="f28" y="f10"/>
                </a:cubicBezTo>
                <a:cubicBezTo>
                  <a:pt x="f24" y="f12"/>
                  <a:pt x="f29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2" name="Freeform: Shape 145">
            <a:extLst>
              <a:ext uri="{FF2B5EF4-FFF2-40B4-BE49-F238E27FC236}">
                <a16:creationId xmlns:a16="http://schemas.microsoft.com/office/drawing/2014/main" id="{2AA66D21-1420-BDE2-FFD1-23E859C430C4}"/>
              </a:ext>
            </a:extLst>
          </p:cNvPr>
          <p:cNvSpPr/>
          <p:nvPr/>
        </p:nvSpPr>
        <p:spPr>
          <a:xfrm>
            <a:off x="9751979" y="4894429"/>
            <a:ext cx="48561" cy="869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21914"/>
              <a:gd name="f7" fmla="val 240585"/>
              <a:gd name="f8" fmla="val 105626"/>
              <a:gd name="f9" fmla="val 98645"/>
              <a:gd name="f10" fmla="val 91665"/>
              <a:gd name="f11" fmla="val 235931"/>
              <a:gd name="f12" fmla="val 228951"/>
              <a:gd name="f13" fmla="val 89338"/>
              <a:gd name="f14" fmla="val 203355"/>
              <a:gd name="f15" fmla="val 84684"/>
              <a:gd name="f16" fmla="val 180086"/>
              <a:gd name="f17" fmla="val 77703"/>
              <a:gd name="f18" fmla="val 154491"/>
              <a:gd name="f19" fmla="val 75376"/>
              <a:gd name="f20" fmla="val 147510"/>
              <a:gd name="f21" fmla="val 80031"/>
              <a:gd name="f22" fmla="val 138202"/>
              <a:gd name="f23" fmla="val 87011"/>
              <a:gd name="f24" fmla="val 135876"/>
              <a:gd name="f25" fmla="val 93992"/>
              <a:gd name="f26" fmla="val 133549"/>
              <a:gd name="f27" fmla="val 103299"/>
              <a:gd name="f28" fmla="val 145183"/>
              <a:gd name="f29" fmla="val 112607"/>
              <a:gd name="f30" fmla="val 170779"/>
              <a:gd name="f31" fmla="val 119587"/>
              <a:gd name="f32" fmla="val 198701"/>
              <a:gd name="f33" fmla="val 224297"/>
              <a:gd name="f34" fmla="val 233604"/>
              <a:gd name="f35" fmla="val 114934"/>
              <a:gd name="f36" fmla="val 59089"/>
              <a:gd name="f37" fmla="val 54435"/>
              <a:gd name="f38" fmla="val 49781"/>
              <a:gd name="f39" fmla="val 47454"/>
              <a:gd name="f40" fmla="val 35820"/>
              <a:gd name="f41" fmla="val 63742"/>
              <a:gd name="f42" fmla="val 19531"/>
              <a:gd name="f43" fmla="val 42800"/>
              <a:gd name="f44" fmla="val 3243"/>
              <a:gd name="f45" fmla="val 24185"/>
              <a:gd name="f46" fmla="val -1410"/>
              <a:gd name="f47" fmla="val 17205"/>
              <a:gd name="f48" fmla="val 10224"/>
              <a:gd name="f49" fmla="val 5570"/>
              <a:gd name="f50" fmla="val 12551"/>
              <a:gd name="f51" fmla="val 26512"/>
              <a:gd name="f52" fmla="val 45127"/>
              <a:gd name="f53" fmla="val 73049"/>
              <a:gd name="f54" fmla="val 70723"/>
              <a:gd name="f55" fmla="val 77704"/>
              <a:gd name="f56" fmla="val 68396"/>
              <a:gd name="f57" fmla="val 61415"/>
              <a:gd name="f58" fmla="+- 0 0 -90"/>
              <a:gd name="f59" fmla="*/ f3 1 121914"/>
              <a:gd name="f60" fmla="*/ f4 1 240585"/>
              <a:gd name="f61" fmla="val f5"/>
              <a:gd name="f62" fmla="val f6"/>
              <a:gd name="f63" fmla="val f7"/>
              <a:gd name="f64" fmla="*/ f58 f0 1"/>
              <a:gd name="f65" fmla="+- f63 0 f61"/>
              <a:gd name="f66" fmla="+- f62 0 f61"/>
              <a:gd name="f67" fmla="*/ f64 1 f2"/>
              <a:gd name="f68" fmla="*/ f66 1 121914"/>
              <a:gd name="f69" fmla="*/ f65 1 240585"/>
              <a:gd name="f70" fmla="*/ 105626 f66 1"/>
              <a:gd name="f71" fmla="*/ 240585 f65 1"/>
              <a:gd name="f72" fmla="*/ 91665 f66 1"/>
              <a:gd name="f73" fmla="*/ 228951 f65 1"/>
              <a:gd name="f74" fmla="*/ 77703 f66 1"/>
              <a:gd name="f75" fmla="*/ 154491 f65 1"/>
              <a:gd name="f76" fmla="*/ 87011 f66 1"/>
              <a:gd name="f77" fmla="*/ 135876 f65 1"/>
              <a:gd name="f78" fmla="*/ 145183 f65 1"/>
              <a:gd name="f79" fmla="*/ 121914 f66 1"/>
              <a:gd name="f80" fmla="*/ 224297 f65 1"/>
              <a:gd name="f81" fmla="*/ 59089 f66 1"/>
              <a:gd name="f82" fmla="*/ 91665 f65 1"/>
              <a:gd name="f83" fmla="*/ 47454 f66 1"/>
              <a:gd name="f84" fmla="*/ 84684 f65 1"/>
              <a:gd name="f85" fmla="*/ 3243 f66 1"/>
              <a:gd name="f86" fmla="*/ 24185 f65 1"/>
              <a:gd name="f87" fmla="*/ 5570 f66 1"/>
              <a:gd name="f88" fmla="*/ 3243 f65 1"/>
              <a:gd name="f89" fmla="*/ 26512 f66 1"/>
              <a:gd name="f90" fmla="*/ 5570 f65 1"/>
              <a:gd name="f91" fmla="*/ 73049 f66 1"/>
              <a:gd name="f92" fmla="*/ 70723 f65 1"/>
              <a:gd name="f93" fmla="*/ 68396 f66 1"/>
              <a:gd name="f94" fmla="*/ 89338 f65 1"/>
              <a:gd name="f95" fmla="+- f67 0 f1"/>
              <a:gd name="f96" fmla="*/ f70 1 121914"/>
              <a:gd name="f97" fmla="*/ f71 1 240585"/>
              <a:gd name="f98" fmla="*/ f72 1 121914"/>
              <a:gd name="f99" fmla="*/ f73 1 240585"/>
              <a:gd name="f100" fmla="*/ f74 1 121914"/>
              <a:gd name="f101" fmla="*/ f75 1 240585"/>
              <a:gd name="f102" fmla="*/ f76 1 121914"/>
              <a:gd name="f103" fmla="*/ f77 1 240585"/>
              <a:gd name="f104" fmla="*/ f78 1 240585"/>
              <a:gd name="f105" fmla="*/ f79 1 121914"/>
              <a:gd name="f106" fmla="*/ f80 1 240585"/>
              <a:gd name="f107" fmla="*/ f81 1 121914"/>
              <a:gd name="f108" fmla="*/ f82 1 240585"/>
              <a:gd name="f109" fmla="*/ f83 1 121914"/>
              <a:gd name="f110" fmla="*/ f84 1 240585"/>
              <a:gd name="f111" fmla="*/ f85 1 121914"/>
              <a:gd name="f112" fmla="*/ f86 1 240585"/>
              <a:gd name="f113" fmla="*/ f87 1 121914"/>
              <a:gd name="f114" fmla="*/ f88 1 240585"/>
              <a:gd name="f115" fmla="*/ f89 1 121914"/>
              <a:gd name="f116" fmla="*/ f90 1 240585"/>
              <a:gd name="f117" fmla="*/ f91 1 121914"/>
              <a:gd name="f118" fmla="*/ f92 1 240585"/>
              <a:gd name="f119" fmla="*/ f93 1 121914"/>
              <a:gd name="f120" fmla="*/ f94 1 240585"/>
              <a:gd name="f121" fmla="*/ f61 1 f68"/>
              <a:gd name="f122" fmla="*/ f62 1 f68"/>
              <a:gd name="f123" fmla="*/ f61 1 f69"/>
              <a:gd name="f124" fmla="*/ f63 1 f69"/>
              <a:gd name="f125" fmla="*/ f96 1 f68"/>
              <a:gd name="f126" fmla="*/ f97 1 f69"/>
              <a:gd name="f127" fmla="*/ f98 1 f68"/>
              <a:gd name="f128" fmla="*/ f99 1 f69"/>
              <a:gd name="f129" fmla="*/ f100 1 f68"/>
              <a:gd name="f130" fmla="*/ f101 1 f69"/>
              <a:gd name="f131" fmla="*/ f102 1 f68"/>
              <a:gd name="f132" fmla="*/ f103 1 f69"/>
              <a:gd name="f133" fmla="*/ f104 1 f69"/>
              <a:gd name="f134" fmla="*/ f105 1 f68"/>
              <a:gd name="f135" fmla="*/ f106 1 f69"/>
              <a:gd name="f136" fmla="*/ f107 1 f68"/>
              <a:gd name="f137" fmla="*/ f108 1 f69"/>
              <a:gd name="f138" fmla="*/ f109 1 f68"/>
              <a:gd name="f139" fmla="*/ f110 1 f69"/>
              <a:gd name="f140" fmla="*/ f111 1 f68"/>
              <a:gd name="f141" fmla="*/ f112 1 f69"/>
              <a:gd name="f142" fmla="*/ f113 1 f68"/>
              <a:gd name="f143" fmla="*/ f114 1 f69"/>
              <a:gd name="f144" fmla="*/ f115 1 f68"/>
              <a:gd name="f145" fmla="*/ f116 1 f69"/>
              <a:gd name="f146" fmla="*/ f117 1 f68"/>
              <a:gd name="f147" fmla="*/ f118 1 f69"/>
              <a:gd name="f148" fmla="*/ f119 1 f68"/>
              <a:gd name="f149" fmla="*/ f120 1 f69"/>
              <a:gd name="f150" fmla="*/ f121 f59 1"/>
              <a:gd name="f151" fmla="*/ f122 f59 1"/>
              <a:gd name="f152" fmla="*/ f124 f60 1"/>
              <a:gd name="f153" fmla="*/ f123 f60 1"/>
              <a:gd name="f154" fmla="*/ f125 f59 1"/>
              <a:gd name="f155" fmla="*/ f126 f60 1"/>
              <a:gd name="f156" fmla="*/ f127 f59 1"/>
              <a:gd name="f157" fmla="*/ f128 f60 1"/>
              <a:gd name="f158" fmla="*/ f129 f59 1"/>
              <a:gd name="f159" fmla="*/ f130 f60 1"/>
              <a:gd name="f160" fmla="*/ f131 f59 1"/>
              <a:gd name="f161" fmla="*/ f132 f60 1"/>
              <a:gd name="f162" fmla="*/ f133 f60 1"/>
              <a:gd name="f163" fmla="*/ f134 f59 1"/>
              <a:gd name="f164" fmla="*/ f135 f60 1"/>
              <a:gd name="f165" fmla="*/ f136 f59 1"/>
              <a:gd name="f166" fmla="*/ f137 f60 1"/>
              <a:gd name="f167" fmla="*/ f138 f59 1"/>
              <a:gd name="f168" fmla="*/ f139 f60 1"/>
              <a:gd name="f169" fmla="*/ f140 f59 1"/>
              <a:gd name="f170" fmla="*/ f141 f60 1"/>
              <a:gd name="f171" fmla="*/ f142 f59 1"/>
              <a:gd name="f172" fmla="*/ f143 f60 1"/>
              <a:gd name="f173" fmla="*/ f144 f59 1"/>
              <a:gd name="f174" fmla="*/ f145 f60 1"/>
              <a:gd name="f175" fmla="*/ f146 f59 1"/>
              <a:gd name="f176" fmla="*/ f147 f60 1"/>
              <a:gd name="f177" fmla="*/ f148 f59 1"/>
              <a:gd name="f178" fmla="*/ f149 f6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95">
                <a:pos x="f154" y="f155"/>
              </a:cxn>
              <a:cxn ang="f95">
                <a:pos x="f156" y="f157"/>
              </a:cxn>
              <a:cxn ang="f95">
                <a:pos x="f158" y="f159"/>
              </a:cxn>
              <a:cxn ang="f95">
                <a:pos x="f160" y="f161"/>
              </a:cxn>
              <a:cxn ang="f95">
                <a:pos x="f154" y="f162"/>
              </a:cxn>
              <a:cxn ang="f95">
                <a:pos x="f163" y="f164"/>
              </a:cxn>
              <a:cxn ang="f95">
                <a:pos x="f154" y="f155"/>
              </a:cxn>
              <a:cxn ang="f95">
                <a:pos x="f154" y="f155"/>
              </a:cxn>
              <a:cxn ang="f95">
                <a:pos x="f165" y="f166"/>
              </a:cxn>
              <a:cxn ang="f95">
                <a:pos x="f167" y="f168"/>
              </a:cxn>
              <a:cxn ang="f95">
                <a:pos x="f169" y="f170"/>
              </a:cxn>
              <a:cxn ang="f95">
                <a:pos x="f171" y="f172"/>
              </a:cxn>
              <a:cxn ang="f95">
                <a:pos x="f173" y="f174"/>
              </a:cxn>
              <a:cxn ang="f95">
                <a:pos x="f175" y="f176"/>
              </a:cxn>
              <a:cxn ang="f95">
                <a:pos x="f177" y="f178"/>
              </a:cxn>
              <a:cxn ang="f95">
                <a:pos x="f165" y="f166"/>
              </a:cxn>
            </a:cxnLst>
            <a:rect l="f150" t="f153" r="f151" b="f152"/>
            <a:pathLst>
              <a:path w="121914" h="240585">
                <a:moveTo>
                  <a:pt x="f8" y="f7"/>
                </a:moveTo>
                <a:cubicBezTo>
                  <a:pt x="f9" y="f7"/>
                  <a:pt x="f10" y="f11"/>
                  <a:pt x="f10" y="f12"/>
                </a:cubicBezTo>
                <a:cubicBezTo>
                  <a:pt x="f13" y="f14"/>
                  <a:pt x="f15" y="f16"/>
                  <a:pt x="f17" y="f18"/>
                </a:cubicBezTo>
                <a:cubicBezTo>
                  <a:pt x="f19" y="f20"/>
                  <a:pt x="f21" y="f22"/>
                  <a:pt x="f23" y="f24"/>
                </a:cubicBezTo>
                <a:cubicBezTo>
                  <a:pt x="f25" y="f26"/>
                  <a:pt x="f27" y="f22"/>
                  <a:pt x="f8" y="f28"/>
                </a:cubicBezTo>
                <a:cubicBezTo>
                  <a:pt x="f29" y="f30"/>
                  <a:pt x="f31" y="f32"/>
                  <a:pt x="f6" y="f33"/>
                </a:cubicBezTo>
                <a:cubicBezTo>
                  <a:pt x="f31" y="f34"/>
                  <a:pt x="f35" y="f7"/>
                  <a:pt x="f8" y="f7"/>
                </a:cubicBezTo>
                <a:cubicBezTo>
                  <a:pt x="f8" y="f7"/>
                  <a:pt x="f8" y="f7"/>
                  <a:pt x="f8" y="f7"/>
                </a:cubicBezTo>
                <a:close/>
                <a:moveTo>
                  <a:pt x="f36" y="f10"/>
                </a:moveTo>
                <a:cubicBezTo>
                  <a:pt x="f37" y="f10"/>
                  <a:pt x="f38" y="f13"/>
                  <a:pt x="f39" y="f15"/>
                </a:cubicBezTo>
                <a:cubicBezTo>
                  <a:pt x="f40" y="f41"/>
                  <a:pt x="f42" y="f43"/>
                  <a:pt x="f44" y="f45"/>
                </a:cubicBezTo>
                <a:cubicBezTo>
                  <a:pt x="f46" y="f47"/>
                  <a:pt x="f46" y="f48"/>
                  <a:pt x="f49" y="f44"/>
                </a:cubicBezTo>
                <a:cubicBezTo>
                  <a:pt x="f50" y="f46"/>
                  <a:pt x="f42" y="f46"/>
                  <a:pt x="f51" y="f49"/>
                </a:cubicBezTo>
                <a:cubicBezTo>
                  <a:pt x="f52" y="f51"/>
                  <a:pt x="f36" y="f39"/>
                  <a:pt x="f53" y="f54"/>
                </a:cubicBezTo>
                <a:cubicBezTo>
                  <a:pt x="f17" y="f55"/>
                  <a:pt x="f19" y="f23"/>
                  <a:pt x="f56" y="f13"/>
                </a:cubicBezTo>
                <a:cubicBezTo>
                  <a:pt x="f41" y="f10"/>
                  <a:pt x="f57" y="f10"/>
                  <a:pt x="f36" y="f10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3" name="Freeform: Shape 146">
            <a:extLst>
              <a:ext uri="{FF2B5EF4-FFF2-40B4-BE49-F238E27FC236}">
                <a16:creationId xmlns:a16="http://schemas.microsoft.com/office/drawing/2014/main" id="{9DC8930A-CEE3-F5A5-9960-56D98989BFC3}"/>
              </a:ext>
            </a:extLst>
          </p:cNvPr>
          <p:cNvSpPr/>
          <p:nvPr/>
        </p:nvSpPr>
        <p:spPr>
          <a:xfrm>
            <a:off x="9785471" y="4999755"/>
            <a:ext cx="14324" cy="2708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5964"/>
              <a:gd name="f7" fmla="val 74916"/>
              <a:gd name="f8" fmla="val 12239"/>
              <a:gd name="f9" fmla="val 74917"/>
              <a:gd name="f10" fmla="val 9913"/>
              <a:gd name="f11" fmla="val 2932"/>
              <a:gd name="f12" fmla="val 72590"/>
              <a:gd name="f13" fmla="val -1721"/>
              <a:gd name="f14" fmla="val 65609"/>
              <a:gd name="f15" fmla="val 605"/>
              <a:gd name="f16" fmla="val 58628"/>
              <a:gd name="f17" fmla="val 5259"/>
              <a:gd name="f18" fmla="val 42340"/>
              <a:gd name="f19" fmla="val 7586"/>
              <a:gd name="f20" fmla="val 28379"/>
              <a:gd name="f21" fmla="val 12091"/>
              <a:gd name="f22" fmla="val 5110"/>
              <a:gd name="f23" fmla="val 14566"/>
              <a:gd name="f24" fmla="val -1870"/>
              <a:gd name="f25" fmla="val 23874"/>
              <a:gd name="f26" fmla="val 456"/>
              <a:gd name="f27" fmla="val 30855"/>
              <a:gd name="f28" fmla="val 37835"/>
              <a:gd name="f29" fmla="val 7437"/>
              <a:gd name="f30" fmla="val 35508"/>
              <a:gd name="f31" fmla="val 16745"/>
              <a:gd name="f32" fmla="val 33182"/>
              <a:gd name="f33" fmla="val 33033"/>
              <a:gd name="f34" fmla="val 51648"/>
              <a:gd name="f35" fmla="val 26201"/>
              <a:gd name="f36" fmla="val 67936"/>
              <a:gd name="f37" fmla="val 19221"/>
              <a:gd name="f38" fmla="+- 0 0 -90"/>
              <a:gd name="f39" fmla="*/ f3 1 35964"/>
              <a:gd name="f40" fmla="*/ f4 1 74916"/>
              <a:gd name="f41" fmla="val f5"/>
              <a:gd name="f42" fmla="val f6"/>
              <a:gd name="f43" fmla="val f7"/>
              <a:gd name="f44" fmla="*/ f38 f0 1"/>
              <a:gd name="f45" fmla="+- f43 0 f41"/>
              <a:gd name="f46" fmla="+- f42 0 f41"/>
              <a:gd name="f47" fmla="*/ f44 1 f2"/>
              <a:gd name="f48" fmla="*/ f46 1 35964"/>
              <a:gd name="f49" fmla="*/ f45 1 74916"/>
              <a:gd name="f50" fmla="*/ 12239 f46 1"/>
              <a:gd name="f51" fmla="*/ 74917 f45 1"/>
              <a:gd name="f52" fmla="*/ 9913 f46 1"/>
              <a:gd name="f53" fmla="*/ 605 f46 1"/>
              <a:gd name="f54" fmla="*/ 58628 f45 1"/>
              <a:gd name="f55" fmla="*/ 7586 f46 1"/>
              <a:gd name="f56" fmla="*/ 12091 f45 1"/>
              <a:gd name="f57" fmla="*/ 23874 f46 1"/>
              <a:gd name="f58" fmla="*/ 456 f45 1"/>
              <a:gd name="f59" fmla="*/ 35508 f46 1"/>
              <a:gd name="f60" fmla="*/ 16745 f45 1"/>
              <a:gd name="f61" fmla="*/ 26201 f46 1"/>
              <a:gd name="f62" fmla="*/ 67936 f45 1"/>
              <a:gd name="f63" fmla="+- f47 0 f1"/>
              <a:gd name="f64" fmla="*/ f50 1 35964"/>
              <a:gd name="f65" fmla="*/ f51 1 74916"/>
              <a:gd name="f66" fmla="*/ f52 1 35964"/>
              <a:gd name="f67" fmla="*/ f53 1 35964"/>
              <a:gd name="f68" fmla="*/ f54 1 74916"/>
              <a:gd name="f69" fmla="*/ f55 1 35964"/>
              <a:gd name="f70" fmla="*/ f56 1 74916"/>
              <a:gd name="f71" fmla="*/ f57 1 35964"/>
              <a:gd name="f72" fmla="*/ f58 1 74916"/>
              <a:gd name="f73" fmla="*/ f59 1 35964"/>
              <a:gd name="f74" fmla="*/ f60 1 74916"/>
              <a:gd name="f75" fmla="*/ f61 1 35964"/>
              <a:gd name="f76" fmla="*/ f62 1 74916"/>
              <a:gd name="f77" fmla="*/ f41 1 f48"/>
              <a:gd name="f78" fmla="*/ f42 1 f48"/>
              <a:gd name="f79" fmla="*/ f41 1 f49"/>
              <a:gd name="f80" fmla="*/ f43 1 f49"/>
              <a:gd name="f81" fmla="*/ f64 1 f48"/>
              <a:gd name="f82" fmla="*/ f65 1 f49"/>
              <a:gd name="f83" fmla="*/ f66 1 f48"/>
              <a:gd name="f84" fmla="*/ f67 1 f48"/>
              <a:gd name="f85" fmla="*/ f68 1 f49"/>
              <a:gd name="f86" fmla="*/ f69 1 f48"/>
              <a:gd name="f87" fmla="*/ f70 1 f49"/>
              <a:gd name="f88" fmla="*/ f71 1 f48"/>
              <a:gd name="f89" fmla="*/ f72 1 f49"/>
              <a:gd name="f90" fmla="*/ f73 1 f48"/>
              <a:gd name="f91" fmla="*/ f74 1 f49"/>
              <a:gd name="f92" fmla="*/ f75 1 f48"/>
              <a:gd name="f93" fmla="*/ f76 1 f49"/>
              <a:gd name="f94" fmla="*/ f77 f39 1"/>
              <a:gd name="f95" fmla="*/ f78 f39 1"/>
              <a:gd name="f96" fmla="*/ f80 f40 1"/>
              <a:gd name="f97" fmla="*/ f79 f40 1"/>
              <a:gd name="f98" fmla="*/ f81 f39 1"/>
              <a:gd name="f99" fmla="*/ f82 f40 1"/>
              <a:gd name="f100" fmla="*/ f83 f39 1"/>
              <a:gd name="f101" fmla="*/ f84 f39 1"/>
              <a:gd name="f102" fmla="*/ f85 f40 1"/>
              <a:gd name="f103" fmla="*/ f86 f39 1"/>
              <a:gd name="f104" fmla="*/ f87 f40 1"/>
              <a:gd name="f105" fmla="*/ f88 f39 1"/>
              <a:gd name="f106" fmla="*/ f89 f40 1"/>
              <a:gd name="f107" fmla="*/ f90 f39 1"/>
              <a:gd name="f108" fmla="*/ f91 f40 1"/>
              <a:gd name="f109" fmla="*/ f92 f39 1"/>
              <a:gd name="f110" fmla="*/ f93 f4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3">
                <a:pos x="f98" y="f99"/>
              </a:cxn>
              <a:cxn ang="f63">
                <a:pos x="f100" y="f99"/>
              </a:cxn>
              <a:cxn ang="f63">
                <a:pos x="f101" y="f102"/>
              </a:cxn>
              <a:cxn ang="f63">
                <a:pos x="f103" y="f104"/>
              </a:cxn>
              <a:cxn ang="f63">
                <a:pos x="f105" y="f106"/>
              </a:cxn>
              <a:cxn ang="f63">
                <a:pos x="f107" y="f108"/>
              </a:cxn>
              <a:cxn ang="f63">
                <a:pos x="f109" y="f110"/>
              </a:cxn>
              <a:cxn ang="f63">
                <a:pos x="f98" y="f99"/>
              </a:cxn>
            </a:cxnLst>
            <a:rect l="f94" t="f97" r="f95" b="f96"/>
            <a:pathLst>
              <a:path w="35964" h="74916">
                <a:moveTo>
                  <a:pt x="f8" y="f9"/>
                </a:moveTo>
                <a:cubicBezTo>
                  <a:pt x="f8" y="f9"/>
                  <a:pt x="f10" y="f9"/>
                  <a:pt x="f10" y="f9"/>
                </a:cubicBezTo>
                <a:cubicBezTo>
                  <a:pt x="f11" y="f12"/>
                  <a:pt x="f13" y="f14"/>
                  <a:pt x="f15" y="f16"/>
                </a:cubicBezTo>
                <a:cubicBezTo>
                  <a:pt x="f17" y="f18"/>
                  <a:pt x="f19" y="f20"/>
                  <a:pt x="f19" y="f21"/>
                </a:cubicBezTo>
                <a:cubicBezTo>
                  <a:pt x="f19" y="f22"/>
                  <a:pt x="f23" y="f24"/>
                  <a:pt x="f25" y="f26"/>
                </a:cubicBezTo>
                <a:cubicBezTo>
                  <a:pt x="f27" y="f26"/>
                  <a:pt x="f28" y="f29"/>
                  <a:pt x="f30" y="f31"/>
                </a:cubicBezTo>
                <a:cubicBezTo>
                  <a:pt x="f32" y="f33"/>
                  <a:pt x="f27" y="f34"/>
                  <a:pt x="f35" y="f36"/>
                </a:cubicBezTo>
                <a:cubicBezTo>
                  <a:pt x="f25" y="f12"/>
                  <a:pt x="f37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4" name="Freeform: Shape 147">
            <a:extLst>
              <a:ext uri="{FF2B5EF4-FFF2-40B4-BE49-F238E27FC236}">
                <a16:creationId xmlns:a16="http://schemas.microsoft.com/office/drawing/2014/main" id="{123C07A1-15F1-01F3-7FC4-747EAAA82FA5}"/>
              </a:ext>
            </a:extLst>
          </p:cNvPr>
          <p:cNvSpPr/>
          <p:nvPr/>
        </p:nvSpPr>
        <p:spPr>
          <a:xfrm>
            <a:off x="9485911" y="4847261"/>
            <a:ext cx="237739" cy="21575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96857"/>
              <a:gd name="f7" fmla="val 596762"/>
              <a:gd name="f8" fmla="val 63908"/>
              <a:gd name="f9" fmla="val 596763"/>
              <a:gd name="f10" fmla="val 59254"/>
              <a:gd name="f11" fmla="val 54600"/>
              <a:gd name="f12" fmla="val 594436"/>
              <a:gd name="f13" fmla="val 52273"/>
              <a:gd name="f14" fmla="val 589782"/>
              <a:gd name="f15" fmla="val -36148"/>
              <a:gd name="f16" fmla="val 436208"/>
              <a:gd name="f17" fmla="val -10552"/>
              <a:gd name="f18" fmla="val 240750"/>
              <a:gd name="f19" fmla="val 115099"/>
              <a:gd name="f20" fmla="val -10553"/>
              <a:gd name="f21" fmla="val 436209"/>
              <a:gd name="f22" fmla="val 56927"/>
              <a:gd name="f23" fmla="val 599090"/>
              <a:gd name="f24" fmla="val 70888"/>
              <a:gd name="f25" fmla="val 77869"/>
              <a:gd name="f26" fmla="val 582802"/>
              <a:gd name="f27" fmla="val 80196"/>
              <a:gd name="f28" fmla="val 575821"/>
              <a:gd name="f29" fmla="val 75542"/>
              <a:gd name="f30" fmla="val 433882"/>
              <a:gd name="f31" fmla="val -5899"/>
              <a:gd name="f32" fmla="val 252385"/>
              <a:gd name="f33" fmla="val 17370"/>
              <a:gd name="f34" fmla="val 136041"/>
              <a:gd name="f35" fmla="val 133714"/>
              <a:gd name="f36" fmla="val 19697"/>
              <a:gd name="f37" fmla="val 250058"/>
              <a:gd name="f38" fmla="val 431555"/>
              <a:gd name="f39" fmla="val 573494"/>
              <a:gd name="f40" fmla="val 82523"/>
              <a:gd name="f41" fmla="val 580475"/>
              <a:gd name="f42" fmla="val 73215"/>
              <a:gd name="f43" fmla="val 592109"/>
              <a:gd name="f44" fmla="val 68561"/>
              <a:gd name="f45" fmla="val 66235"/>
              <a:gd name="f46" fmla="+- 0 0 -90"/>
              <a:gd name="f47" fmla="*/ f3 1 596857"/>
              <a:gd name="f48" fmla="*/ f4 1 596762"/>
              <a:gd name="f49" fmla="val f5"/>
              <a:gd name="f50" fmla="val f6"/>
              <a:gd name="f51" fmla="val f7"/>
              <a:gd name="f52" fmla="*/ f46 f0 1"/>
              <a:gd name="f53" fmla="+- f51 0 f49"/>
              <a:gd name="f54" fmla="+- f50 0 f49"/>
              <a:gd name="f55" fmla="*/ f52 1 f2"/>
              <a:gd name="f56" fmla="*/ f54 1 596857"/>
              <a:gd name="f57" fmla="*/ f53 1 596762"/>
              <a:gd name="f58" fmla="*/ 63908 f54 1"/>
              <a:gd name="f59" fmla="*/ 596763 f53 1"/>
              <a:gd name="f60" fmla="*/ 52273 f54 1"/>
              <a:gd name="f61" fmla="*/ 589782 f53 1"/>
              <a:gd name="f62" fmla="*/ 115099 f54 1"/>
              <a:gd name="f63" fmla="*/ 115099 f53 1"/>
              <a:gd name="f64" fmla="*/ 589782 f54 1"/>
              <a:gd name="f65" fmla="*/ 52273 f53 1"/>
              <a:gd name="f66" fmla="*/ 594436 f54 1"/>
              <a:gd name="f67" fmla="*/ 70888 f53 1"/>
              <a:gd name="f68" fmla="*/ 575821 f54 1"/>
              <a:gd name="f69" fmla="*/ 75542 f53 1"/>
              <a:gd name="f70" fmla="*/ 136041 f54 1"/>
              <a:gd name="f71" fmla="*/ 133714 f53 1"/>
              <a:gd name="f72" fmla="*/ 77869 f54 1"/>
              <a:gd name="f73" fmla="*/ 573494 f53 1"/>
              <a:gd name="f74" fmla="*/ 73215 f54 1"/>
              <a:gd name="f75" fmla="*/ 592109 f53 1"/>
              <a:gd name="f76" fmla="+- f55 0 f1"/>
              <a:gd name="f77" fmla="*/ f58 1 596857"/>
              <a:gd name="f78" fmla="*/ f59 1 596762"/>
              <a:gd name="f79" fmla="*/ f60 1 596857"/>
              <a:gd name="f80" fmla="*/ f61 1 596762"/>
              <a:gd name="f81" fmla="*/ f62 1 596857"/>
              <a:gd name="f82" fmla="*/ f63 1 596762"/>
              <a:gd name="f83" fmla="*/ f64 1 596857"/>
              <a:gd name="f84" fmla="*/ f65 1 596762"/>
              <a:gd name="f85" fmla="*/ f66 1 596857"/>
              <a:gd name="f86" fmla="*/ f67 1 596762"/>
              <a:gd name="f87" fmla="*/ f68 1 596857"/>
              <a:gd name="f88" fmla="*/ f69 1 596762"/>
              <a:gd name="f89" fmla="*/ f70 1 596857"/>
              <a:gd name="f90" fmla="*/ f71 1 596762"/>
              <a:gd name="f91" fmla="*/ f72 1 596857"/>
              <a:gd name="f92" fmla="*/ f73 1 596762"/>
              <a:gd name="f93" fmla="*/ f74 1 596857"/>
              <a:gd name="f94" fmla="*/ f75 1 596762"/>
              <a:gd name="f95" fmla="*/ f49 1 f56"/>
              <a:gd name="f96" fmla="*/ f50 1 f56"/>
              <a:gd name="f97" fmla="*/ f49 1 f57"/>
              <a:gd name="f98" fmla="*/ f51 1 f57"/>
              <a:gd name="f99" fmla="*/ f77 1 f56"/>
              <a:gd name="f100" fmla="*/ f78 1 f57"/>
              <a:gd name="f101" fmla="*/ f79 1 f56"/>
              <a:gd name="f102" fmla="*/ f80 1 f57"/>
              <a:gd name="f103" fmla="*/ f81 1 f56"/>
              <a:gd name="f104" fmla="*/ f82 1 f57"/>
              <a:gd name="f105" fmla="*/ f83 1 f56"/>
              <a:gd name="f106" fmla="*/ f84 1 f57"/>
              <a:gd name="f107" fmla="*/ f85 1 f56"/>
              <a:gd name="f108" fmla="*/ f86 1 f57"/>
              <a:gd name="f109" fmla="*/ f87 1 f56"/>
              <a:gd name="f110" fmla="*/ f88 1 f57"/>
              <a:gd name="f111" fmla="*/ f89 1 f56"/>
              <a:gd name="f112" fmla="*/ f90 1 f57"/>
              <a:gd name="f113" fmla="*/ f91 1 f56"/>
              <a:gd name="f114" fmla="*/ f92 1 f57"/>
              <a:gd name="f115" fmla="*/ f93 1 f56"/>
              <a:gd name="f116" fmla="*/ f94 1 f57"/>
              <a:gd name="f117" fmla="*/ f95 f47 1"/>
              <a:gd name="f118" fmla="*/ f96 f47 1"/>
              <a:gd name="f119" fmla="*/ f98 f48 1"/>
              <a:gd name="f120" fmla="*/ f97 f48 1"/>
              <a:gd name="f121" fmla="*/ f99 f47 1"/>
              <a:gd name="f122" fmla="*/ f100 f48 1"/>
              <a:gd name="f123" fmla="*/ f101 f47 1"/>
              <a:gd name="f124" fmla="*/ f102 f48 1"/>
              <a:gd name="f125" fmla="*/ f103 f47 1"/>
              <a:gd name="f126" fmla="*/ f104 f48 1"/>
              <a:gd name="f127" fmla="*/ f105 f47 1"/>
              <a:gd name="f128" fmla="*/ f106 f48 1"/>
              <a:gd name="f129" fmla="*/ f107 f47 1"/>
              <a:gd name="f130" fmla="*/ f108 f48 1"/>
              <a:gd name="f131" fmla="*/ f109 f47 1"/>
              <a:gd name="f132" fmla="*/ f110 f48 1"/>
              <a:gd name="f133" fmla="*/ f111 f47 1"/>
              <a:gd name="f134" fmla="*/ f112 f48 1"/>
              <a:gd name="f135" fmla="*/ f113 f47 1"/>
              <a:gd name="f136" fmla="*/ f114 f48 1"/>
              <a:gd name="f137" fmla="*/ f115 f47 1"/>
              <a:gd name="f138" fmla="*/ f116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6">
                <a:pos x="f121" y="f122"/>
              </a:cxn>
              <a:cxn ang="f76">
                <a:pos x="f123" y="f124"/>
              </a:cxn>
              <a:cxn ang="f76">
                <a:pos x="f125" y="f126"/>
              </a:cxn>
              <a:cxn ang="f76">
                <a:pos x="f127" y="f128"/>
              </a:cxn>
              <a:cxn ang="f76">
                <a:pos x="f129" y="f130"/>
              </a:cxn>
              <a:cxn ang="f76">
                <a:pos x="f131" y="f132"/>
              </a:cxn>
              <a:cxn ang="f76">
                <a:pos x="f133" y="f134"/>
              </a:cxn>
              <a:cxn ang="f76">
                <a:pos x="f135" y="f136"/>
              </a:cxn>
              <a:cxn ang="f76">
                <a:pos x="f137" y="f138"/>
              </a:cxn>
              <a:cxn ang="f76">
                <a:pos x="f121" y="f122"/>
              </a:cxn>
            </a:cxnLst>
            <a:rect l="f117" t="f120" r="f118" b="f119"/>
            <a:pathLst>
              <a:path w="596857" h="596762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7" y="f18"/>
                  <a:pt x="f19" y="f19"/>
                </a:cubicBezTo>
                <a:cubicBezTo>
                  <a:pt x="f18" y="f20"/>
                  <a:pt x="f21" y="f15"/>
                  <a:pt x="f14" y="f13"/>
                </a:cubicBezTo>
                <a:cubicBezTo>
                  <a:pt x="f9" y="f22"/>
                  <a:pt x="f23" y="f8"/>
                  <a:pt x="f12" y="f24"/>
                </a:cubicBezTo>
                <a:cubicBezTo>
                  <a:pt x="f14" y="f25"/>
                  <a:pt x="f26" y="f27"/>
                  <a:pt x="f28" y="f29"/>
                </a:cubicBezTo>
                <a:cubicBezTo>
                  <a:pt x="f30" y="f31"/>
                  <a:pt x="f32" y="f33"/>
                  <a:pt x="f34" y="f35"/>
                </a:cubicBezTo>
                <a:cubicBezTo>
                  <a:pt x="f36" y="f37"/>
                  <a:pt x="f31" y="f38"/>
                  <a:pt x="f25" y="f39"/>
                </a:cubicBezTo>
                <a:cubicBezTo>
                  <a:pt x="f40" y="f41"/>
                  <a:pt x="f27" y="f14"/>
                  <a:pt x="f42" y="f43"/>
                </a:cubicBezTo>
                <a:cubicBezTo>
                  <a:pt x="f44" y="f9"/>
                  <a:pt x="f45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5" name="Freeform: Shape 148">
            <a:extLst>
              <a:ext uri="{FF2B5EF4-FFF2-40B4-BE49-F238E27FC236}">
                <a16:creationId xmlns:a16="http://schemas.microsoft.com/office/drawing/2014/main" id="{D5D111AA-3E68-671E-E378-8DF827BFC9C8}"/>
              </a:ext>
            </a:extLst>
          </p:cNvPr>
          <p:cNvSpPr/>
          <p:nvPr/>
        </p:nvSpPr>
        <p:spPr>
          <a:xfrm>
            <a:off x="9545545" y="4901070"/>
            <a:ext cx="197530" cy="17877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95910"/>
              <a:gd name="f7" fmla="val 494461"/>
              <a:gd name="f8" fmla="val 244607"/>
              <a:gd name="f9" fmla="val 494462"/>
              <a:gd name="f10" fmla="val 205051"/>
              <a:gd name="f11" fmla="val 163167"/>
              <a:gd name="f12" fmla="val 485154"/>
              <a:gd name="f13" fmla="val 125936"/>
              <a:gd name="f14" fmla="val 464212"/>
              <a:gd name="f15" fmla="val 118956"/>
              <a:gd name="f16" fmla="val 459559"/>
              <a:gd name="f17" fmla="val 116629"/>
              <a:gd name="f18" fmla="val 452578"/>
              <a:gd name="f19" fmla="val 121283"/>
              <a:gd name="f20" fmla="val 445597"/>
              <a:gd name="f21" fmla="val 438617"/>
              <a:gd name="f22" fmla="val 132917"/>
              <a:gd name="f23" fmla="val 436290"/>
              <a:gd name="f24" fmla="val 139898"/>
              <a:gd name="f25" fmla="val 440944"/>
              <a:gd name="f26" fmla="val 225993"/>
              <a:gd name="f27" fmla="val 487481"/>
              <a:gd name="f28" fmla="val 333029"/>
              <a:gd name="f29" fmla="val 471193"/>
              <a:gd name="f30" fmla="val 400509"/>
              <a:gd name="f31" fmla="val 403714"/>
              <a:gd name="f32" fmla="val 442392"/>
              <a:gd name="f33" fmla="val 361830"/>
              <a:gd name="f34" fmla="val 465661"/>
              <a:gd name="f35" fmla="val 308312"/>
              <a:gd name="f36" fmla="val 247813"/>
              <a:gd name="f37" fmla="val 189641"/>
              <a:gd name="f38" fmla="val 133796"/>
              <a:gd name="f39" fmla="val 91912"/>
              <a:gd name="f40" fmla="val 314414"/>
              <a:gd name="f41" fmla="val 5817"/>
              <a:gd name="f42" fmla="val 174801"/>
              <a:gd name="f43" fmla="val 91033"/>
              <a:gd name="f44" fmla="val 23554"/>
              <a:gd name="f45" fmla="val 159391"/>
              <a:gd name="f46" fmla="val 7266"/>
              <a:gd name="f47" fmla="val 268755"/>
              <a:gd name="f48" fmla="val 53803"/>
              <a:gd name="f49" fmla="val 352522"/>
              <a:gd name="f50" fmla="val 58457"/>
              <a:gd name="f51" fmla="val 359503"/>
              <a:gd name="f52" fmla="val 56130"/>
              <a:gd name="f53" fmla="val 368810"/>
              <a:gd name="f54" fmla="val 49150"/>
              <a:gd name="f55" fmla="val 371137"/>
              <a:gd name="f56" fmla="val 42169"/>
              <a:gd name="f57" fmla="val 375791"/>
              <a:gd name="f58" fmla="val 32861"/>
              <a:gd name="f59" fmla="val 373464"/>
              <a:gd name="f60" fmla="val 30534"/>
              <a:gd name="f61" fmla="val 366484"/>
              <a:gd name="f62" fmla="val -22984"/>
              <a:gd name="f63" fmla="val 271081"/>
              <a:gd name="f64" fmla="val -4369"/>
              <a:gd name="f65" fmla="val 150084"/>
              <a:gd name="f66" fmla="val 72418"/>
              <a:gd name="f67" fmla="val 73297"/>
              <a:gd name="f68" fmla="val 167821"/>
              <a:gd name="f69" fmla="val -24432"/>
              <a:gd name="f70" fmla="val 326048"/>
              <a:gd name="f71" fmla="val 423777"/>
              <a:gd name="f72" fmla="val 470315"/>
              <a:gd name="f73" fmla="val 119834"/>
              <a:gd name="f74" fmla="val 495911"/>
              <a:gd name="f75" fmla="val 182660"/>
              <a:gd name="f76" fmla="val 312965"/>
              <a:gd name="f77" fmla="val 422329"/>
              <a:gd name="f78" fmla="val 372586"/>
              <a:gd name="f79" fmla="val 468866"/>
              <a:gd name="f80" fmla="val 307433"/>
              <a:gd name="f81" fmla="+- 0 0 -90"/>
              <a:gd name="f82" fmla="*/ f3 1 495910"/>
              <a:gd name="f83" fmla="*/ f4 1 494461"/>
              <a:gd name="f84" fmla="val f5"/>
              <a:gd name="f85" fmla="val f6"/>
              <a:gd name="f86" fmla="val f7"/>
              <a:gd name="f87" fmla="*/ f81 f0 1"/>
              <a:gd name="f88" fmla="+- f86 0 f84"/>
              <a:gd name="f89" fmla="+- f85 0 f84"/>
              <a:gd name="f90" fmla="*/ f87 1 f2"/>
              <a:gd name="f91" fmla="*/ f89 1 495910"/>
              <a:gd name="f92" fmla="*/ f88 1 494461"/>
              <a:gd name="f93" fmla="*/ 244607 f89 1"/>
              <a:gd name="f94" fmla="*/ 494462 f88 1"/>
              <a:gd name="f95" fmla="*/ 125936 f89 1"/>
              <a:gd name="f96" fmla="*/ 464212 f88 1"/>
              <a:gd name="f97" fmla="*/ 121283 f89 1"/>
              <a:gd name="f98" fmla="*/ 445597 f88 1"/>
              <a:gd name="f99" fmla="*/ 139898 f89 1"/>
              <a:gd name="f100" fmla="*/ 440944 f88 1"/>
              <a:gd name="f101" fmla="*/ 400509 f89 1"/>
              <a:gd name="f102" fmla="*/ 403714 f88 1"/>
              <a:gd name="f103" fmla="*/ 465661 f89 1"/>
              <a:gd name="f104" fmla="*/ 247813 f88 1"/>
              <a:gd name="f105" fmla="*/ 91912 f88 1"/>
              <a:gd name="f106" fmla="*/ 91033 f89 1"/>
              <a:gd name="f107" fmla="*/ 53803 f89 1"/>
              <a:gd name="f108" fmla="*/ 352522 f88 1"/>
              <a:gd name="f109" fmla="*/ 49150 f89 1"/>
              <a:gd name="f110" fmla="*/ 371137 f88 1"/>
              <a:gd name="f111" fmla="*/ 30534 f89 1"/>
              <a:gd name="f112" fmla="*/ 366484 f88 1"/>
              <a:gd name="f113" fmla="*/ 72418 f89 1"/>
              <a:gd name="f114" fmla="*/ 73297 f88 1"/>
              <a:gd name="f115" fmla="*/ 423777 f89 1"/>
              <a:gd name="f116" fmla="*/ 495911 f89 1"/>
              <a:gd name="f117" fmla="*/ 422329 f88 1"/>
              <a:gd name="f118" fmla="+- f90 0 f1"/>
              <a:gd name="f119" fmla="*/ f93 1 495910"/>
              <a:gd name="f120" fmla="*/ f94 1 494461"/>
              <a:gd name="f121" fmla="*/ f95 1 495910"/>
              <a:gd name="f122" fmla="*/ f96 1 494461"/>
              <a:gd name="f123" fmla="*/ f97 1 495910"/>
              <a:gd name="f124" fmla="*/ f98 1 494461"/>
              <a:gd name="f125" fmla="*/ f99 1 495910"/>
              <a:gd name="f126" fmla="*/ f100 1 494461"/>
              <a:gd name="f127" fmla="*/ f101 1 495910"/>
              <a:gd name="f128" fmla="*/ f102 1 494461"/>
              <a:gd name="f129" fmla="*/ f103 1 495910"/>
              <a:gd name="f130" fmla="*/ f104 1 494461"/>
              <a:gd name="f131" fmla="*/ f105 1 494461"/>
              <a:gd name="f132" fmla="*/ f106 1 495910"/>
              <a:gd name="f133" fmla="*/ f107 1 495910"/>
              <a:gd name="f134" fmla="*/ f108 1 494461"/>
              <a:gd name="f135" fmla="*/ f109 1 495910"/>
              <a:gd name="f136" fmla="*/ f110 1 494461"/>
              <a:gd name="f137" fmla="*/ f111 1 495910"/>
              <a:gd name="f138" fmla="*/ f112 1 494461"/>
              <a:gd name="f139" fmla="*/ f113 1 495910"/>
              <a:gd name="f140" fmla="*/ f114 1 494461"/>
              <a:gd name="f141" fmla="*/ f115 1 495910"/>
              <a:gd name="f142" fmla="*/ f116 1 495910"/>
              <a:gd name="f143" fmla="*/ f117 1 494461"/>
              <a:gd name="f144" fmla="*/ f84 1 f91"/>
              <a:gd name="f145" fmla="*/ f85 1 f91"/>
              <a:gd name="f146" fmla="*/ f84 1 f92"/>
              <a:gd name="f147" fmla="*/ f86 1 f92"/>
              <a:gd name="f148" fmla="*/ f119 1 f91"/>
              <a:gd name="f149" fmla="*/ f120 1 f92"/>
              <a:gd name="f150" fmla="*/ f121 1 f91"/>
              <a:gd name="f151" fmla="*/ f122 1 f92"/>
              <a:gd name="f152" fmla="*/ f123 1 f91"/>
              <a:gd name="f153" fmla="*/ f124 1 f92"/>
              <a:gd name="f154" fmla="*/ f125 1 f91"/>
              <a:gd name="f155" fmla="*/ f126 1 f92"/>
              <a:gd name="f156" fmla="*/ f127 1 f91"/>
              <a:gd name="f157" fmla="*/ f128 1 f92"/>
              <a:gd name="f158" fmla="*/ f129 1 f91"/>
              <a:gd name="f159" fmla="*/ f130 1 f92"/>
              <a:gd name="f160" fmla="*/ f131 1 f92"/>
              <a:gd name="f161" fmla="*/ f132 1 f91"/>
              <a:gd name="f162" fmla="*/ f133 1 f91"/>
              <a:gd name="f163" fmla="*/ f134 1 f92"/>
              <a:gd name="f164" fmla="*/ f135 1 f91"/>
              <a:gd name="f165" fmla="*/ f136 1 f92"/>
              <a:gd name="f166" fmla="*/ f137 1 f91"/>
              <a:gd name="f167" fmla="*/ f138 1 f92"/>
              <a:gd name="f168" fmla="*/ f139 1 f91"/>
              <a:gd name="f169" fmla="*/ f140 1 f92"/>
              <a:gd name="f170" fmla="*/ f141 1 f91"/>
              <a:gd name="f171" fmla="*/ f142 1 f91"/>
              <a:gd name="f172" fmla="*/ f143 1 f92"/>
              <a:gd name="f173" fmla="*/ f144 f82 1"/>
              <a:gd name="f174" fmla="*/ f145 f82 1"/>
              <a:gd name="f175" fmla="*/ f147 f83 1"/>
              <a:gd name="f176" fmla="*/ f146 f83 1"/>
              <a:gd name="f177" fmla="*/ f148 f82 1"/>
              <a:gd name="f178" fmla="*/ f149 f83 1"/>
              <a:gd name="f179" fmla="*/ f150 f82 1"/>
              <a:gd name="f180" fmla="*/ f151 f83 1"/>
              <a:gd name="f181" fmla="*/ f152 f82 1"/>
              <a:gd name="f182" fmla="*/ f153 f83 1"/>
              <a:gd name="f183" fmla="*/ f154 f82 1"/>
              <a:gd name="f184" fmla="*/ f155 f83 1"/>
              <a:gd name="f185" fmla="*/ f156 f82 1"/>
              <a:gd name="f186" fmla="*/ f157 f83 1"/>
              <a:gd name="f187" fmla="*/ f158 f82 1"/>
              <a:gd name="f188" fmla="*/ f159 f83 1"/>
              <a:gd name="f189" fmla="*/ f160 f83 1"/>
              <a:gd name="f190" fmla="*/ f161 f82 1"/>
              <a:gd name="f191" fmla="*/ f162 f82 1"/>
              <a:gd name="f192" fmla="*/ f163 f83 1"/>
              <a:gd name="f193" fmla="*/ f164 f82 1"/>
              <a:gd name="f194" fmla="*/ f165 f83 1"/>
              <a:gd name="f195" fmla="*/ f166 f82 1"/>
              <a:gd name="f196" fmla="*/ f167 f83 1"/>
              <a:gd name="f197" fmla="*/ f168 f82 1"/>
              <a:gd name="f198" fmla="*/ f169 f83 1"/>
              <a:gd name="f199" fmla="*/ f170 f82 1"/>
              <a:gd name="f200" fmla="*/ f171 f82 1"/>
              <a:gd name="f201" fmla="*/ f172 f8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18">
                <a:pos x="f177" y="f178"/>
              </a:cxn>
              <a:cxn ang="f118">
                <a:pos x="f179" y="f180"/>
              </a:cxn>
              <a:cxn ang="f118">
                <a:pos x="f181" y="f182"/>
              </a:cxn>
              <a:cxn ang="f118">
                <a:pos x="f183" y="f184"/>
              </a:cxn>
              <a:cxn ang="f118">
                <a:pos x="f185" y="f186"/>
              </a:cxn>
              <a:cxn ang="f118">
                <a:pos x="f187" y="f188"/>
              </a:cxn>
              <a:cxn ang="f118">
                <a:pos x="f185" y="f189"/>
              </a:cxn>
              <a:cxn ang="f118">
                <a:pos x="f190" y="f189"/>
              </a:cxn>
              <a:cxn ang="f118">
                <a:pos x="f191" y="f192"/>
              </a:cxn>
              <a:cxn ang="f118">
                <a:pos x="f193" y="f194"/>
              </a:cxn>
              <a:cxn ang="f118">
                <a:pos x="f195" y="f196"/>
              </a:cxn>
              <a:cxn ang="f118">
                <a:pos x="f197" y="f198"/>
              </a:cxn>
              <a:cxn ang="f118">
                <a:pos x="f199" y="f198"/>
              </a:cxn>
              <a:cxn ang="f118">
                <a:pos x="f200" y="f188"/>
              </a:cxn>
              <a:cxn ang="f118">
                <a:pos x="f199" y="f201"/>
              </a:cxn>
              <a:cxn ang="f118">
                <a:pos x="f177" y="f178"/>
              </a:cxn>
            </a:cxnLst>
            <a:rect l="f173" t="f176" r="f174" b="f175"/>
            <a:pathLst>
              <a:path w="495910" h="494461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13" y="f21"/>
                  <a:pt x="f22" y="f23"/>
                  <a:pt x="f24" y="f25"/>
                </a:cubicBezTo>
                <a:cubicBezTo>
                  <a:pt x="f26" y="f27"/>
                  <a:pt x="f28" y="f29"/>
                  <a:pt x="f30" y="f31"/>
                </a:cubicBezTo>
                <a:cubicBezTo>
                  <a:pt x="f32" y="f33"/>
                  <a:pt x="f34" y="f35"/>
                  <a:pt x="f34" y="f36"/>
                </a:cubicBezTo>
                <a:cubicBezTo>
                  <a:pt x="f34" y="f37"/>
                  <a:pt x="f32" y="f38"/>
                  <a:pt x="f30" y="f39"/>
                </a:cubicBezTo>
                <a:cubicBezTo>
                  <a:pt x="f40" y="f41"/>
                  <a:pt x="f42" y="f41"/>
                  <a:pt x="f43" y="f39"/>
                </a:cubicBezTo>
                <a:cubicBezTo>
                  <a:pt x="f44" y="f45"/>
                  <a:pt x="f46" y="f47"/>
                  <a:pt x="f48" y="f49"/>
                </a:cubicBezTo>
                <a:cubicBezTo>
                  <a:pt x="f50" y="f51"/>
                  <a:pt x="f52" y="f53"/>
                  <a:pt x="f54" y="f55"/>
                </a:cubicBezTo>
                <a:cubicBezTo>
                  <a:pt x="f56" y="f57"/>
                  <a:pt x="f58" y="f59"/>
                  <a:pt x="f60" y="f61"/>
                </a:cubicBezTo>
                <a:cubicBezTo>
                  <a:pt x="f62" y="f63"/>
                  <a:pt x="f64" y="f65"/>
                  <a:pt x="f66" y="f67"/>
                </a:cubicBezTo>
                <a:cubicBezTo>
                  <a:pt x="f68" y="f69"/>
                  <a:pt x="f70" y="f69"/>
                  <a:pt x="f71" y="f67"/>
                </a:cubicBezTo>
                <a:cubicBezTo>
                  <a:pt x="f72" y="f73"/>
                  <a:pt x="f74" y="f75"/>
                  <a:pt x="f74" y="f36"/>
                </a:cubicBezTo>
                <a:cubicBezTo>
                  <a:pt x="f74" y="f76"/>
                  <a:pt x="f72" y="f57"/>
                  <a:pt x="f71" y="f77"/>
                </a:cubicBezTo>
                <a:cubicBezTo>
                  <a:pt x="f78" y="f79"/>
                  <a:pt x="f80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6" name="Freeform: Shape 149">
            <a:extLst>
              <a:ext uri="{FF2B5EF4-FFF2-40B4-BE49-F238E27FC236}">
                <a16:creationId xmlns:a16="http://schemas.microsoft.com/office/drawing/2014/main" id="{5BEDFE4E-9307-903E-0663-30F219DDD216}"/>
              </a:ext>
            </a:extLst>
          </p:cNvPr>
          <p:cNvSpPr/>
          <p:nvPr/>
        </p:nvSpPr>
        <p:spPr>
          <a:xfrm>
            <a:off x="9591896" y="4943766"/>
            <a:ext cx="100898" cy="9233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53313"/>
              <a:gd name="f7" fmla="val 255374"/>
              <a:gd name="f8" fmla="val 128243"/>
              <a:gd name="f9" fmla="val 255375"/>
              <a:gd name="f10" fmla="val 121263"/>
              <a:gd name="f11" fmla="val 111956"/>
              <a:gd name="f12" fmla="val 104975"/>
              <a:gd name="f13" fmla="val 253048"/>
              <a:gd name="f14" fmla="val 97994"/>
              <a:gd name="f15" fmla="val 250721"/>
              <a:gd name="f16" fmla="val 93340"/>
              <a:gd name="f17" fmla="val 243741"/>
              <a:gd name="f18" fmla="val 236760"/>
              <a:gd name="f19" fmla="val 95667"/>
              <a:gd name="f20" fmla="val 229779"/>
              <a:gd name="f21" fmla="val 102648"/>
              <a:gd name="f22" fmla="val 225126"/>
              <a:gd name="f23" fmla="val 109629"/>
              <a:gd name="f24" fmla="val 142205"/>
              <a:gd name="f25" fmla="val 232106"/>
              <a:gd name="f26" fmla="val 174781"/>
              <a:gd name="f27" fmla="val 220472"/>
              <a:gd name="f28" fmla="val 198050"/>
              <a:gd name="f29" fmla="val 197203"/>
              <a:gd name="f30" fmla="val 235280"/>
              <a:gd name="f31" fmla="val 159973"/>
              <a:gd name="f32" fmla="val 97147"/>
              <a:gd name="f33" fmla="val 57590"/>
              <a:gd name="f34" fmla="val 160820"/>
              <a:gd name="f35" fmla="val 18033"/>
              <a:gd name="f36" fmla="val 20360"/>
              <a:gd name="f37" fmla="val 58437"/>
              <a:gd name="f38" fmla="val 30515"/>
              <a:gd name="f39" fmla="val 85513"/>
              <a:gd name="f40" fmla="val 23534"/>
              <a:gd name="f41" fmla="val 125070"/>
              <a:gd name="f42" fmla="val 35168"/>
              <a:gd name="f43" fmla="val 37495"/>
              <a:gd name="f44" fmla="val 166954"/>
              <a:gd name="f45" fmla="val 32841"/>
              <a:gd name="f46" fmla="val 176261"/>
              <a:gd name="f47" fmla="val 25861"/>
              <a:gd name="f48" fmla="val 178588"/>
              <a:gd name="f49" fmla="val 18881"/>
              <a:gd name="f50" fmla="val 180915"/>
              <a:gd name="f51" fmla="val 9572"/>
              <a:gd name="f52" fmla="val 7246"/>
              <a:gd name="f53" fmla="val 169280"/>
              <a:gd name="f54" fmla="val -9042"/>
              <a:gd name="f55" fmla="val 122743"/>
              <a:gd name="f56" fmla="val 2592"/>
              <a:gd name="f57" fmla="val 71552"/>
              <a:gd name="f58" fmla="val 36648"/>
              <a:gd name="f59" fmla="val 86360"/>
              <a:gd name="f60" fmla="val -12216"/>
              <a:gd name="f61" fmla="val 167801"/>
              <a:gd name="f62" fmla="val 216665"/>
              <a:gd name="f63" fmla="val 265529"/>
              <a:gd name="f64" fmla="val 215818"/>
              <a:gd name="f65" fmla="val 193397"/>
              <a:gd name="f66" fmla="val 241414"/>
              <a:gd name="f67" fmla="+- 0 0 -90"/>
              <a:gd name="f68" fmla="*/ f3 1 253313"/>
              <a:gd name="f69" fmla="*/ f4 1 255374"/>
              <a:gd name="f70" fmla="val f5"/>
              <a:gd name="f71" fmla="val f6"/>
              <a:gd name="f72" fmla="val f7"/>
              <a:gd name="f73" fmla="*/ f67 f0 1"/>
              <a:gd name="f74" fmla="+- f72 0 f70"/>
              <a:gd name="f75" fmla="+- f71 0 f70"/>
              <a:gd name="f76" fmla="*/ f73 1 f2"/>
              <a:gd name="f77" fmla="*/ f75 1 253313"/>
              <a:gd name="f78" fmla="*/ f74 1 255374"/>
              <a:gd name="f79" fmla="*/ 128243 f75 1"/>
              <a:gd name="f80" fmla="*/ 255375 f74 1"/>
              <a:gd name="f81" fmla="*/ 104975 f75 1"/>
              <a:gd name="f82" fmla="*/ 253048 f74 1"/>
              <a:gd name="f83" fmla="*/ 93340 f75 1"/>
              <a:gd name="f84" fmla="*/ 236760 f74 1"/>
              <a:gd name="f85" fmla="*/ 109629 f75 1"/>
              <a:gd name="f86" fmla="*/ 225126 f74 1"/>
              <a:gd name="f87" fmla="*/ 198050 f75 1"/>
              <a:gd name="f88" fmla="*/ 197203 f74 1"/>
              <a:gd name="f89" fmla="*/ 57590 f74 1"/>
              <a:gd name="f90" fmla="*/ 58437 f75 1"/>
              <a:gd name="f91" fmla="*/ 35168 f75 1"/>
              <a:gd name="f92" fmla="*/ 159973 f74 1"/>
              <a:gd name="f93" fmla="*/ 25861 f75 1"/>
              <a:gd name="f94" fmla="*/ 178588 f74 1"/>
              <a:gd name="f95" fmla="*/ 7246 f75 1"/>
              <a:gd name="f96" fmla="*/ 169280 f74 1"/>
              <a:gd name="f97" fmla="*/ 37495 f75 1"/>
              <a:gd name="f98" fmla="*/ 36648 f74 1"/>
              <a:gd name="f99" fmla="*/ 216665 f75 1"/>
              <a:gd name="f100" fmla="*/ 215818 f74 1"/>
              <a:gd name="f101" fmla="+- f76 0 f1"/>
              <a:gd name="f102" fmla="*/ f79 1 253313"/>
              <a:gd name="f103" fmla="*/ f80 1 255374"/>
              <a:gd name="f104" fmla="*/ f81 1 253313"/>
              <a:gd name="f105" fmla="*/ f82 1 255374"/>
              <a:gd name="f106" fmla="*/ f83 1 253313"/>
              <a:gd name="f107" fmla="*/ f84 1 255374"/>
              <a:gd name="f108" fmla="*/ f85 1 253313"/>
              <a:gd name="f109" fmla="*/ f86 1 255374"/>
              <a:gd name="f110" fmla="*/ f87 1 253313"/>
              <a:gd name="f111" fmla="*/ f88 1 255374"/>
              <a:gd name="f112" fmla="*/ f89 1 255374"/>
              <a:gd name="f113" fmla="*/ f90 1 253313"/>
              <a:gd name="f114" fmla="*/ f91 1 253313"/>
              <a:gd name="f115" fmla="*/ f92 1 255374"/>
              <a:gd name="f116" fmla="*/ f93 1 253313"/>
              <a:gd name="f117" fmla="*/ f94 1 255374"/>
              <a:gd name="f118" fmla="*/ f95 1 253313"/>
              <a:gd name="f119" fmla="*/ f96 1 255374"/>
              <a:gd name="f120" fmla="*/ f97 1 253313"/>
              <a:gd name="f121" fmla="*/ f98 1 255374"/>
              <a:gd name="f122" fmla="*/ f99 1 253313"/>
              <a:gd name="f123" fmla="*/ f100 1 255374"/>
              <a:gd name="f124" fmla="*/ f70 1 f77"/>
              <a:gd name="f125" fmla="*/ f71 1 f77"/>
              <a:gd name="f126" fmla="*/ f70 1 f78"/>
              <a:gd name="f127" fmla="*/ f72 1 f78"/>
              <a:gd name="f128" fmla="*/ f102 1 f77"/>
              <a:gd name="f129" fmla="*/ f103 1 f78"/>
              <a:gd name="f130" fmla="*/ f104 1 f77"/>
              <a:gd name="f131" fmla="*/ f105 1 f78"/>
              <a:gd name="f132" fmla="*/ f106 1 f77"/>
              <a:gd name="f133" fmla="*/ f107 1 f78"/>
              <a:gd name="f134" fmla="*/ f108 1 f77"/>
              <a:gd name="f135" fmla="*/ f109 1 f78"/>
              <a:gd name="f136" fmla="*/ f110 1 f77"/>
              <a:gd name="f137" fmla="*/ f111 1 f78"/>
              <a:gd name="f138" fmla="*/ f112 1 f78"/>
              <a:gd name="f139" fmla="*/ f113 1 f77"/>
              <a:gd name="f140" fmla="*/ f114 1 f77"/>
              <a:gd name="f141" fmla="*/ f115 1 f78"/>
              <a:gd name="f142" fmla="*/ f116 1 f77"/>
              <a:gd name="f143" fmla="*/ f117 1 f78"/>
              <a:gd name="f144" fmla="*/ f118 1 f77"/>
              <a:gd name="f145" fmla="*/ f119 1 f78"/>
              <a:gd name="f146" fmla="*/ f120 1 f77"/>
              <a:gd name="f147" fmla="*/ f121 1 f78"/>
              <a:gd name="f148" fmla="*/ f122 1 f77"/>
              <a:gd name="f149" fmla="*/ f123 1 f78"/>
              <a:gd name="f150" fmla="*/ f124 f68 1"/>
              <a:gd name="f151" fmla="*/ f125 f68 1"/>
              <a:gd name="f152" fmla="*/ f127 f69 1"/>
              <a:gd name="f153" fmla="*/ f126 f69 1"/>
              <a:gd name="f154" fmla="*/ f128 f68 1"/>
              <a:gd name="f155" fmla="*/ f129 f69 1"/>
              <a:gd name="f156" fmla="*/ f130 f68 1"/>
              <a:gd name="f157" fmla="*/ f131 f69 1"/>
              <a:gd name="f158" fmla="*/ f132 f68 1"/>
              <a:gd name="f159" fmla="*/ f133 f69 1"/>
              <a:gd name="f160" fmla="*/ f134 f68 1"/>
              <a:gd name="f161" fmla="*/ f135 f69 1"/>
              <a:gd name="f162" fmla="*/ f136 f68 1"/>
              <a:gd name="f163" fmla="*/ f137 f69 1"/>
              <a:gd name="f164" fmla="*/ f138 f69 1"/>
              <a:gd name="f165" fmla="*/ f139 f68 1"/>
              <a:gd name="f166" fmla="*/ f140 f68 1"/>
              <a:gd name="f167" fmla="*/ f141 f69 1"/>
              <a:gd name="f168" fmla="*/ f142 f68 1"/>
              <a:gd name="f169" fmla="*/ f143 f69 1"/>
              <a:gd name="f170" fmla="*/ f144 f68 1"/>
              <a:gd name="f171" fmla="*/ f145 f69 1"/>
              <a:gd name="f172" fmla="*/ f146 f68 1"/>
              <a:gd name="f173" fmla="*/ f147 f69 1"/>
              <a:gd name="f174" fmla="*/ f148 f68 1"/>
              <a:gd name="f175" fmla="*/ f149 f6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01">
                <a:pos x="f154" y="f155"/>
              </a:cxn>
              <a:cxn ang="f101">
                <a:pos x="f156" y="f157"/>
              </a:cxn>
              <a:cxn ang="f101">
                <a:pos x="f158" y="f159"/>
              </a:cxn>
              <a:cxn ang="f101">
                <a:pos x="f160" y="f161"/>
              </a:cxn>
              <a:cxn ang="f101">
                <a:pos x="f162" y="f163"/>
              </a:cxn>
              <a:cxn ang="f101">
                <a:pos x="f162" y="f164"/>
              </a:cxn>
              <a:cxn ang="f101">
                <a:pos x="f165" y="f164"/>
              </a:cxn>
              <a:cxn ang="f101">
                <a:pos x="f166" y="f167"/>
              </a:cxn>
              <a:cxn ang="f101">
                <a:pos x="f168" y="f169"/>
              </a:cxn>
              <a:cxn ang="f101">
                <a:pos x="f170" y="f171"/>
              </a:cxn>
              <a:cxn ang="f101">
                <a:pos x="f172" y="f173"/>
              </a:cxn>
              <a:cxn ang="f101">
                <a:pos x="f174" y="f173"/>
              </a:cxn>
              <a:cxn ang="f101">
                <a:pos x="f174" y="f175"/>
              </a:cxn>
              <a:cxn ang="f101">
                <a:pos x="f154" y="f155"/>
              </a:cxn>
            </a:cxnLst>
            <a:rect l="f150" t="f153" r="f151" b="f152"/>
            <a:pathLst>
              <a:path w="253313" h="255374">
                <a:moveTo>
                  <a:pt x="f8" y="f9"/>
                </a:moveTo>
                <a:cubicBezTo>
                  <a:pt x="f10" y="f9"/>
                  <a:pt x="f11" y="f9"/>
                  <a:pt x="f12" y="f13"/>
                </a:cubicBezTo>
                <a:cubicBezTo>
                  <a:pt x="f14" y="f15"/>
                  <a:pt x="f16" y="f17"/>
                  <a:pt x="f16" y="f18"/>
                </a:cubicBezTo>
                <a:cubicBezTo>
                  <a:pt x="f19" y="f20"/>
                  <a:pt x="f21" y="f22"/>
                  <a:pt x="f23" y="f22"/>
                </a:cubicBezTo>
                <a:cubicBezTo>
                  <a:pt x="f24" y="f25"/>
                  <a:pt x="f26" y="f27"/>
                  <a:pt x="f28" y="f29"/>
                </a:cubicBezTo>
                <a:cubicBezTo>
                  <a:pt x="f30" y="f31"/>
                  <a:pt x="f30" y="f32"/>
                  <a:pt x="f28" y="f33"/>
                </a:cubicBezTo>
                <a:cubicBezTo>
                  <a:pt x="f34" y="f35"/>
                  <a:pt x="f14" y="f36"/>
                  <a:pt x="f37" y="f33"/>
                </a:cubicBezTo>
                <a:cubicBezTo>
                  <a:pt x="f38" y="f39"/>
                  <a:pt x="f40" y="f41"/>
                  <a:pt x="f42" y="f31"/>
                </a:cubicBezTo>
                <a:cubicBezTo>
                  <a:pt x="f43" y="f44"/>
                  <a:pt x="f45" y="f46"/>
                  <a:pt x="f47" y="f48"/>
                </a:cubicBezTo>
                <a:cubicBezTo>
                  <a:pt x="f49" y="f50"/>
                  <a:pt x="f51" y="f46"/>
                  <a:pt x="f52" y="f53"/>
                </a:cubicBezTo>
                <a:cubicBezTo>
                  <a:pt x="f54" y="f55"/>
                  <a:pt x="f56" y="f57"/>
                  <a:pt x="f43" y="f58"/>
                </a:cubicBezTo>
                <a:cubicBezTo>
                  <a:pt x="f59" y="f60"/>
                  <a:pt x="f61" y="f60"/>
                  <a:pt x="f62" y="f58"/>
                </a:cubicBezTo>
                <a:cubicBezTo>
                  <a:pt x="f63" y="f39"/>
                  <a:pt x="f63" y="f44"/>
                  <a:pt x="f62" y="f64"/>
                </a:cubicBezTo>
                <a:cubicBezTo>
                  <a:pt x="f65" y="f66"/>
                  <a:pt x="f34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7" name="Freeform: Shape 150">
            <a:extLst>
              <a:ext uri="{FF2B5EF4-FFF2-40B4-BE49-F238E27FC236}">
                <a16:creationId xmlns:a16="http://schemas.microsoft.com/office/drawing/2014/main" id="{0333E967-46A0-6FA0-DA3D-9C9B77BBBA36}"/>
              </a:ext>
            </a:extLst>
          </p:cNvPr>
          <p:cNvSpPr/>
          <p:nvPr/>
        </p:nvSpPr>
        <p:spPr>
          <a:xfrm>
            <a:off x="9498856" y="4984358"/>
            <a:ext cx="150149" cy="13670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76954"/>
              <a:gd name="f7" fmla="val 378117"/>
              <a:gd name="f8" fmla="val 12798"/>
              <a:gd name="f9" fmla="val 378118"/>
              <a:gd name="f10" fmla="val 8144"/>
              <a:gd name="f11" fmla="val 5817"/>
              <a:gd name="f12" fmla="val 375791"/>
              <a:gd name="f13" fmla="val 3490"/>
              <a:gd name="f14" fmla="val 373464"/>
              <a:gd name="f15" fmla="val -1163"/>
              <a:gd name="f16" fmla="val 368810"/>
              <a:gd name="f17" fmla="val 359503"/>
              <a:gd name="f18" fmla="val 352522"/>
              <a:gd name="f19" fmla="val 357176"/>
              <a:gd name="f20" fmla="val 366484"/>
              <a:gd name="f21" fmla="val 17452"/>
              <a:gd name="f22" fmla="val 24432"/>
              <a:gd name="f23" fmla="val 19778"/>
              <a:gd name="f24" fmla="+- 0 0 -90"/>
              <a:gd name="f25" fmla="*/ f3 1 376954"/>
              <a:gd name="f26" fmla="*/ f4 1 378117"/>
              <a:gd name="f27" fmla="val f5"/>
              <a:gd name="f28" fmla="val f6"/>
              <a:gd name="f29" fmla="val f7"/>
              <a:gd name="f30" fmla="*/ f24 f0 1"/>
              <a:gd name="f31" fmla="+- f29 0 f27"/>
              <a:gd name="f32" fmla="+- f28 0 f27"/>
              <a:gd name="f33" fmla="*/ f30 1 f2"/>
              <a:gd name="f34" fmla="*/ f32 1 376954"/>
              <a:gd name="f35" fmla="*/ f31 1 378117"/>
              <a:gd name="f36" fmla="*/ 12798 f32 1"/>
              <a:gd name="f37" fmla="*/ 378118 f31 1"/>
              <a:gd name="f38" fmla="*/ 3490 f32 1"/>
              <a:gd name="f39" fmla="*/ 373464 f31 1"/>
              <a:gd name="f40" fmla="*/ 352522 f31 1"/>
              <a:gd name="f41" fmla="*/ 352522 f32 1"/>
              <a:gd name="f42" fmla="*/ 3490 f31 1"/>
              <a:gd name="f43" fmla="*/ 373464 f32 1"/>
              <a:gd name="f44" fmla="*/ 24432 f31 1"/>
              <a:gd name="f45" fmla="*/ 24432 f32 1"/>
              <a:gd name="f46" fmla="+- f33 0 f1"/>
              <a:gd name="f47" fmla="*/ f36 1 376954"/>
              <a:gd name="f48" fmla="*/ f37 1 378117"/>
              <a:gd name="f49" fmla="*/ f38 1 376954"/>
              <a:gd name="f50" fmla="*/ f39 1 378117"/>
              <a:gd name="f51" fmla="*/ f40 1 378117"/>
              <a:gd name="f52" fmla="*/ f41 1 376954"/>
              <a:gd name="f53" fmla="*/ f42 1 378117"/>
              <a:gd name="f54" fmla="*/ f43 1 376954"/>
              <a:gd name="f55" fmla="*/ f44 1 378117"/>
              <a:gd name="f56" fmla="*/ f45 1 376954"/>
              <a:gd name="f57" fmla="*/ f27 1 f34"/>
              <a:gd name="f58" fmla="*/ f28 1 f34"/>
              <a:gd name="f59" fmla="*/ f27 1 f35"/>
              <a:gd name="f60" fmla="*/ f29 1 f35"/>
              <a:gd name="f61" fmla="*/ f47 1 f34"/>
              <a:gd name="f62" fmla="*/ f48 1 f35"/>
              <a:gd name="f63" fmla="*/ f49 1 f34"/>
              <a:gd name="f64" fmla="*/ f50 1 f35"/>
              <a:gd name="f65" fmla="*/ f51 1 f35"/>
              <a:gd name="f66" fmla="*/ f52 1 f34"/>
              <a:gd name="f67" fmla="*/ f53 1 f35"/>
              <a:gd name="f68" fmla="*/ f54 1 f34"/>
              <a:gd name="f69" fmla="*/ f55 1 f35"/>
              <a:gd name="f70" fmla="*/ f56 1 f34"/>
              <a:gd name="f71" fmla="*/ f57 f25 1"/>
              <a:gd name="f72" fmla="*/ f58 f25 1"/>
              <a:gd name="f73" fmla="*/ f60 f26 1"/>
              <a:gd name="f74" fmla="*/ f59 f26 1"/>
              <a:gd name="f75" fmla="*/ f61 f25 1"/>
              <a:gd name="f76" fmla="*/ f62 f26 1"/>
              <a:gd name="f77" fmla="*/ f63 f25 1"/>
              <a:gd name="f78" fmla="*/ f64 f26 1"/>
              <a:gd name="f79" fmla="*/ f65 f26 1"/>
              <a:gd name="f80" fmla="*/ f66 f25 1"/>
              <a:gd name="f81" fmla="*/ f67 f26 1"/>
              <a:gd name="f82" fmla="*/ f68 f25 1"/>
              <a:gd name="f83" fmla="*/ f69 f26 1"/>
              <a:gd name="f84" fmla="*/ f70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5" y="f76"/>
              </a:cxn>
              <a:cxn ang="f46">
                <a:pos x="f77" y="f78"/>
              </a:cxn>
              <a:cxn ang="f46">
                <a:pos x="f77" y="f79"/>
              </a:cxn>
              <a:cxn ang="f46">
                <a:pos x="f80" y="f81"/>
              </a:cxn>
              <a:cxn ang="f46">
                <a:pos x="f82" y="f81"/>
              </a:cxn>
              <a:cxn ang="f46">
                <a:pos x="f82" y="f83"/>
              </a:cxn>
              <a:cxn ang="f46">
                <a:pos x="f84" y="f78"/>
              </a:cxn>
              <a:cxn ang="f46">
                <a:pos x="f75" y="f76"/>
              </a:cxn>
            </a:cxnLst>
            <a:rect l="f71" t="f74" r="f72" b="f73"/>
            <a:pathLst>
              <a:path w="376954" h="378117">
                <a:moveTo>
                  <a:pt x="f8" y="f9"/>
                </a:moveTo>
                <a:cubicBezTo>
                  <a:pt x="f10" y="f9"/>
                  <a:pt x="f11" y="f12"/>
                  <a:pt x="f13" y="f14"/>
                </a:cubicBezTo>
                <a:cubicBezTo>
                  <a:pt x="f15" y="f16"/>
                  <a:pt x="f15" y="f17"/>
                  <a:pt x="f13" y="f18"/>
                </a:cubicBezTo>
                <a:lnTo>
                  <a:pt x="f18" y="f13"/>
                </a:lnTo>
                <a:cubicBezTo>
                  <a:pt x="f19" y="f15"/>
                  <a:pt x="f20" y="f15"/>
                  <a:pt x="f14" y="f13"/>
                </a:cubicBezTo>
                <a:cubicBezTo>
                  <a:pt x="f9" y="f10"/>
                  <a:pt x="f9" y="f21"/>
                  <a:pt x="f14" y="f22"/>
                </a:cubicBezTo>
                <a:lnTo>
                  <a:pt x="f22" y="f14"/>
                </a:lnTo>
                <a:cubicBezTo>
                  <a:pt x="f23" y="f9"/>
                  <a:pt x="f21" y="f9"/>
                  <a:pt x="f8" y="f9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8" name="Freeform: Shape 151">
            <a:extLst>
              <a:ext uri="{FF2B5EF4-FFF2-40B4-BE49-F238E27FC236}">
                <a16:creationId xmlns:a16="http://schemas.microsoft.com/office/drawing/2014/main" id="{A4F9BED1-F946-D1D5-146F-F84BD7BF0C94}"/>
              </a:ext>
            </a:extLst>
          </p:cNvPr>
          <p:cNvSpPr/>
          <p:nvPr/>
        </p:nvSpPr>
        <p:spPr>
          <a:xfrm>
            <a:off x="9623272" y="4978575"/>
            <a:ext cx="34217" cy="2303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5901"/>
              <a:gd name="f7" fmla="val 63698"/>
              <a:gd name="f8" fmla="val 33182"/>
              <a:gd name="f9" fmla="val 28528"/>
              <a:gd name="f10" fmla="val 26201"/>
              <a:gd name="f11" fmla="val 61371"/>
              <a:gd name="f12" fmla="val 23874"/>
              <a:gd name="f13" fmla="val 59045"/>
              <a:gd name="f14" fmla="val 19221"/>
              <a:gd name="f15" fmla="val 54391"/>
              <a:gd name="f16" fmla="val 45083"/>
              <a:gd name="f17" fmla="val 40430"/>
              <a:gd name="f18" fmla="val 16894"/>
              <a:gd name="f19" fmla="val 42756"/>
              <a:gd name="f20" fmla="val 9913"/>
              <a:gd name="f21" fmla="val 605"/>
              <a:gd name="f22" fmla="val 33449"/>
              <a:gd name="f23" fmla="val -1721"/>
              <a:gd name="f24" fmla="val 26468"/>
              <a:gd name="f25" fmla="val 2932"/>
              <a:gd name="f26" fmla="val 17161"/>
              <a:gd name="f27" fmla="val 68085"/>
              <a:gd name="f28" fmla="val 873"/>
              <a:gd name="f29" fmla="val 75065"/>
              <a:gd name="f30" fmla="val -1454"/>
              <a:gd name="f31" fmla="val 79720"/>
              <a:gd name="f32" fmla="val 84373"/>
              <a:gd name="f33" fmla="val 7853"/>
              <a:gd name="f34" fmla="val 86700"/>
              <a:gd name="f35" fmla="val 12507"/>
              <a:gd name="f36" fmla="val 19488"/>
              <a:gd name="f37" fmla="val 82046"/>
              <a:gd name="f38" fmla="val 24141"/>
              <a:gd name="f39" fmla="val 44816"/>
              <a:gd name="f40" fmla="val 40162"/>
              <a:gd name="f41" fmla="val 35508"/>
              <a:gd name="f42" fmla="+- 0 0 -90"/>
              <a:gd name="f43" fmla="*/ f3 1 85901"/>
              <a:gd name="f44" fmla="*/ f4 1 63698"/>
              <a:gd name="f45" fmla="val f5"/>
              <a:gd name="f46" fmla="val f6"/>
              <a:gd name="f47" fmla="val f7"/>
              <a:gd name="f48" fmla="*/ f42 f0 1"/>
              <a:gd name="f49" fmla="+- f47 0 f45"/>
              <a:gd name="f50" fmla="+- f46 0 f45"/>
              <a:gd name="f51" fmla="*/ f48 1 f2"/>
              <a:gd name="f52" fmla="*/ f50 1 85901"/>
              <a:gd name="f53" fmla="*/ f49 1 63698"/>
              <a:gd name="f54" fmla="*/ 33182 f50 1"/>
              <a:gd name="f55" fmla="*/ 63698 f49 1"/>
              <a:gd name="f56" fmla="*/ 23874 f50 1"/>
              <a:gd name="f57" fmla="*/ 59045 f49 1"/>
              <a:gd name="f58" fmla="*/ 40430 f49 1"/>
              <a:gd name="f59" fmla="*/ 16894 f50 1"/>
              <a:gd name="f60" fmla="*/ 42756 f49 1"/>
              <a:gd name="f61" fmla="*/ 605 f50 1"/>
              <a:gd name="f62" fmla="*/ 33449 f49 1"/>
              <a:gd name="f63" fmla="*/ 9913 f50 1"/>
              <a:gd name="f64" fmla="*/ 17161 f49 1"/>
              <a:gd name="f65" fmla="*/ 68085 f50 1"/>
              <a:gd name="f66" fmla="*/ 873 f49 1"/>
              <a:gd name="f67" fmla="*/ 84373 f50 1"/>
              <a:gd name="f68" fmla="*/ 7853 f49 1"/>
              <a:gd name="f69" fmla="*/ 82046 f50 1"/>
              <a:gd name="f70" fmla="*/ 24141 f49 1"/>
              <a:gd name="f71" fmla="*/ 44816 f50 1"/>
              <a:gd name="f72" fmla="*/ 61371 f49 1"/>
              <a:gd name="f73" fmla="+- f51 0 f1"/>
              <a:gd name="f74" fmla="*/ f54 1 85901"/>
              <a:gd name="f75" fmla="*/ f55 1 63698"/>
              <a:gd name="f76" fmla="*/ f56 1 85901"/>
              <a:gd name="f77" fmla="*/ f57 1 63698"/>
              <a:gd name="f78" fmla="*/ f58 1 63698"/>
              <a:gd name="f79" fmla="*/ f59 1 85901"/>
              <a:gd name="f80" fmla="*/ f60 1 63698"/>
              <a:gd name="f81" fmla="*/ f61 1 85901"/>
              <a:gd name="f82" fmla="*/ f62 1 63698"/>
              <a:gd name="f83" fmla="*/ f63 1 85901"/>
              <a:gd name="f84" fmla="*/ f64 1 63698"/>
              <a:gd name="f85" fmla="*/ f65 1 85901"/>
              <a:gd name="f86" fmla="*/ f66 1 63698"/>
              <a:gd name="f87" fmla="*/ f67 1 85901"/>
              <a:gd name="f88" fmla="*/ f68 1 63698"/>
              <a:gd name="f89" fmla="*/ f69 1 85901"/>
              <a:gd name="f90" fmla="*/ f70 1 63698"/>
              <a:gd name="f91" fmla="*/ f71 1 85901"/>
              <a:gd name="f92" fmla="*/ f72 1 63698"/>
              <a:gd name="f93" fmla="*/ f45 1 f52"/>
              <a:gd name="f94" fmla="*/ f46 1 f52"/>
              <a:gd name="f95" fmla="*/ f45 1 f53"/>
              <a:gd name="f96" fmla="*/ f47 1 f53"/>
              <a:gd name="f97" fmla="*/ f74 1 f52"/>
              <a:gd name="f98" fmla="*/ f75 1 f53"/>
              <a:gd name="f99" fmla="*/ f76 1 f52"/>
              <a:gd name="f100" fmla="*/ f77 1 f53"/>
              <a:gd name="f101" fmla="*/ f78 1 f53"/>
              <a:gd name="f102" fmla="*/ f79 1 f52"/>
              <a:gd name="f103" fmla="*/ f80 1 f53"/>
              <a:gd name="f104" fmla="*/ f81 1 f52"/>
              <a:gd name="f105" fmla="*/ f82 1 f53"/>
              <a:gd name="f106" fmla="*/ f83 1 f52"/>
              <a:gd name="f107" fmla="*/ f84 1 f53"/>
              <a:gd name="f108" fmla="*/ f85 1 f52"/>
              <a:gd name="f109" fmla="*/ f86 1 f53"/>
              <a:gd name="f110" fmla="*/ f87 1 f52"/>
              <a:gd name="f111" fmla="*/ f88 1 f53"/>
              <a:gd name="f112" fmla="*/ f89 1 f52"/>
              <a:gd name="f113" fmla="*/ f90 1 f53"/>
              <a:gd name="f114" fmla="*/ f91 1 f52"/>
              <a:gd name="f115" fmla="*/ f92 1 f53"/>
              <a:gd name="f116" fmla="*/ f93 f43 1"/>
              <a:gd name="f117" fmla="*/ f94 f43 1"/>
              <a:gd name="f118" fmla="*/ f96 f44 1"/>
              <a:gd name="f119" fmla="*/ f95 f44 1"/>
              <a:gd name="f120" fmla="*/ f97 f43 1"/>
              <a:gd name="f121" fmla="*/ f98 f44 1"/>
              <a:gd name="f122" fmla="*/ f99 f43 1"/>
              <a:gd name="f123" fmla="*/ f100 f44 1"/>
              <a:gd name="f124" fmla="*/ f101 f44 1"/>
              <a:gd name="f125" fmla="*/ f102 f43 1"/>
              <a:gd name="f126" fmla="*/ f103 f44 1"/>
              <a:gd name="f127" fmla="*/ f104 f43 1"/>
              <a:gd name="f128" fmla="*/ f105 f44 1"/>
              <a:gd name="f129" fmla="*/ f106 f43 1"/>
              <a:gd name="f130" fmla="*/ f107 f44 1"/>
              <a:gd name="f131" fmla="*/ f108 f43 1"/>
              <a:gd name="f132" fmla="*/ f109 f44 1"/>
              <a:gd name="f133" fmla="*/ f110 f43 1"/>
              <a:gd name="f134" fmla="*/ f111 f44 1"/>
              <a:gd name="f135" fmla="*/ f112 f43 1"/>
              <a:gd name="f136" fmla="*/ f113 f44 1"/>
              <a:gd name="f137" fmla="*/ f114 f43 1"/>
              <a:gd name="f138" fmla="*/ f115 f4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3">
                <a:pos x="f120" y="f121"/>
              </a:cxn>
              <a:cxn ang="f73">
                <a:pos x="f122" y="f123"/>
              </a:cxn>
              <a:cxn ang="f73">
                <a:pos x="f122" y="f124"/>
              </a:cxn>
              <a:cxn ang="f73">
                <a:pos x="f125" y="f126"/>
              </a:cxn>
              <a:cxn ang="f73">
                <a:pos x="f127" y="f128"/>
              </a:cxn>
              <a:cxn ang="f73">
                <a:pos x="f129" y="f130"/>
              </a:cxn>
              <a:cxn ang="f73">
                <a:pos x="f131" y="f132"/>
              </a:cxn>
              <a:cxn ang="f73">
                <a:pos x="f133" y="f134"/>
              </a:cxn>
              <a:cxn ang="f73">
                <a:pos x="f135" y="f136"/>
              </a:cxn>
              <a:cxn ang="f73">
                <a:pos x="f137" y="f138"/>
              </a:cxn>
              <a:cxn ang="f73">
                <a:pos x="f120" y="f121"/>
              </a:cxn>
            </a:cxnLst>
            <a:rect l="f116" t="f119" r="f117" b="f118"/>
            <a:pathLst>
              <a:path w="85901" h="63698">
                <a:moveTo>
                  <a:pt x="f8" y="f7"/>
                </a:moveTo>
                <a:cubicBezTo>
                  <a:pt x="f9" y="f7"/>
                  <a:pt x="f10" y="f11"/>
                  <a:pt x="f12" y="f13"/>
                </a:cubicBezTo>
                <a:cubicBezTo>
                  <a:pt x="f14" y="f15"/>
                  <a:pt x="f14" y="f16"/>
                  <a:pt x="f12" y="f17"/>
                </a:cubicBezTo>
                <a:lnTo>
                  <a:pt x="f18" y="f19"/>
                </a:lnTo>
                <a:cubicBezTo>
                  <a:pt x="f20" y="f16"/>
                  <a:pt x="f21" y="f17"/>
                  <a:pt x="f21" y="f22"/>
                </a:cubicBezTo>
                <a:cubicBezTo>
                  <a:pt x="f23" y="f24"/>
                  <a:pt x="f25" y="f26"/>
                  <a:pt x="f20" y="f26"/>
                </a:cubicBezTo>
                <a:lnTo>
                  <a:pt x="f27" y="f28"/>
                </a:lnTo>
                <a:cubicBezTo>
                  <a:pt x="f29" y="f30"/>
                  <a:pt x="f31" y="f28"/>
                  <a:pt x="f32" y="f33"/>
                </a:cubicBezTo>
                <a:cubicBezTo>
                  <a:pt x="f34" y="f35"/>
                  <a:pt x="f34" y="f36"/>
                  <a:pt x="f37" y="f38"/>
                </a:cubicBezTo>
                <a:lnTo>
                  <a:pt x="f39" y="f11"/>
                </a:lnTo>
                <a:cubicBezTo>
                  <a:pt x="f40" y="f11"/>
                  <a:pt x="f41" y="f7"/>
                  <a:pt x="f8" y="f7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9" name="Freeform: Shape 152">
            <a:extLst>
              <a:ext uri="{FF2B5EF4-FFF2-40B4-BE49-F238E27FC236}">
                <a16:creationId xmlns:a16="http://schemas.microsoft.com/office/drawing/2014/main" id="{2EA43200-3937-5C53-A17A-E34876BDE2F6}"/>
              </a:ext>
            </a:extLst>
          </p:cNvPr>
          <p:cNvSpPr/>
          <p:nvPr/>
        </p:nvSpPr>
        <p:spPr>
          <a:xfrm>
            <a:off x="9631391" y="4978334"/>
            <a:ext cx="25733" cy="3083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4607"/>
              <a:gd name="f7" fmla="val 85296"/>
              <a:gd name="f8" fmla="val 33740"/>
              <a:gd name="f9" fmla="val 31413"/>
              <a:gd name="f10" fmla="val 29086"/>
              <a:gd name="f11" fmla="val 22105"/>
              <a:gd name="f12" fmla="val 82969"/>
              <a:gd name="f13" fmla="val 17451"/>
              <a:gd name="f14" fmla="val 75989"/>
              <a:gd name="f15" fmla="val 19778"/>
              <a:gd name="f16" fmla="val 69008"/>
              <a:gd name="f17" fmla="val 62027"/>
              <a:gd name="f18" fmla="val 66681"/>
              <a:gd name="f19" fmla="val 8144"/>
              <a:gd name="f20" fmla="val 3490"/>
              <a:gd name="f21" fmla="val -1163"/>
              <a:gd name="f22" fmla="val 57374"/>
              <a:gd name="f23" fmla="val 48066"/>
              <a:gd name="f24" fmla="val 41085"/>
              <a:gd name="f25" fmla="val 40720"/>
              <a:gd name="f26" fmla="val 3855"/>
              <a:gd name="f27" fmla="val 45374"/>
              <a:gd name="f28" fmla="val -798"/>
              <a:gd name="f29" fmla="val 52355"/>
              <a:gd name="f30" fmla="val 57009"/>
              <a:gd name="f31" fmla="val 1528"/>
              <a:gd name="f32" fmla="val 61662"/>
              <a:gd name="f33" fmla="val 66316"/>
              <a:gd name="f34" fmla="val 10836"/>
              <a:gd name="f35" fmla="val 63989"/>
              <a:gd name="f36" fmla="val 17817"/>
              <a:gd name="f37" fmla="val 47701"/>
              <a:gd name="f38" fmla="val 80642"/>
              <a:gd name="f39" fmla="+- 0 0 -90"/>
              <a:gd name="f40" fmla="*/ f3 1 64607"/>
              <a:gd name="f41" fmla="*/ f4 1 85296"/>
              <a:gd name="f42" fmla="val f5"/>
              <a:gd name="f43" fmla="val f6"/>
              <a:gd name="f44" fmla="val f7"/>
              <a:gd name="f45" fmla="*/ f39 f0 1"/>
              <a:gd name="f46" fmla="+- f44 0 f42"/>
              <a:gd name="f47" fmla="+- f43 0 f42"/>
              <a:gd name="f48" fmla="*/ f45 1 f2"/>
              <a:gd name="f49" fmla="*/ f47 1 64607"/>
              <a:gd name="f50" fmla="*/ f46 1 85296"/>
              <a:gd name="f51" fmla="*/ 33740 f47 1"/>
              <a:gd name="f52" fmla="*/ 85296 f46 1"/>
              <a:gd name="f53" fmla="*/ 29086 f47 1"/>
              <a:gd name="f54" fmla="*/ 19778 f47 1"/>
              <a:gd name="f55" fmla="*/ 69008 f46 1"/>
              <a:gd name="f56" fmla="*/ 22105 f47 1"/>
              <a:gd name="f57" fmla="*/ 62027 f46 1"/>
              <a:gd name="f58" fmla="*/ 3490 f47 1"/>
              <a:gd name="f59" fmla="*/ 41085 f46 1"/>
              <a:gd name="f60" fmla="*/ 40720 f47 1"/>
              <a:gd name="f61" fmla="*/ 3855 f46 1"/>
              <a:gd name="f62" fmla="*/ 57009 f47 1"/>
              <a:gd name="f63" fmla="*/ 1528 f46 1"/>
              <a:gd name="f64" fmla="*/ 63989 f47 1"/>
              <a:gd name="f65" fmla="*/ 17817 f46 1"/>
              <a:gd name="f66" fmla="*/ 47701 f47 1"/>
              <a:gd name="f67" fmla="*/ 75989 f46 1"/>
              <a:gd name="f68" fmla="+- f48 0 f1"/>
              <a:gd name="f69" fmla="*/ f51 1 64607"/>
              <a:gd name="f70" fmla="*/ f52 1 85296"/>
              <a:gd name="f71" fmla="*/ f53 1 64607"/>
              <a:gd name="f72" fmla="*/ f54 1 64607"/>
              <a:gd name="f73" fmla="*/ f55 1 85296"/>
              <a:gd name="f74" fmla="*/ f56 1 64607"/>
              <a:gd name="f75" fmla="*/ f57 1 85296"/>
              <a:gd name="f76" fmla="*/ f58 1 64607"/>
              <a:gd name="f77" fmla="*/ f59 1 85296"/>
              <a:gd name="f78" fmla="*/ f60 1 64607"/>
              <a:gd name="f79" fmla="*/ f61 1 85296"/>
              <a:gd name="f80" fmla="*/ f62 1 64607"/>
              <a:gd name="f81" fmla="*/ f63 1 85296"/>
              <a:gd name="f82" fmla="*/ f64 1 64607"/>
              <a:gd name="f83" fmla="*/ f65 1 85296"/>
              <a:gd name="f84" fmla="*/ f66 1 64607"/>
              <a:gd name="f85" fmla="*/ f67 1 85296"/>
              <a:gd name="f86" fmla="*/ f42 1 f49"/>
              <a:gd name="f87" fmla="*/ f43 1 f49"/>
              <a:gd name="f88" fmla="*/ f42 1 f50"/>
              <a:gd name="f89" fmla="*/ f44 1 f50"/>
              <a:gd name="f90" fmla="*/ f69 1 f49"/>
              <a:gd name="f91" fmla="*/ f70 1 f50"/>
              <a:gd name="f92" fmla="*/ f71 1 f49"/>
              <a:gd name="f93" fmla="*/ f72 1 f49"/>
              <a:gd name="f94" fmla="*/ f73 1 f50"/>
              <a:gd name="f95" fmla="*/ f74 1 f49"/>
              <a:gd name="f96" fmla="*/ f75 1 f50"/>
              <a:gd name="f97" fmla="*/ f76 1 f49"/>
              <a:gd name="f98" fmla="*/ f77 1 f50"/>
              <a:gd name="f99" fmla="*/ f78 1 f49"/>
              <a:gd name="f100" fmla="*/ f79 1 f50"/>
              <a:gd name="f101" fmla="*/ f80 1 f49"/>
              <a:gd name="f102" fmla="*/ f81 1 f50"/>
              <a:gd name="f103" fmla="*/ f82 1 f49"/>
              <a:gd name="f104" fmla="*/ f83 1 f50"/>
              <a:gd name="f105" fmla="*/ f84 1 f49"/>
              <a:gd name="f106" fmla="*/ f85 1 f50"/>
              <a:gd name="f107" fmla="*/ f86 f40 1"/>
              <a:gd name="f108" fmla="*/ f87 f40 1"/>
              <a:gd name="f109" fmla="*/ f89 f41 1"/>
              <a:gd name="f110" fmla="*/ f88 f41 1"/>
              <a:gd name="f111" fmla="*/ f90 f40 1"/>
              <a:gd name="f112" fmla="*/ f91 f41 1"/>
              <a:gd name="f113" fmla="*/ f92 f40 1"/>
              <a:gd name="f114" fmla="*/ f93 f40 1"/>
              <a:gd name="f115" fmla="*/ f94 f41 1"/>
              <a:gd name="f116" fmla="*/ f95 f40 1"/>
              <a:gd name="f117" fmla="*/ f96 f41 1"/>
              <a:gd name="f118" fmla="*/ f97 f40 1"/>
              <a:gd name="f119" fmla="*/ f98 f41 1"/>
              <a:gd name="f120" fmla="*/ f99 f40 1"/>
              <a:gd name="f121" fmla="*/ f100 f41 1"/>
              <a:gd name="f122" fmla="*/ f101 f40 1"/>
              <a:gd name="f123" fmla="*/ f102 f41 1"/>
              <a:gd name="f124" fmla="*/ f103 f40 1"/>
              <a:gd name="f125" fmla="*/ f104 f41 1"/>
              <a:gd name="f126" fmla="*/ f105 f40 1"/>
              <a:gd name="f127" fmla="*/ f106 f4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8">
                <a:pos x="f111" y="f112"/>
              </a:cxn>
              <a:cxn ang="f68">
                <a:pos x="f113" y="f112"/>
              </a:cxn>
              <a:cxn ang="f68">
                <a:pos x="f114" y="f115"/>
              </a:cxn>
              <a:cxn ang="f68">
                <a:pos x="f116" y="f117"/>
              </a:cxn>
              <a:cxn ang="f68">
                <a:pos x="f118" y="f117"/>
              </a:cxn>
              <a:cxn ang="f68">
                <a:pos x="f118" y="f119"/>
              </a:cxn>
              <a:cxn ang="f68">
                <a:pos x="f120" y="f121"/>
              </a:cxn>
              <a:cxn ang="f68">
                <a:pos x="f122" y="f123"/>
              </a:cxn>
              <a:cxn ang="f68">
                <a:pos x="f124" y="f125"/>
              </a:cxn>
              <a:cxn ang="f68">
                <a:pos x="f126" y="f127"/>
              </a:cxn>
              <a:cxn ang="f68">
                <a:pos x="f111" y="f112"/>
              </a:cxn>
            </a:cxnLst>
            <a:rect l="f107" t="f110" r="f108" b="f109"/>
            <a:pathLst>
              <a:path w="64607" h="85296">
                <a:moveTo>
                  <a:pt x="f8" y="f7"/>
                </a:moveTo>
                <a:cubicBezTo>
                  <a:pt x="f9" y="f7"/>
                  <a:pt x="f9" y="f7"/>
                  <a:pt x="f10" y="f7"/>
                </a:cubicBezTo>
                <a:cubicBezTo>
                  <a:pt x="f11" y="f12"/>
                  <a:pt x="f13" y="f14"/>
                  <a:pt x="f15" y="f16"/>
                </a:cubicBezTo>
                <a:lnTo>
                  <a:pt x="f11" y="f17"/>
                </a:lnTo>
                <a:cubicBezTo>
                  <a:pt x="f13" y="f18"/>
                  <a:pt x="f19" y="f18"/>
                  <a:pt x="f20" y="f17"/>
                </a:cubicBezTo>
                <a:cubicBezTo>
                  <a:pt x="f21" y="f22"/>
                  <a:pt x="f21" y="f23"/>
                  <a:pt x="f20" y="f24"/>
                </a:cubicBezTo>
                <a:lnTo>
                  <a:pt x="f25" y="f26"/>
                </a:lnTo>
                <a:cubicBezTo>
                  <a:pt x="f27" y="f28"/>
                  <a:pt x="f29" y="f28"/>
                  <a:pt x="f30" y="f31"/>
                </a:cubicBezTo>
                <a:cubicBezTo>
                  <a:pt x="f32" y="f26"/>
                  <a:pt x="f33" y="f34"/>
                  <a:pt x="f35" y="f36"/>
                </a:cubicBezTo>
                <a:lnTo>
                  <a:pt x="f37" y="f14"/>
                </a:lnTo>
                <a:cubicBezTo>
                  <a:pt x="f27" y="f38"/>
                  <a:pt x="f25" y="f7"/>
                  <a:pt x="f8" y="f7"/>
                </a:cubicBez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0" name="Freeform: Shape 153">
            <a:extLst>
              <a:ext uri="{FF2B5EF4-FFF2-40B4-BE49-F238E27FC236}">
                <a16:creationId xmlns:a16="http://schemas.microsoft.com/office/drawing/2014/main" id="{C29D7682-5EB1-CE0F-44BD-C8F499B37448}"/>
              </a:ext>
            </a:extLst>
          </p:cNvPr>
          <p:cNvSpPr/>
          <p:nvPr/>
        </p:nvSpPr>
        <p:spPr>
          <a:xfrm>
            <a:off x="9468351" y="5078157"/>
            <a:ext cx="78235" cy="706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96421"/>
              <a:gd name="f7" fmla="val 195457"/>
              <a:gd name="f8" fmla="val 94039"/>
              <a:gd name="f9" fmla="val 195458"/>
              <a:gd name="f10" fmla="val 91712"/>
              <a:gd name="f11" fmla="val 89385"/>
              <a:gd name="f12" fmla="val 84731"/>
              <a:gd name="f13" fmla="val 193131"/>
              <a:gd name="f14" fmla="val 80078"/>
              <a:gd name="f15" fmla="val 188477"/>
              <a:gd name="f16" fmla="val 183824"/>
              <a:gd name="f17" fmla="val 75424"/>
              <a:gd name="f18" fmla="val 120998"/>
              <a:gd name="f19" fmla="val 12598"/>
              <a:gd name="f20" fmla="val 116344"/>
              <a:gd name="f21" fmla="val 7944"/>
              <a:gd name="f22" fmla="val 3291"/>
              <a:gd name="f23" fmla="val 111690"/>
              <a:gd name="f24" fmla="val 964"/>
              <a:gd name="f25" fmla="val 107037"/>
              <a:gd name="f26" fmla="val -1363"/>
              <a:gd name="f27" fmla="val 102383"/>
              <a:gd name="f28" fmla="val 95402"/>
              <a:gd name="f29" fmla="val 93075"/>
              <a:gd name="f30" fmla="val 4654"/>
              <a:gd name="f31" fmla="val 2327"/>
              <a:gd name="f32" fmla="val 98693"/>
              <a:gd name="f33" fmla="val 101019"/>
              <a:gd name="f34" fmla="val 180134"/>
              <a:gd name="f35" fmla="val 187114"/>
              <a:gd name="f36" fmla="val 194095"/>
              <a:gd name="f37" fmla="val 9308"/>
              <a:gd name="f38" fmla="val 16288"/>
              <a:gd name="f39" fmla="val 196422"/>
              <a:gd name="f40" fmla="val 100056"/>
              <a:gd name="f41" fmla="val 191768"/>
              <a:gd name="f42" fmla="val 104710"/>
              <a:gd name="f43" fmla="val 103346"/>
              <a:gd name="f44" fmla="val 45174"/>
              <a:gd name="f45" fmla="val 88421"/>
              <a:gd name="f46" fmla="val 90748"/>
              <a:gd name="f47" fmla="val 96366"/>
              <a:gd name="f48" fmla="val 97729"/>
              <a:gd name="f49" fmla="val 105673"/>
              <a:gd name="f50" fmla="val 148920"/>
              <a:gd name="f51" fmla="val 168499"/>
              <a:gd name="f52" fmla="val 86095"/>
              <a:gd name="f53" fmla="val 166172"/>
              <a:gd name="f54" fmla="val 27923"/>
              <a:gd name="f55" fmla="val 108000"/>
              <a:gd name="f56" fmla="val 25596"/>
              <a:gd name="f57" fmla="+- 0 0 -90"/>
              <a:gd name="f58" fmla="*/ f3 1 196421"/>
              <a:gd name="f59" fmla="*/ f4 1 195457"/>
              <a:gd name="f60" fmla="val f5"/>
              <a:gd name="f61" fmla="val f6"/>
              <a:gd name="f62" fmla="val f7"/>
              <a:gd name="f63" fmla="*/ f57 f0 1"/>
              <a:gd name="f64" fmla="+- f62 0 f60"/>
              <a:gd name="f65" fmla="+- f61 0 f60"/>
              <a:gd name="f66" fmla="*/ f63 1 f2"/>
              <a:gd name="f67" fmla="*/ f65 1 196421"/>
              <a:gd name="f68" fmla="*/ f64 1 195457"/>
              <a:gd name="f69" fmla="*/ 94039 f65 1"/>
              <a:gd name="f70" fmla="*/ 195458 f64 1"/>
              <a:gd name="f71" fmla="*/ 89385 f65 1"/>
              <a:gd name="f72" fmla="*/ 80078 f65 1"/>
              <a:gd name="f73" fmla="*/ 183824 f64 1"/>
              <a:gd name="f74" fmla="*/ 75424 f65 1"/>
              <a:gd name="f75" fmla="*/ 120998 f64 1"/>
              <a:gd name="f76" fmla="*/ 12598 f65 1"/>
              <a:gd name="f77" fmla="*/ 116344 f64 1"/>
              <a:gd name="f78" fmla="*/ 964 f65 1"/>
              <a:gd name="f79" fmla="*/ 107037 f64 1"/>
              <a:gd name="f80" fmla="*/ 3291 f65 1"/>
              <a:gd name="f81" fmla="*/ 93075 f64 1"/>
              <a:gd name="f82" fmla="*/ 91712 f65 1"/>
              <a:gd name="f83" fmla="*/ 4654 f64 1"/>
              <a:gd name="f84" fmla="*/ 101019 f65 1"/>
              <a:gd name="f85" fmla="*/ 0 f64 1"/>
              <a:gd name="f86" fmla="*/ 180134 f65 1"/>
              <a:gd name="f87" fmla="*/ 2327 f64 1"/>
              <a:gd name="f88" fmla="*/ 194095 f65 1"/>
              <a:gd name="f89" fmla="*/ 16288 f64 1"/>
              <a:gd name="f90" fmla="*/ 196422 f65 1"/>
              <a:gd name="f91" fmla="*/ 95402 f64 1"/>
              <a:gd name="f92" fmla="*/ 191768 f65 1"/>
              <a:gd name="f93" fmla="*/ 104710 f64 1"/>
              <a:gd name="f94" fmla="*/ 103346 f65 1"/>
              <a:gd name="f95" fmla="*/ 193131 f64 1"/>
              <a:gd name="f96" fmla="*/ 45174 f65 1"/>
              <a:gd name="f97" fmla="*/ 88421 f64 1"/>
              <a:gd name="f98" fmla="*/ 90748 f64 1"/>
              <a:gd name="f99" fmla="*/ 105673 f65 1"/>
              <a:gd name="f100" fmla="*/ 148920 f64 1"/>
              <a:gd name="f101" fmla="*/ 168499 f65 1"/>
              <a:gd name="f102" fmla="*/ 86095 f64 1"/>
              <a:gd name="f103" fmla="*/ 166172 f65 1"/>
              <a:gd name="f104" fmla="*/ 27923 f64 1"/>
              <a:gd name="f105" fmla="*/ 108000 f65 1"/>
              <a:gd name="f106" fmla="*/ 25596 f64 1"/>
              <a:gd name="f107" fmla="+- f66 0 f1"/>
              <a:gd name="f108" fmla="*/ f69 1 196421"/>
              <a:gd name="f109" fmla="*/ f70 1 195457"/>
              <a:gd name="f110" fmla="*/ f71 1 196421"/>
              <a:gd name="f111" fmla="*/ f72 1 196421"/>
              <a:gd name="f112" fmla="*/ f73 1 195457"/>
              <a:gd name="f113" fmla="*/ f74 1 196421"/>
              <a:gd name="f114" fmla="*/ f75 1 195457"/>
              <a:gd name="f115" fmla="*/ f76 1 196421"/>
              <a:gd name="f116" fmla="*/ f77 1 195457"/>
              <a:gd name="f117" fmla="*/ f78 1 196421"/>
              <a:gd name="f118" fmla="*/ f79 1 195457"/>
              <a:gd name="f119" fmla="*/ f80 1 196421"/>
              <a:gd name="f120" fmla="*/ f81 1 195457"/>
              <a:gd name="f121" fmla="*/ f82 1 196421"/>
              <a:gd name="f122" fmla="*/ f83 1 195457"/>
              <a:gd name="f123" fmla="*/ f84 1 196421"/>
              <a:gd name="f124" fmla="*/ f85 1 195457"/>
              <a:gd name="f125" fmla="*/ f86 1 196421"/>
              <a:gd name="f126" fmla="*/ f87 1 195457"/>
              <a:gd name="f127" fmla="*/ f88 1 196421"/>
              <a:gd name="f128" fmla="*/ f89 1 195457"/>
              <a:gd name="f129" fmla="*/ f90 1 196421"/>
              <a:gd name="f130" fmla="*/ f91 1 195457"/>
              <a:gd name="f131" fmla="*/ f92 1 196421"/>
              <a:gd name="f132" fmla="*/ f93 1 195457"/>
              <a:gd name="f133" fmla="*/ f94 1 196421"/>
              <a:gd name="f134" fmla="*/ f95 1 195457"/>
              <a:gd name="f135" fmla="*/ f96 1 196421"/>
              <a:gd name="f136" fmla="*/ f97 1 195457"/>
              <a:gd name="f137" fmla="*/ f98 1 195457"/>
              <a:gd name="f138" fmla="*/ f99 1 196421"/>
              <a:gd name="f139" fmla="*/ f100 1 195457"/>
              <a:gd name="f140" fmla="*/ f101 1 196421"/>
              <a:gd name="f141" fmla="*/ f102 1 195457"/>
              <a:gd name="f142" fmla="*/ f103 1 196421"/>
              <a:gd name="f143" fmla="*/ f104 1 195457"/>
              <a:gd name="f144" fmla="*/ f105 1 196421"/>
              <a:gd name="f145" fmla="*/ f106 1 195457"/>
              <a:gd name="f146" fmla="*/ f60 1 f67"/>
              <a:gd name="f147" fmla="*/ f61 1 f67"/>
              <a:gd name="f148" fmla="*/ f60 1 f68"/>
              <a:gd name="f149" fmla="*/ f62 1 f68"/>
              <a:gd name="f150" fmla="*/ f108 1 f67"/>
              <a:gd name="f151" fmla="*/ f109 1 f68"/>
              <a:gd name="f152" fmla="*/ f110 1 f67"/>
              <a:gd name="f153" fmla="*/ f111 1 f67"/>
              <a:gd name="f154" fmla="*/ f112 1 f68"/>
              <a:gd name="f155" fmla="*/ f113 1 f67"/>
              <a:gd name="f156" fmla="*/ f114 1 f68"/>
              <a:gd name="f157" fmla="*/ f115 1 f67"/>
              <a:gd name="f158" fmla="*/ f116 1 f68"/>
              <a:gd name="f159" fmla="*/ f117 1 f67"/>
              <a:gd name="f160" fmla="*/ f118 1 f68"/>
              <a:gd name="f161" fmla="*/ f119 1 f67"/>
              <a:gd name="f162" fmla="*/ f120 1 f68"/>
              <a:gd name="f163" fmla="*/ f121 1 f67"/>
              <a:gd name="f164" fmla="*/ f122 1 f68"/>
              <a:gd name="f165" fmla="*/ f123 1 f67"/>
              <a:gd name="f166" fmla="*/ f124 1 f68"/>
              <a:gd name="f167" fmla="*/ f125 1 f67"/>
              <a:gd name="f168" fmla="*/ f126 1 f68"/>
              <a:gd name="f169" fmla="*/ f127 1 f67"/>
              <a:gd name="f170" fmla="*/ f128 1 f68"/>
              <a:gd name="f171" fmla="*/ f129 1 f67"/>
              <a:gd name="f172" fmla="*/ f130 1 f68"/>
              <a:gd name="f173" fmla="*/ f131 1 f67"/>
              <a:gd name="f174" fmla="*/ f132 1 f68"/>
              <a:gd name="f175" fmla="*/ f133 1 f67"/>
              <a:gd name="f176" fmla="*/ f134 1 f68"/>
              <a:gd name="f177" fmla="*/ f135 1 f67"/>
              <a:gd name="f178" fmla="*/ f136 1 f68"/>
              <a:gd name="f179" fmla="*/ f137 1 f68"/>
              <a:gd name="f180" fmla="*/ f138 1 f67"/>
              <a:gd name="f181" fmla="*/ f139 1 f68"/>
              <a:gd name="f182" fmla="*/ f140 1 f67"/>
              <a:gd name="f183" fmla="*/ f141 1 f68"/>
              <a:gd name="f184" fmla="*/ f142 1 f67"/>
              <a:gd name="f185" fmla="*/ f143 1 f68"/>
              <a:gd name="f186" fmla="*/ f144 1 f67"/>
              <a:gd name="f187" fmla="*/ f145 1 f68"/>
              <a:gd name="f188" fmla="*/ f146 f58 1"/>
              <a:gd name="f189" fmla="*/ f147 f58 1"/>
              <a:gd name="f190" fmla="*/ f149 f59 1"/>
              <a:gd name="f191" fmla="*/ f148 f59 1"/>
              <a:gd name="f192" fmla="*/ f150 f58 1"/>
              <a:gd name="f193" fmla="*/ f151 f59 1"/>
              <a:gd name="f194" fmla="*/ f152 f58 1"/>
              <a:gd name="f195" fmla="*/ f153 f58 1"/>
              <a:gd name="f196" fmla="*/ f154 f59 1"/>
              <a:gd name="f197" fmla="*/ f155 f58 1"/>
              <a:gd name="f198" fmla="*/ f156 f59 1"/>
              <a:gd name="f199" fmla="*/ f157 f58 1"/>
              <a:gd name="f200" fmla="*/ f158 f59 1"/>
              <a:gd name="f201" fmla="*/ f159 f58 1"/>
              <a:gd name="f202" fmla="*/ f160 f59 1"/>
              <a:gd name="f203" fmla="*/ f161 f58 1"/>
              <a:gd name="f204" fmla="*/ f162 f59 1"/>
              <a:gd name="f205" fmla="*/ f163 f58 1"/>
              <a:gd name="f206" fmla="*/ f164 f59 1"/>
              <a:gd name="f207" fmla="*/ f165 f58 1"/>
              <a:gd name="f208" fmla="*/ f166 f59 1"/>
              <a:gd name="f209" fmla="*/ f167 f58 1"/>
              <a:gd name="f210" fmla="*/ f168 f59 1"/>
              <a:gd name="f211" fmla="*/ f169 f58 1"/>
              <a:gd name="f212" fmla="*/ f170 f59 1"/>
              <a:gd name="f213" fmla="*/ f171 f58 1"/>
              <a:gd name="f214" fmla="*/ f172 f59 1"/>
              <a:gd name="f215" fmla="*/ f173 f58 1"/>
              <a:gd name="f216" fmla="*/ f174 f59 1"/>
              <a:gd name="f217" fmla="*/ f175 f58 1"/>
              <a:gd name="f218" fmla="*/ f176 f59 1"/>
              <a:gd name="f219" fmla="*/ f177 f58 1"/>
              <a:gd name="f220" fmla="*/ f178 f59 1"/>
              <a:gd name="f221" fmla="*/ f179 f59 1"/>
              <a:gd name="f222" fmla="*/ f180 f58 1"/>
              <a:gd name="f223" fmla="*/ f181 f59 1"/>
              <a:gd name="f224" fmla="*/ f182 f58 1"/>
              <a:gd name="f225" fmla="*/ f183 f59 1"/>
              <a:gd name="f226" fmla="*/ f184 f58 1"/>
              <a:gd name="f227" fmla="*/ f185 f59 1"/>
              <a:gd name="f228" fmla="*/ f186 f58 1"/>
              <a:gd name="f229" fmla="*/ f187 f5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107">
                <a:pos x="f192" y="f193"/>
              </a:cxn>
              <a:cxn ang="f107">
                <a:pos x="f194" y="f193"/>
              </a:cxn>
              <a:cxn ang="f107">
                <a:pos x="f195" y="f196"/>
              </a:cxn>
              <a:cxn ang="f107">
                <a:pos x="f197" y="f198"/>
              </a:cxn>
              <a:cxn ang="f107">
                <a:pos x="f199" y="f200"/>
              </a:cxn>
              <a:cxn ang="f107">
                <a:pos x="f201" y="f202"/>
              </a:cxn>
              <a:cxn ang="f107">
                <a:pos x="f203" y="f204"/>
              </a:cxn>
              <a:cxn ang="f107">
                <a:pos x="f205" y="f206"/>
              </a:cxn>
              <a:cxn ang="f107">
                <a:pos x="f207" y="f208"/>
              </a:cxn>
              <a:cxn ang="f107">
                <a:pos x="f209" y="f210"/>
              </a:cxn>
              <a:cxn ang="f107">
                <a:pos x="f211" y="f212"/>
              </a:cxn>
              <a:cxn ang="f107">
                <a:pos x="f213" y="f214"/>
              </a:cxn>
              <a:cxn ang="f107">
                <a:pos x="f215" y="f216"/>
              </a:cxn>
              <a:cxn ang="f107">
                <a:pos x="f217" y="f218"/>
              </a:cxn>
              <a:cxn ang="f107">
                <a:pos x="f192" y="f193"/>
              </a:cxn>
              <a:cxn ang="f107">
                <a:pos x="f219" y="f220"/>
              </a:cxn>
              <a:cxn ang="f107">
                <a:pos x="f194" y="f221"/>
              </a:cxn>
              <a:cxn ang="f107">
                <a:pos x="f217" y="f216"/>
              </a:cxn>
              <a:cxn ang="f107">
                <a:pos x="f222" y="f223"/>
              </a:cxn>
              <a:cxn ang="f107">
                <a:pos x="f224" y="f225"/>
              </a:cxn>
              <a:cxn ang="f107">
                <a:pos x="f226" y="f227"/>
              </a:cxn>
              <a:cxn ang="f107">
                <a:pos x="f228" y="f229"/>
              </a:cxn>
              <a:cxn ang="f107">
                <a:pos x="f219" y="f220"/>
              </a:cxn>
            </a:cxnLst>
            <a:rect l="f188" t="f191" r="f189" b="f190"/>
            <a:pathLst>
              <a:path w="196421" h="195457">
                <a:moveTo>
                  <a:pt x="f8" y="f9"/>
                </a:moveTo>
                <a:cubicBezTo>
                  <a:pt x="f10" y="f9"/>
                  <a:pt x="f10" y="f9"/>
                  <a:pt x="f11" y="f9"/>
                </a:cubicBezTo>
                <a:cubicBezTo>
                  <a:pt x="f12" y="f13"/>
                  <a:pt x="f14" y="f15"/>
                  <a:pt x="f14" y="f16"/>
                </a:cubicBezTo>
                <a:lnTo>
                  <a:pt x="f17" y="f18"/>
                </a:lnTo>
                <a:lnTo>
                  <a:pt x="f19" y="f20"/>
                </a:lnTo>
                <a:cubicBezTo>
                  <a:pt x="f21" y="f20"/>
                  <a:pt x="f22" y="f23"/>
                  <a:pt x="f24" y="f25"/>
                </a:cubicBezTo>
                <a:cubicBezTo>
                  <a:pt x="f26" y="f27"/>
                  <a:pt x="f24" y="f28"/>
                  <a:pt x="f22" y="f29"/>
                </a:cubicBezTo>
                <a:lnTo>
                  <a:pt x="f10" y="f30"/>
                </a:lnTo>
                <a:cubicBezTo>
                  <a:pt x="f8" y="f31"/>
                  <a:pt x="f32" y="f5"/>
                  <a:pt x="f33" y="f5"/>
                </a:cubicBezTo>
                <a:lnTo>
                  <a:pt x="f34" y="f31"/>
                </a:lnTo>
                <a:cubicBezTo>
                  <a:pt x="f35" y="f31"/>
                  <a:pt x="f36" y="f37"/>
                  <a:pt x="f36" y="f38"/>
                </a:cubicBezTo>
                <a:lnTo>
                  <a:pt x="f39" y="f28"/>
                </a:lnTo>
                <a:cubicBezTo>
                  <a:pt x="f39" y="f40"/>
                  <a:pt x="f36" y="f27"/>
                  <a:pt x="f41" y="f42"/>
                </a:cubicBezTo>
                <a:lnTo>
                  <a:pt x="f43" y="f13"/>
                </a:lnTo>
                <a:cubicBezTo>
                  <a:pt x="f33" y="f13"/>
                  <a:pt x="f32" y="f9"/>
                  <a:pt x="f8" y="f9"/>
                </a:cubicBezTo>
                <a:close/>
                <a:moveTo>
                  <a:pt x="f44" y="f45"/>
                </a:moveTo>
                <a:lnTo>
                  <a:pt x="f11" y="f46"/>
                </a:lnTo>
                <a:cubicBezTo>
                  <a:pt x="f47" y="f46"/>
                  <a:pt x="f33" y="f48"/>
                  <a:pt x="f43" y="f42"/>
                </a:cubicBezTo>
                <a:lnTo>
                  <a:pt x="f49" y="f50"/>
                </a:lnTo>
                <a:lnTo>
                  <a:pt x="f51" y="f52"/>
                </a:lnTo>
                <a:lnTo>
                  <a:pt x="f53" y="f54"/>
                </a:lnTo>
                <a:lnTo>
                  <a:pt x="f55" y="f56"/>
                </a:lnTo>
                <a:lnTo>
                  <a:pt x="f44" y="f45"/>
                </a:lnTo>
                <a:close/>
              </a:path>
            </a:pathLst>
          </a:custGeom>
          <a:solidFill>
            <a:srgbClr val="FFFFFF"/>
          </a:solidFill>
          <a:ln w="6562" cap="flat">
            <a:noFill/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4" name="object 17">
            <a:extLst>
              <a:ext uri="{FF2B5EF4-FFF2-40B4-BE49-F238E27FC236}">
                <a16:creationId xmlns:a16="http://schemas.microsoft.com/office/drawing/2014/main" id="{D2FE367A-DCEF-7E6E-A012-B2E180E99306}"/>
              </a:ext>
            </a:extLst>
          </p:cNvPr>
          <p:cNvSpPr/>
          <p:nvPr/>
        </p:nvSpPr>
        <p:spPr>
          <a:xfrm>
            <a:off x="7088454" y="5602853"/>
            <a:ext cx="2162489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Lab Setup as a Service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5" name="Google Shape;425;p7">
            <a:extLst>
              <a:ext uri="{FF2B5EF4-FFF2-40B4-BE49-F238E27FC236}">
                <a16:creationId xmlns:a16="http://schemas.microsoft.com/office/drawing/2014/main" id="{ECED87AA-33BC-D9C8-B851-95EE9D499588}"/>
              </a:ext>
            </a:extLst>
          </p:cNvPr>
          <p:cNvPicPr preferRelativeResize="0"/>
          <p:nvPr/>
        </p:nvPicPr>
        <p:blipFill rotWithShape="1">
          <a:blip r:embed="rId3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8990" y="5743969"/>
            <a:ext cx="291307" cy="23834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</p:pic>
      <p:sp>
        <p:nvSpPr>
          <p:cNvPr id="117" name="object 18">
            <a:extLst>
              <a:ext uri="{FF2B5EF4-FFF2-40B4-BE49-F238E27FC236}">
                <a16:creationId xmlns:a16="http://schemas.microsoft.com/office/drawing/2014/main" id="{3C2C3A05-C65D-1006-4EE8-9EABC2E3001F}"/>
              </a:ext>
            </a:extLst>
          </p:cNvPr>
          <p:cNvSpPr/>
          <p:nvPr/>
        </p:nvSpPr>
        <p:spPr>
          <a:xfrm>
            <a:off x="9394885" y="5587935"/>
            <a:ext cx="453044" cy="52030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8" name="object 17">
            <a:extLst>
              <a:ext uri="{FF2B5EF4-FFF2-40B4-BE49-F238E27FC236}">
                <a16:creationId xmlns:a16="http://schemas.microsoft.com/office/drawing/2014/main" id="{5589B23D-2A36-FB82-95FE-91C217A7913E}"/>
              </a:ext>
            </a:extLst>
          </p:cNvPr>
          <p:cNvSpPr/>
          <p:nvPr/>
        </p:nvSpPr>
        <p:spPr>
          <a:xfrm>
            <a:off x="9835291" y="5581466"/>
            <a:ext cx="2162489" cy="515635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108000" tIns="0" rIns="108000" bIns="0" rtlCol="0" anchor="ctr"/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823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Device verifications &amp; Validation 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8234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21" name="Graphic 120">
            <a:extLst>
              <a:ext uri="{FF2B5EF4-FFF2-40B4-BE49-F238E27FC236}">
                <a16:creationId xmlns:a16="http://schemas.microsoft.com/office/drawing/2014/main" id="{CB6E86C9-0296-E26B-FDEB-F3F56CC7571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30346" y="5647258"/>
            <a:ext cx="209938" cy="360551"/>
          </a:xfrm>
          <a:prstGeom prst="rect">
            <a:avLst/>
          </a:prstGeom>
        </p:spPr>
      </p:pic>
      <p:sp>
        <p:nvSpPr>
          <p:cNvPr id="124" name="object 66">
            <a:extLst>
              <a:ext uri="{FF2B5EF4-FFF2-40B4-BE49-F238E27FC236}">
                <a16:creationId xmlns:a16="http://schemas.microsoft.com/office/drawing/2014/main" id="{C73FC637-4422-4FCD-A665-6E078484049F}"/>
              </a:ext>
            </a:extLst>
          </p:cNvPr>
          <p:cNvSpPr/>
          <p:nvPr/>
        </p:nvSpPr>
        <p:spPr>
          <a:xfrm>
            <a:off x="7973407" y="867547"/>
            <a:ext cx="3317445" cy="287371"/>
          </a:xfrm>
          <a:custGeom>
            <a:avLst/>
            <a:gdLst/>
            <a:ahLst/>
            <a:cxnLst/>
            <a:rect l="l" t="t" r="r" b="b"/>
            <a:pathLst>
              <a:path w="3806190" h="895985">
                <a:moveTo>
                  <a:pt x="3805961" y="0"/>
                </a:moveTo>
                <a:lnTo>
                  <a:pt x="0" y="0"/>
                </a:lnTo>
                <a:lnTo>
                  <a:pt x="0" y="895400"/>
                </a:lnTo>
                <a:lnTo>
                  <a:pt x="3805961" y="895400"/>
                </a:lnTo>
                <a:lnTo>
                  <a:pt x="3805961" y="0"/>
                </a:lnTo>
                <a:close/>
              </a:path>
            </a:pathLst>
          </a:custGeom>
          <a:solidFill>
            <a:srgbClr val="743CBC"/>
          </a:solidFill>
        </p:spPr>
        <p:txBody>
          <a:bodyPr wrap="square" lIns="360000" tIns="0" rIns="0" bIns="0" rtlCol="0" anchor="ctr"/>
          <a:lstStyle/>
          <a:p>
            <a:pPr algn="ctr"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Spectrum </a:t>
            </a:r>
          </a:p>
        </p:txBody>
      </p:sp>
    </p:spTree>
    <p:extLst>
      <p:ext uri="{BB962C8B-B14F-4D97-AF65-F5344CB8AC3E}">
        <p14:creationId xmlns:p14="http://schemas.microsoft.com/office/powerpoint/2010/main" val="374727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9">
            <a:extLst>
              <a:ext uri="{FF2B5EF4-FFF2-40B4-BE49-F238E27FC236}">
                <a16:creationId xmlns:a16="http://schemas.microsoft.com/office/drawing/2014/main" id="{624E4957-C305-5A2A-2BDC-1B1986FE06CD}"/>
              </a:ext>
            </a:extLst>
          </p:cNvPr>
          <p:cNvSpPr/>
          <p:nvPr/>
        </p:nvSpPr>
        <p:spPr>
          <a:xfrm>
            <a:off x="4133928" y="3514115"/>
            <a:ext cx="903288" cy="2345847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B19AC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object 21">
            <a:extLst>
              <a:ext uri="{FF2B5EF4-FFF2-40B4-BE49-F238E27FC236}">
                <a16:creationId xmlns:a16="http://schemas.microsoft.com/office/drawing/2014/main" id="{118BDF01-F1A9-EAD9-8541-EE4DDBBAEE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350" b="1" i="0" u="none" strike="noStrike" kern="0" cap="none" spc="-25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pPr marL="381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350" b="1" i="0" u="none" strike="noStrike" kern="0" cap="none" spc="-25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1EDDEF0C-D12A-169E-E9D3-B52F81726A30}"/>
              </a:ext>
            </a:extLst>
          </p:cNvPr>
          <p:cNvSpPr/>
          <p:nvPr/>
        </p:nvSpPr>
        <p:spPr>
          <a:xfrm>
            <a:off x="1244333" y="1103757"/>
            <a:ext cx="2789238" cy="2194174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E1E8F5"/>
          </a:solidFill>
        </p:spPr>
        <p:txBody>
          <a:bodyPr wrap="square" lIns="72000" tIns="108000" rIns="7200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F8AC7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and Analytics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Using cross-industry expertise and best-fit tools, our services integrated approach helps us create an enterprise view of data for informed decisions.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Advisory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AI &amp; ML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Engineering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Analytics, Insights &amp; BI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Operations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Science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Data Assurance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object 13">
            <a:extLst>
              <a:ext uri="{FF2B5EF4-FFF2-40B4-BE49-F238E27FC236}">
                <a16:creationId xmlns:a16="http://schemas.microsoft.com/office/drawing/2014/main" id="{1CDAF48B-FC27-EC98-E686-0F5E680B8478}"/>
              </a:ext>
            </a:extLst>
          </p:cNvPr>
          <p:cNvSpPr/>
          <p:nvPr/>
        </p:nvSpPr>
        <p:spPr>
          <a:xfrm>
            <a:off x="341179" y="1103757"/>
            <a:ext cx="903288" cy="2194174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5F8AC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A2599E85-D878-D7D1-7E87-323588C3215F}"/>
              </a:ext>
            </a:extLst>
          </p:cNvPr>
          <p:cNvSpPr/>
          <p:nvPr/>
        </p:nvSpPr>
        <p:spPr>
          <a:xfrm>
            <a:off x="8829850" y="1103757"/>
            <a:ext cx="2789238" cy="2193877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FF5E6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D3996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 Services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With a right Cloud enablement partner, experience and proven templates for implementation, we enable organizations to connect through all the layers. Interactive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Advisory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Migration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Operation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Security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CloudPixy -Cloud Management Platform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 Migration Assurance</a:t>
            </a:r>
          </a:p>
        </p:txBody>
      </p:sp>
      <p:sp>
        <p:nvSpPr>
          <p:cNvPr id="5" name="object 18">
            <a:extLst>
              <a:ext uri="{FF2B5EF4-FFF2-40B4-BE49-F238E27FC236}">
                <a16:creationId xmlns:a16="http://schemas.microsoft.com/office/drawing/2014/main" id="{5FFB8A00-CD00-36AD-2A47-67906E147939}"/>
              </a:ext>
            </a:extLst>
          </p:cNvPr>
          <p:cNvSpPr/>
          <p:nvPr/>
        </p:nvSpPr>
        <p:spPr>
          <a:xfrm>
            <a:off x="7926688" y="1103757"/>
            <a:ext cx="903288" cy="2193877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E4BE9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object 29">
            <a:extLst>
              <a:ext uri="{FF2B5EF4-FFF2-40B4-BE49-F238E27FC236}">
                <a16:creationId xmlns:a16="http://schemas.microsoft.com/office/drawing/2014/main" id="{0DE87224-E162-4486-6A2A-25EDDE599942}"/>
              </a:ext>
            </a:extLst>
          </p:cNvPr>
          <p:cNvSpPr/>
          <p:nvPr/>
        </p:nvSpPr>
        <p:spPr>
          <a:xfrm>
            <a:off x="5036763" y="1103461"/>
            <a:ext cx="2789238" cy="2194173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E6F5F0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4CC0A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Digital Services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 leverage our industry and digital expertise to deliver effective and emotionally empathetic experiences to our clients’ customers.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Interactive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Product &amp; Platform Engineering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Connected Enterprise/ Devices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Enterprise Application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Intelligent Automation / RPA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Omni Channel Testing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object 30">
            <a:extLst>
              <a:ext uri="{FF2B5EF4-FFF2-40B4-BE49-F238E27FC236}">
                <a16:creationId xmlns:a16="http://schemas.microsoft.com/office/drawing/2014/main" id="{E4D61C62-C4EB-ADDD-2C34-61A1B729C11B}"/>
              </a:ext>
            </a:extLst>
          </p:cNvPr>
          <p:cNvSpPr/>
          <p:nvPr/>
        </p:nvSpPr>
        <p:spPr>
          <a:xfrm>
            <a:off x="4133928" y="1103756"/>
            <a:ext cx="903288" cy="2194173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4CC0AD"/>
          </a:solidFill>
          <a:ln w="6711" cap="flat">
            <a:noFill/>
            <a:prstDash val="solid"/>
            <a:miter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9A1FA90-49B7-46B5-C6EF-FB2B76F36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032" y="2044304"/>
            <a:ext cx="438150" cy="361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1BA0242-68B3-DD26-67BF-FD995CFB31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7005" y="2020492"/>
            <a:ext cx="419100" cy="40957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3193302-935B-5F4C-1311-FC481012C1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0240" y="2020492"/>
            <a:ext cx="428625" cy="409575"/>
          </a:xfrm>
          <a:prstGeom prst="rect">
            <a:avLst/>
          </a:prstGeom>
        </p:spPr>
      </p:pic>
      <p:sp>
        <p:nvSpPr>
          <p:cNvPr id="15" name="object 4">
            <a:extLst>
              <a:ext uri="{FF2B5EF4-FFF2-40B4-BE49-F238E27FC236}">
                <a16:creationId xmlns:a16="http://schemas.microsoft.com/office/drawing/2014/main" id="{BA562EA3-2E35-15A4-2944-707954975A8F}"/>
              </a:ext>
            </a:extLst>
          </p:cNvPr>
          <p:cNvSpPr/>
          <p:nvPr/>
        </p:nvSpPr>
        <p:spPr>
          <a:xfrm>
            <a:off x="5036763" y="3512871"/>
            <a:ext cx="2789238" cy="2345847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0E6F0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8473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Application Services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 seek to transform organizations by leveraging DevOps, Open Source, Microservices architecture, Automation, AI, Blockchain, and Agile models.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Advisory &amp; Consulting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Development &amp; System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Maintenance &amp; Support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Modernization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Program Management</a:t>
            </a:r>
          </a:p>
        </p:txBody>
      </p:sp>
      <p:sp>
        <p:nvSpPr>
          <p:cNvPr id="18" name="object 39">
            <a:extLst>
              <a:ext uri="{FF2B5EF4-FFF2-40B4-BE49-F238E27FC236}">
                <a16:creationId xmlns:a16="http://schemas.microsoft.com/office/drawing/2014/main" id="{DE495EA9-3BCC-83A0-4584-CC081F71122D}"/>
              </a:ext>
            </a:extLst>
          </p:cNvPr>
          <p:cNvSpPr/>
          <p:nvPr/>
        </p:nvSpPr>
        <p:spPr>
          <a:xfrm>
            <a:off x="8829850" y="3512871"/>
            <a:ext cx="2789238" cy="2340177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7E1DF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B5B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Digital Process Automation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Dedicated DPA practice supports Pega, Appian, Outsystems, Mendix, and Microsoft Power Apps platforms to provide: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AI Centric Strategy &amp; Consultation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Implementation &amp;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User Experience &amp; Design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Upgrade, Support &amp; Maintenance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Intelligent Automation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Assurance Testing</a:t>
            </a:r>
          </a:p>
        </p:txBody>
      </p:sp>
      <p:sp>
        <p:nvSpPr>
          <p:cNvPr id="19" name="object 40">
            <a:extLst>
              <a:ext uri="{FF2B5EF4-FFF2-40B4-BE49-F238E27FC236}">
                <a16:creationId xmlns:a16="http://schemas.microsoft.com/office/drawing/2014/main" id="{C82CBAC2-6B89-4545-887C-478693C460D3}"/>
              </a:ext>
            </a:extLst>
          </p:cNvPr>
          <p:cNvSpPr/>
          <p:nvPr/>
        </p:nvSpPr>
        <p:spPr>
          <a:xfrm>
            <a:off x="7926688" y="3512871"/>
            <a:ext cx="903288" cy="2345847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F5C3B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4D8ED07C-C6E2-1720-0347-29A233A658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0240" y="4348813"/>
            <a:ext cx="428625" cy="428625"/>
          </a:xfrm>
          <a:prstGeom prst="rect">
            <a:avLst/>
          </a:prstGeom>
        </p:spPr>
      </p:pic>
      <p:sp>
        <p:nvSpPr>
          <p:cNvPr id="21" name="object 29">
            <a:extLst>
              <a:ext uri="{FF2B5EF4-FFF2-40B4-BE49-F238E27FC236}">
                <a16:creationId xmlns:a16="http://schemas.microsoft.com/office/drawing/2014/main" id="{EB683920-5E97-FAF3-5288-F47A208455D1}"/>
              </a:ext>
            </a:extLst>
          </p:cNvPr>
          <p:cNvSpPr/>
          <p:nvPr/>
        </p:nvSpPr>
        <p:spPr>
          <a:xfrm>
            <a:off x="1244333" y="3510646"/>
            <a:ext cx="2789238" cy="2348072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8E0CE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68B2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Cognitive &amp; Generative AI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Helping our customers with comprehensive AI services for building intelligent applications and addressing business needs. Quasar – an AI platform designed to build Enterprise AI capabilities for: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DocumentAI for Text &amp; NLP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SpeechAI for Voice Analysis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PredictAI for Predictive &amp; Prescriptive models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VisionAI for Images &amp; Videos Analysis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GraphAI for Entities &amp; Relationships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ConversationalAI for chatbot &amp; voice bot</a:t>
            </a:r>
          </a:p>
        </p:txBody>
      </p:sp>
      <p:sp>
        <p:nvSpPr>
          <p:cNvPr id="22" name="object 30">
            <a:extLst>
              <a:ext uri="{FF2B5EF4-FFF2-40B4-BE49-F238E27FC236}">
                <a16:creationId xmlns:a16="http://schemas.microsoft.com/office/drawing/2014/main" id="{4127CBC0-39F4-C214-622E-107494F9E4EB}"/>
              </a:ext>
            </a:extLst>
          </p:cNvPr>
          <p:cNvSpPr/>
          <p:nvPr/>
        </p:nvSpPr>
        <p:spPr>
          <a:xfrm>
            <a:off x="341179" y="3512870"/>
            <a:ext cx="903288" cy="2350008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F6C19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2BE53321-2CC7-2D03-F56B-D4E5AE0DBD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1437" y="4320238"/>
            <a:ext cx="485775" cy="485775"/>
          </a:xfrm>
          <a:prstGeom prst="rect">
            <a:avLst/>
          </a:prstGeom>
        </p:spPr>
      </p:pic>
      <p:sp>
        <p:nvSpPr>
          <p:cNvPr id="36" name="object 22">
            <a:extLst>
              <a:ext uri="{FF2B5EF4-FFF2-40B4-BE49-F238E27FC236}">
                <a16:creationId xmlns:a16="http://schemas.microsoft.com/office/drawing/2014/main" id="{9DD5CF9E-E1C7-4D1E-ABE8-BD831F5181D6}"/>
              </a:ext>
            </a:extLst>
          </p:cNvPr>
          <p:cNvSpPr/>
          <p:nvPr/>
        </p:nvSpPr>
        <p:spPr>
          <a:xfrm>
            <a:off x="4427005" y="4363469"/>
            <a:ext cx="362082" cy="399313"/>
          </a:xfrm>
          <a:custGeom>
            <a:avLst/>
            <a:gdLst/>
            <a:ahLst/>
            <a:cxnLst/>
            <a:rect l="l" t="t" r="r" b="b"/>
            <a:pathLst>
              <a:path w="590550" h="605789">
                <a:moveTo>
                  <a:pt x="126517" y="510794"/>
                </a:moveTo>
                <a:lnTo>
                  <a:pt x="126441" y="482206"/>
                </a:lnTo>
                <a:lnTo>
                  <a:pt x="122923" y="478675"/>
                </a:lnTo>
                <a:lnTo>
                  <a:pt x="94399" y="478663"/>
                </a:lnTo>
                <a:lnTo>
                  <a:pt x="94399" y="510794"/>
                </a:lnTo>
                <a:lnTo>
                  <a:pt x="94399" y="573227"/>
                </a:lnTo>
                <a:lnTo>
                  <a:pt x="31965" y="573227"/>
                </a:lnTo>
                <a:lnTo>
                  <a:pt x="31965" y="510794"/>
                </a:lnTo>
                <a:lnTo>
                  <a:pt x="94399" y="510794"/>
                </a:lnTo>
                <a:lnTo>
                  <a:pt x="94399" y="478663"/>
                </a:lnTo>
                <a:lnTo>
                  <a:pt x="20434" y="478612"/>
                </a:lnTo>
                <a:lnTo>
                  <a:pt x="3556" y="478675"/>
                </a:lnTo>
                <a:lnTo>
                  <a:pt x="88" y="482104"/>
                </a:lnTo>
                <a:lnTo>
                  <a:pt x="0" y="601560"/>
                </a:lnTo>
                <a:lnTo>
                  <a:pt x="3568" y="605167"/>
                </a:lnTo>
                <a:lnTo>
                  <a:pt x="63182" y="605205"/>
                </a:lnTo>
                <a:lnTo>
                  <a:pt x="122859" y="605167"/>
                </a:lnTo>
                <a:lnTo>
                  <a:pt x="126390" y="601675"/>
                </a:lnTo>
                <a:lnTo>
                  <a:pt x="126517" y="573227"/>
                </a:lnTo>
                <a:lnTo>
                  <a:pt x="126517" y="510794"/>
                </a:lnTo>
                <a:close/>
              </a:path>
              <a:path w="590550" h="605789">
                <a:moveTo>
                  <a:pt x="358508" y="572973"/>
                </a:moveTo>
                <a:lnTo>
                  <a:pt x="358495" y="510768"/>
                </a:lnTo>
                <a:lnTo>
                  <a:pt x="358457" y="482104"/>
                </a:lnTo>
                <a:lnTo>
                  <a:pt x="355015" y="478663"/>
                </a:lnTo>
                <a:lnTo>
                  <a:pt x="326415" y="478650"/>
                </a:lnTo>
                <a:lnTo>
                  <a:pt x="326415" y="510768"/>
                </a:lnTo>
                <a:lnTo>
                  <a:pt x="326415" y="572973"/>
                </a:lnTo>
                <a:lnTo>
                  <a:pt x="263753" y="572973"/>
                </a:lnTo>
                <a:lnTo>
                  <a:pt x="263753" y="510768"/>
                </a:lnTo>
                <a:lnTo>
                  <a:pt x="326415" y="510768"/>
                </a:lnTo>
                <a:lnTo>
                  <a:pt x="326415" y="478650"/>
                </a:lnTo>
                <a:lnTo>
                  <a:pt x="259638" y="478612"/>
                </a:lnTo>
                <a:lnTo>
                  <a:pt x="235470" y="478650"/>
                </a:lnTo>
                <a:lnTo>
                  <a:pt x="231978" y="482104"/>
                </a:lnTo>
                <a:lnTo>
                  <a:pt x="231978" y="601675"/>
                </a:lnTo>
                <a:lnTo>
                  <a:pt x="235458" y="605167"/>
                </a:lnTo>
                <a:lnTo>
                  <a:pt x="270471" y="605205"/>
                </a:lnTo>
                <a:lnTo>
                  <a:pt x="354977" y="605167"/>
                </a:lnTo>
                <a:lnTo>
                  <a:pt x="358495" y="601675"/>
                </a:lnTo>
                <a:lnTo>
                  <a:pt x="358508" y="572973"/>
                </a:lnTo>
                <a:close/>
              </a:path>
              <a:path w="590550" h="605789">
                <a:moveTo>
                  <a:pt x="464134" y="130352"/>
                </a:moveTo>
                <a:lnTo>
                  <a:pt x="461429" y="127723"/>
                </a:lnTo>
                <a:lnTo>
                  <a:pt x="448259" y="126390"/>
                </a:lnTo>
                <a:lnTo>
                  <a:pt x="433527" y="124752"/>
                </a:lnTo>
                <a:lnTo>
                  <a:pt x="426173" y="124079"/>
                </a:lnTo>
                <a:lnTo>
                  <a:pt x="421411" y="123685"/>
                </a:lnTo>
                <a:lnTo>
                  <a:pt x="418985" y="121551"/>
                </a:lnTo>
                <a:lnTo>
                  <a:pt x="394868" y="79362"/>
                </a:lnTo>
                <a:lnTo>
                  <a:pt x="392544" y="75590"/>
                </a:lnTo>
                <a:lnTo>
                  <a:pt x="391617" y="72580"/>
                </a:lnTo>
                <a:lnTo>
                  <a:pt x="393522" y="68478"/>
                </a:lnTo>
                <a:lnTo>
                  <a:pt x="396557" y="61722"/>
                </a:lnTo>
                <a:lnTo>
                  <a:pt x="399503" y="54940"/>
                </a:lnTo>
                <a:lnTo>
                  <a:pt x="402475" y="48158"/>
                </a:lnTo>
                <a:lnTo>
                  <a:pt x="405587" y="41452"/>
                </a:lnTo>
                <a:lnTo>
                  <a:pt x="408470" y="35458"/>
                </a:lnTo>
                <a:lnTo>
                  <a:pt x="408190" y="34696"/>
                </a:lnTo>
                <a:lnTo>
                  <a:pt x="407149" y="31750"/>
                </a:lnTo>
                <a:lnTo>
                  <a:pt x="390347" y="22326"/>
                </a:lnTo>
                <a:lnTo>
                  <a:pt x="379361" y="16027"/>
                </a:lnTo>
                <a:lnTo>
                  <a:pt x="358457" y="3771"/>
                </a:lnTo>
                <a:lnTo>
                  <a:pt x="358457" y="162280"/>
                </a:lnTo>
                <a:lnTo>
                  <a:pt x="353466" y="186842"/>
                </a:lnTo>
                <a:lnTo>
                  <a:pt x="339877" y="206933"/>
                </a:lnTo>
                <a:lnTo>
                  <a:pt x="319773" y="220510"/>
                </a:lnTo>
                <a:lnTo>
                  <a:pt x="295198" y="225488"/>
                </a:lnTo>
                <a:lnTo>
                  <a:pt x="270637" y="220484"/>
                </a:lnTo>
                <a:lnTo>
                  <a:pt x="250532" y="206895"/>
                </a:lnTo>
                <a:lnTo>
                  <a:pt x="236969" y="186778"/>
                </a:lnTo>
                <a:lnTo>
                  <a:pt x="232003" y="162179"/>
                </a:lnTo>
                <a:lnTo>
                  <a:pt x="236994" y="137629"/>
                </a:lnTo>
                <a:lnTo>
                  <a:pt x="250571" y="117525"/>
                </a:lnTo>
                <a:lnTo>
                  <a:pt x="270687" y="103962"/>
                </a:lnTo>
                <a:lnTo>
                  <a:pt x="295275" y="98996"/>
                </a:lnTo>
                <a:lnTo>
                  <a:pt x="319836" y="103987"/>
                </a:lnTo>
                <a:lnTo>
                  <a:pt x="339928" y="117576"/>
                </a:lnTo>
                <a:lnTo>
                  <a:pt x="353491" y="137680"/>
                </a:lnTo>
                <a:lnTo>
                  <a:pt x="358457" y="162280"/>
                </a:lnTo>
                <a:lnTo>
                  <a:pt x="358457" y="3771"/>
                </a:lnTo>
                <a:lnTo>
                  <a:pt x="352044" y="0"/>
                </a:lnTo>
                <a:lnTo>
                  <a:pt x="348335" y="965"/>
                </a:lnTo>
                <a:lnTo>
                  <a:pt x="344779" y="6159"/>
                </a:lnTo>
                <a:lnTo>
                  <a:pt x="340499" y="12204"/>
                </a:lnTo>
                <a:lnTo>
                  <a:pt x="331698" y="24130"/>
                </a:lnTo>
                <a:lnTo>
                  <a:pt x="327380" y="30149"/>
                </a:lnTo>
                <a:lnTo>
                  <a:pt x="324789" y="33858"/>
                </a:lnTo>
                <a:lnTo>
                  <a:pt x="321754" y="34696"/>
                </a:lnTo>
                <a:lnTo>
                  <a:pt x="318808" y="34620"/>
                </a:lnTo>
                <a:lnTo>
                  <a:pt x="306184" y="34353"/>
                </a:lnTo>
                <a:lnTo>
                  <a:pt x="295046" y="34277"/>
                </a:lnTo>
                <a:lnTo>
                  <a:pt x="283895" y="34328"/>
                </a:lnTo>
                <a:lnTo>
                  <a:pt x="268262" y="34620"/>
                </a:lnTo>
                <a:lnTo>
                  <a:pt x="265366" y="33413"/>
                </a:lnTo>
                <a:lnTo>
                  <a:pt x="262826" y="29794"/>
                </a:lnTo>
                <a:lnTo>
                  <a:pt x="258419" y="23634"/>
                </a:lnTo>
                <a:lnTo>
                  <a:pt x="249453" y="11430"/>
                </a:lnTo>
                <a:lnTo>
                  <a:pt x="245021" y="5283"/>
                </a:lnTo>
                <a:lnTo>
                  <a:pt x="241896" y="863"/>
                </a:lnTo>
                <a:lnTo>
                  <a:pt x="238366" y="152"/>
                </a:lnTo>
                <a:lnTo>
                  <a:pt x="210972" y="16052"/>
                </a:lnTo>
                <a:lnTo>
                  <a:pt x="183159" y="31978"/>
                </a:lnTo>
                <a:lnTo>
                  <a:pt x="182168" y="35483"/>
                </a:lnTo>
                <a:lnTo>
                  <a:pt x="184569" y="40627"/>
                </a:lnTo>
                <a:lnTo>
                  <a:pt x="187579" y="47205"/>
                </a:lnTo>
                <a:lnTo>
                  <a:pt x="190512" y="53822"/>
                </a:lnTo>
                <a:lnTo>
                  <a:pt x="197091" y="68884"/>
                </a:lnTo>
                <a:lnTo>
                  <a:pt x="197726" y="70751"/>
                </a:lnTo>
                <a:lnTo>
                  <a:pt x="198691" y="73253"/>
                </a:lnTo>
                <a:lnTo>
                  <a:pt x="197751" y="75018"/>
                </a:lnTo>
                <a:lnTo>
                  <a:pt x="196723" y="77114"/>
                </a:lnTo>
                <a:lnTo>
                  <a:pt x="184518" y="98209"/>
                </a:lnTo>
                <a:lnTo>
                  <a:pt x="179082" y="107746"/>
                </a:lnTo>
                <a:lnTo>
                  <a:pt x="173685" y="117576"/>
                </a:lnTo>
                <a:lnTo>
                  <a:pt x="171653" y="121399"/>
                </a:lnTo>
                <a:lnTo>
                  <a:pt x="169291" y="123685"/>
                </a:lnTo>
                <a:lnTo>
                  <a:pt x="164528" y="124066"/>
                </a:lnTo>
                <a:lnTo>
                  <a:pt x="157137" y="124764"/>
                </a:lnTo>
                <a:lnTo>
                  <a:pt x="142430" y="126377"/>
                </a:lnTo>
                <a:lnTo>
                  <a:pt x="128905" y="127673"/>
                </a:lnTo>
                <a:lnTo>
                  <a:pt x="126441" y="130352"/>
                </a:lnTo>
                <a:lnTo>
                  <a:pt x="126390" y="137680"/>
                </a:lnTo>
                <a:lnTo>
                  <a:pt x="126555" y="149339"/>
                </a:lnTo>
                <a:lnTo>
                  <a:pt x="126568" y="175031"/>
                </a:lnTo>
                <a:lnTo>
                  <a:pt x="126403" y="186778"/>
                </a:lnTo>
                <a:lnTo>
                  <a:pt x="126288" y="194106"/>
                </a:lnTo>
                <a:lnTo>
                  <a:pt x="129044" y="196811"/>
                </a:lnTo>
                <a:lnTo>
                  <a:pt x="135140" y="197370"/>
                </a:lnTo>
                <a:lnTo>
                  <a:pt x="156730" y="199694"/>
                </a:lnTo>
                <a:lnTo>
                  <a:pt x="163944" y="200355"/>
                </a:lnTo>
                <a:lnTo>
                  <a:pt x="168935" y="200736"/>
                </a:lnTo>
                <a:lnTo>
                  <a:pt x="171488" y="202946"/>
                </a:lnTo>
                <a:lnTo>
                  <a:pt x="173913" y="207530"/>
                </a:lnTo>
                <a:lnTo>
                  <a:pt x="179082" y="217043"/>
                </a:lnTo>
                <a:lnTo>
                  <a:pt x="184416" y="226466"/>
                </a:lnTo>
                <a:lnTo>
                  <a:pt x="189903" y="235788"/>
                </a:lnTo>
                <a:lnTo>
                  <a:pt x="195529" y="245021"/>
                </a:lnTo>
                <a:lnTo>
                  <a:pt x="197878" y="248805"/>
                </a:lnTo>
                <a:lnTo>
                  <a:pt x="198856" y="251942"/>
                </a:lnTo>
                <a:lnTo>
                  <a:pt x="196723" y="256501"/>
                </a:lnTo>
                <a:lnTo>
                  <a:pt x="193598" y="263385"/>
                </a:lnTo>
                <a:lnTo>
                  <a:pt x="187540" y="277253"/>
                </a:lnTo>
                <a:lnTo>
                  <a:pt x="184429" y="284162"/>
                </a:lnTo>
                <a:lnTo>
                  <a:pt x="182118" y="289153"/>
                </a:lnTo>
                <a:lnTo>
                  <a:pt x="183299" y="292582"/>
                </a:lnTo>
                <a:lnTo>
                  <a:pt x="199517" y="301828"/>
                </a:lnTo>
                <a:lnTo>
                  <a:pt x="238404" y="324434"/>
                </a:lnTo>
                <a:lnTo>
                  <a:pt x="242074" y="323519"/>
                </a:lnTo>
                <a:lnTo>
                  <a:pt x="245491" y="318592"/>
                </a:lnTo>
                <a:lnTo>
                  <a:pt x="249783" y="312559"/>
                </a:lnTo>
                <a:lnTo>
                  <a:pt x="258584" y="300634"/>
                </a:lnTo>
                <a:lnTo>
                  <a:pt x="262991" y="294449"/>
                </a:lnTo>
                <a:lnTo>
                  <a:pt x="265620" y="290664"/>
                </a:lnTo>
                <a:lnTo>
                  <a:pt x="268795" y="289801"/>
                </a:lnTo>
                <a:lnTo>
                  <a:pt x="284441" y="290169"/>
                </a:lnTo>
                <a:lnTo>
                  <a:pt x="295427" y="290258"/>
                </a:lnTo>
                <a:lnTo>
                  <a:pt x="306400" y="290195"/>
                </a:lnTo>
                <a:lnTo>
                  <a:pt x="321767" y="289928"/>
                </a:lnTo>
                <a:lnTo>
                  <a:pt x="324853" y="290703"/>
                </a:lnTo>
                <a:lnTo>
                  <a:pt x="327558" y="294601"/>
                </a:lnTo>
                <a:lnTo>
                  <a:pt x="331927" y="300748"/>
                </a:lnTo>
                <a:lnTo>
                  <a:pt x="341083" y="313220"/>
                </a:lnTo>
                <a:lnTo>
                  <a:pt x="345643" y="319481"/>
                </a:lnTo>
                <a:lnTo>
                  <a:pt x="348615" y="323621"/>
                </a:lnTo>
                <a:lnTo>
                  <a:pt x="352082" y="324319"/>
                </a:lnTo>
                <a:lnTo>
                  <a:pt x="407263" y="292531"/>
                </a:lnTo>
                <a:lnTo>
                  <a:pt x="408012" y="289928"/>
                </a:lnTo>
                <a:lnTo>
                  <a:pt x="408051" y="289801"/>
                </a:lnTo>
                <a:lnTo>
                  <a:pt x="408266" y="289064"/>
                </a:lnTo>
                <a:lnTo>
                  <a:pt x="405904" y="283946"/>
                </a:lnTo>
                <a:lnTo>
                  <a:pt x="402805" y="277050"/>
                </a:lnTo>
                <a:lnTo>
                  <a:pt x="396760" y="263182"/>
                </a:lnTo>
                <a:lnTo>
                  <a:pt x="393623" y="256298"/>
                </a:lnTo>
                <a:lnTo>
                  <a:pt x="391706" y="252196"/>
                </a:lnTo>
                <a:lnTo>
                  <a:pt x="392480" y="249059"/>
                </a:lnTo>
                <a:lnTo>
                  <a:pt x="395097" y="244817"/>
                </a:lnTo>
                <a:lnTo>
                  <a:pt x="400710" y="235597"/>
                </a:lnTo>
                <a:lnTo>
                  <a:pt x="406158" y="226288"/>
                </a:lnTo>
                <a:lnTo>
                  <a:pt x="406603" y="225488"/>
                </a:lnTo>
                <a:lnTo>
                  <a:pt x="411441" y="216877"/>
                </a:lnTo>
                <a:lnTo>
                  <a:pt x="416814" y="206895"/>
                </a:lnTo>
                <a:lnTo>
                  <a:pt x="418807" y="203123"/>
                </a:lnTo>
                <a:lnTo>
                  <a:pt x="421246" y="200787"/>
                </a:lnTo>
                <a:lnTo>
                  <a:pt x="426288" y="200406"/>
                </a:lnTo>
                <a:lnTo>
                  <a:pt x="433654" y="199745"/>
                </a:lnTo>
                <a:lnTo>
                  <a:pt x="455752" y="197358"/>
                </a:lnTo>
                <a:lnTo>
                  <a:pt x="461606" y="196786"/>
                </a:lnTo>
                <a:lnTo>
                  <a:pt x="464134" y="193954"/>
                </a:lnTo>
                <a:lnTo>
                  <a:pt x="464032" y="186778"/>
                </a:lnTo>
                <a:lnTo>
                  <a:pt x="463905" y="174955"/>
                </a:lnTo>
                <a:lnTo>
                  <a:pt x="464032" y="137629"/>
                </a:lnTo>
                <a:lnTo>
                  <a:pt x="464134" y="130352"/>
                </a:lnTo>
                <a:close/>
              </a:path>
              <a:path w="590550" h="605789">
                <a:moveTo>
                  <a:pt x="548322" y="436867"/>
                </a:moveTo>
                <a:lnTo>
                  <a:pt x="534238" y="395744"/>
                </a:lnTo>
                <a:lnTo>
                  <a:pt x="522871" y="394246"/>
                </a:lnTo>
                <a:lnTo>
                  <a:pt x="316331" y="394246"/>
                </a:lnTo>
                <a:lnTo>
                  <a:pt x="316217" y="345592"/>
                </a:lnTo>
                <a:lnTo>
                  <a:pt x="312254" y="341718"/>
                </a:lnTo>
                <a:lnTo>
                  <a:pt x="298767" y="341414"/>
                </a:lnTo>
                <a:lnTo>
                  <a:pt x="277863" y="341591"/>
                </a:lnTo>
                <a:lnTo>
                  <a:pt x="274193" y="345224"/>
                </a:lnTo>
                <a:lnTo>
                  <a:pt x="274142" y="394246"/>
                </a:lnTo>
                <a:lnTo>
                  <a:pt x="66979" y="394246"/>
                </a:lnTo>
                <a:lnTo>
                  <a:pt x="42138" y="478612"/>
                </a:lnTo>
                <a:lnTo>
                  <a:pt x="84785" y="478612"/>
                </a:lnTo>
                <a:lnTo>
                  <a:pt x="84785" y="436981"/>
                </a:lnTo>
                <a:lnTo>
                  <a:pt x="273748" y="436981"/>
                </a:lnTo>
                <a:lnTo>
                  <a:pt x="273748" y="478612"/>
                </a:lnTo>
                <a:lnTo>
                  <a:pt x="316661" y="478612"/>
                </a:lnTo>
                <a:lnTo>
                  <a:pt x="316661" y="436981"/>
                </a:lnTo>
                <a:lnTo>
                  <a:pt x="505612" y="436867"/>
                </a:lnTo>
                <a:lnTo>
                  <a:pt x="505612" y="478612"/>
                </a:lnTo>
                <a:lnTo>
                  <a:pt x="548322" y="478612"/>
                </a:lnTo>
                <a:lnTo>
                  <a:pt x="548322" y="436867"/>
                </a:lnTo>
                <a:close/>
              </a:path>
              <a:path w="590550" h="605789">
                <a:moveTo>
                  <a:pt x="590499" y="510679"/>
                </a:moveTo>
                <a:lnTo>
                  <a:pt x="590372" y="482142"/>
                </a:lnTo>
                <a:lnTo>
                  <a:pt x="586905" y="478675"/>
                </a:lnTo>
                <a:lnTo>
                  <a:pt x="558507" y="478663"/>
                </a:lnTo>
                <a:lnTo>
                  <a:pt x="558507" y="510679"/>
                </a:lnTo>
                <a:lnTo>
                  <a:pt x="558507" y="573239"/>
                </a:lnTo>
                <a:lnTo>
                  <a:pt x="496074" y="573239"/>
                </a:lnTo>
                <a:lnTo>
                  <a:pt x="496074" y="510679"/>
                </a:lnTo>
                <a:lnTo>
                  <a:pt x="558507" y="510679"/>
                </a:lnTo>
                <a:lnTo>
                  <a:pt x="558507" y="478663"/>
                </a:lnTo>
                <a:lnTo>
                  <a:pt x="484378" y="478612"/>
                </a:lnTo>
                <a:lnTo>
                  <a:pt x="467550" y="478675"/>
                </a:lnTo>
                <a:lnTo>
                  <a:pt x="464083" y="482104"/>
                </a:lnTo>
                <a:lnTo>
                  <a:pt x="463956" y="601535"/>
                </a:lnTo>
                <a:lnTo>
                  <a:pt x="464070" y="601675"/>
                </a:lnTo>
                <a:lnTo>
                  <a:pt x="467550" y="605167"/>
                </a:lnTo>
                <a:lnTo>
                  <a:pt x="527189" y="605205"/>
                </a:lnTo>
                <a:lnTo>
                  <a:pt x="586867" y="605167"/>
                </a:lnTo>
                <a:lnTo>
                  <a:pt x="590372" y="601675"/>
                </a:lnTo>
                <a:lnTo>
                  <a:pt x="590499" y="573239"/>
                </a:lnTo>
                <a:lnTo>
                  <a:pt x="590499" y="510679"/>
                </a:lnTo>
                <a:close/>
              </a:path>
            </a:pathLst>
          </a:custGeom>
          <a:solidFill>
            <a:sysClr val="window" lastClr="FFFFFF"/>
          </a:solidFill>
          <a:ln w="3175">
            <a:solidFill>
              <a:sysClr val="window" lastClr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5036C-5CC3-593B-960C-2158957FF6C6}"/>
              </a:ext>
            </a:extLst>
          </p:cNvPr>
          <p:cNvSpPr txBox="1"/>
          <p:nvPr/>
        </p:nvSpPr>
        <p:spPr>
          <a:xfrm>
            <a:off x="191692" y="97769"/>
            <a:ext cx="11913219" cy="493981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900" b="1">
                <a:solidFill>
                  <a:schemeClr val="bg1"/>
                </a:solidFill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640C7E0-624B-211F-7169-7E858C1D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Comprehensive Services We Offer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84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9">
            <a:extLst>
              <a:ext uri="{FF2B5EF4-FFF2-40B4-BE49-F238E27FC236}">
                <a16:creationId xmlns:a16="http://schemas.microsoft.com/office/drawing/2014/main" id="{8357576C-2AC2-2369-98C0-896C6F4DE8DA}"/>
              </a:ext>
            </a:extLst>
          </p:cNvPr>
          <p:cNvSpPr/>
          <p:nvPr/>
        </p:nvSpPr>
        <p:spPr>
          <a:xfrm>
            <a:off x="4133928" y="3585625"/>
            <a:ext cx="903288" cy="2345847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B19AC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1DA6221-8D43-44E1-EABC-8221A4482C2D}"/>
              </a:ext>
            </a:extLst>
          </p:cNvPr>
          <p:cNvSpPr/>
          <p:nvPr/>
        </p:nvSpPr>
        <p:spPr>
          <a:xfrm>
            <a:off x="1244333" y="1108361"/>
            <a:ext cx="2789238" cy="2350008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E1E8F5"/>
          </a:solidFill>
        </p:spPr>
        <p:txBody>
          <a:bodyPr wrap="square" lIns="72000" tIns="108000" rIns="7200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5F8AC7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Infrastructure Services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Our services seamlessly blend business and IT, optimizing operations and enhancing performance. We maximize performance, availability, and resilience through advanced tools like analytics, automation, and AIOps, driving transformative results.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Anyplace Workplace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ServiceNow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Anywhere Data Center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Service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Always-on Network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Chaos Engineering </a:t>
            </a:r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7CAF7B9A-E880-14ED-18B1-2BA431DE44AD}"/>
              </a:ext>
            </a:extLst>
          </p:cNvPr>
          <p:cNvSpPr/>
          <p:nvPr/>
        </p:nvSpPr>
        <p:spPr>
          <a:xfrm>
            <a:off x="341179" y="1108361"/>
            <a:ext cx="903288" cy="2350008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5F8AC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D66AD095-DFA6-C4EB-2E64-276F203C2A65}"/>
              </a:ext>
            </a:extLst>
          </p:cNvPr>
          <p:cNvSpPr/>
          <p:nvPr/>
        </p:nvSpPr>
        <p:spPr>
          <a:xfrm>
            <a:off x="8829850" y="1108360"/>
            <a:ext cx="2789238" cy="2350008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FF5E6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8473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Salesforce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Global Strategic Partner to Salesforce, leveraging MuleSoft and Salesforce to provide: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Strategic Advisory and Consulting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Implementation and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Platform &amp; Data Migration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Process Optimization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Support and Maintenance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Enterprise Application Testing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04B405C1-0C4B-E0E7-8E74-FF97F7EE570B}"/>
              </a:ext>
            </a:extLst>
          </p:cNvPr>
          <p:cNvSpPr/>
          <p:nvPr/>
        </p:nvSpPr>
        <p:spPr>
          <a:xfrm>
            <a:off x="7926688" y="1108360"/>
            <a:ext cx="903288" cy="2350008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E4BE9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object 29">
            <a:extLst>
              <a:ext uri="{FF2B5EF4-FFF2-40B4-BE49-F238E27FC236}">
                <a16:creationId xmlns:a16="http://schemas.microsoft.com/office/drawing/2014/main" id="{461CDD0F-4132-01DB-3543-1AE1DEFDD82E}"/>
              </a:ext>
            </a:extLst>
          </p:cNvPr>
          <p:cNvSpPr/>
          <p:nvPr/>
        </p:nvSpPr>
        <p:spPr>
          <a:xfrm>
            <a:off x="5036763" y="1108064"/>
            <a:ext cx="2789238" cy="2350008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E6F5F0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EB5B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Cyber Security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Our integrated security solution that achieves a cohesive security environment providing real-time preventive and detective response capabilities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Threat Intelligence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Phishing Analysis  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Security Incident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Vulnerability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Identity and Access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Governance &amp; Risk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Threat Modeling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Penetration Testing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object 30">
            <a:extLst>
              <a:ext uri="{FF2B5EF4-FFF2-40B4-BE49-F238E27FC236}">
                <a16:creationId xmlns:a16="http://schemas.microsoft.com/office/drawing/2014/main" id="{94953084-423C-D3AC-D167-60707954FEED}"/>
              </a:ext>
            </a:extLst>
          </p:cNvPr>
          <p:cNvSpPr/>
          <p:nvPr/>
        </p:nvSpPr>
        <p:spPr>
          <a:xfrm>
            <a:off x="4133928" y="1108359"/>
            <a:ext cx="903288" cy="2350008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4CC0AD"/>
          </a:solidFill>
          <a:ln w="6711" cap="flat">
            <a:noFill/>
            <a:prstDash val="solid"/>
            <a:miter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E1CC3074-6DCC-F961-9740-6623FB4006CA}"/>
              </a:ext>
            </a:extLst>
          </p:cNvPr>
          <p:cNvSpPr/>
          <p:nvPr/>
        </p:nvSpPr>
        <p:spPr>
          <a:xfrm>
            <a:off x="5036763" y="3584381"/>
            <a:ext cx="2789238" cy="2345847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0E6F0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8473A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Quality Engineering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Functional Testing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Non-Functional Testing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End-to-end Automation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Performance Engineering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TDM and TEM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Service Virtualization and API testing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AI &amp; ML Infused Testing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DevSecOps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Resiliency</a:t>
            </a:r>
          </a:p>
        </p:txBody>
      </p:sp>
      <p:sp>
        <p:nvSpPr>
          <p:cNvPr id="13" name="object 39">
            <a:extLst>
              <a:ext uri="{FF2B5EF4-FFF2-40B4-BE49-F238E27FC236}">
                <a16:creationId xmlns:a16="http://schemas.microsoft.com/office/drawing/2014/main" id="{DEE38670-C885-2DAA-796E-5B1FA6140059}"/>
              </a:ext>
            </a:extLst>
          </p:cNvPr>
          <p:cNvSpPr/>
          <p:nvPr/>
        </p:nvSpPr>
        <p:spPr>
          <a:xfrm>
            <a:off x="8829850" y="3584381"/>
            <a:ext cx="2789238" cy="2340177"/>
          </a:xfrm>
          <a:custGeom>
            <a:avLst/>
            <a:gdLst/>
            <a:ahLst/>
            <a:cxnLst/>
            <a:rect l="l" t="t" r="r" b="b"/>
            <a:pathLst>
              <a:path w="3347085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7E1DF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B5B4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Process Solutions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dedicated BPS group caters to Banking &amp; Financial Services, Insurance, Title Tax Settlement, Mortgage, Travel &amp; Hospitality domains to provide: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Transformation with a ‘Digital First’ approach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Intelligent automation &amp; staffing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Automated QC, Risk management &amp; compliance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Assurance Testing</a:t>
            </a:r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object 40">
            <a:extLst>
              <a:ext uri="{FF2B5EF4-FFF2-40B4-BE49-F238E27FC236}">
                <a16:creationId xmlns:a16="http://schemas.microsoft.com/office/drawing/2014/main" id="{CF0BEC75-774A-7B08-D895-86EC41382166}"/>
              </a:ext>
            </a:extLst>
          </p:cNvPr>
          <p:cNvSpPr/>
          <p:nvPr/>
        </p:nvSpPr>
        <p:spPr>
          <a:xfrm>
            <a:off x="7926688" y="3584381"/>
            <a:ext cx="903288" cy="2345847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F5C3B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29CAE2C6-FB30-1F9A-E60F-0C73947FB015}"/>
              </a:ext>
            </a:extLst>
          </p:cNvPr>
          <p:cNvSpPr/>
          <p:nvPr/>
        </p:nvSpPr>
        <p:spPr>
          <a:xfrm>
            <a:off x="1244333" y="3582156"/>
            <a:ext cx="2789238" cy="2350008"/>
          </a:xfrm>
          <a:custGeom>
            <a:avLst/>
            <a:gdLst/>
            <a:ahLst/>
            <a:cxnLst/>
            <a:rect l="l" t="t" r="r" b="b"/>
            <a:pathLst>
              <a:path w="3347084" h="1976120">
                <a:moveTo>
                  <a:pt x="0" y="1975751"/>
                </a:moveTo>
                <a:lnTo>
                  <a:pt x="3346691" y="1975751"/>
                </a:lnTo>
                <a:lnTo>
                  <a:pt x="3346691" y="0"/>
                </a:lnTo>
                <a:lnTo>
                  <a:pt x="0" y="0"/>
                </a:lnTo>
                <a:lnTo>
                  <a:pt x="0" y="1975751"/>
                </a:lnTo>
                <a:close/>
              </a:path>
            </a:pathLst>
          </a:custGeom>
          <a:solidFill>
            <a:srgbClr val="F8E0CE"/>
          </a:solidFill>
        </p:spPr>
        <p:txBody>
          <a:bodyPr wrap="square" lIns="72000" tIns="72000" rIns="7200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68B2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ERP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ERP practice facilitates the adoption of SAP, Oracle, MS Dynamics addressing complex enterprise transformations through: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Strategic Planning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Implementation and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Platform and Data Migration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On prem to cloud migration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Business Process Optimization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Support and Maintenance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Enterprise Application Testing</a:t>
            </a:r>
          </a:p>
        </p:txBody>
      </p:sp>
      <p:sp>
        <p:nvSpPr>
          <p:cNvPr id="16" name="object 30">
            <a:extLst>
              <a:ext uri="{FF2B5EF4-FFF2-40B4-BE49-F238E27FC236}">
                <a16:creationId xmlns:a16="http://schemas.microsoft.com/office/drawing/2014/main" id="{92E1F890-86ED-2B45-BBB4-7543BEAD8E53}"/>
              </a:ext>
            </a:extLst>
          </p:cNvPr>
          <p:cNvSpPr/>
          <p:nvPr/>
        </p:nvSpPr>
        <p:spPr>
          <a:xfrm>
            <a:off x="341179" y="3584380"/>
            <a:ext cx="903288" cy="2350008"/>
          </a:xfrm>
          <a:custGeom>
            <a:avLst/>
            <a:gdLst/>
            <a:ahLst/>
            <a:cxnLst/>
            <a:rect l="l" t="t" r="r" b="b"/>
            <a:pathLst>
              <a:path w="1083945" h="1976120">
                <a:moveTo>
                  <a:pt x="1083792" y="0"/>
                </a:moveTo>
                <a:lnTo>
                  <a:pt x="0" y="0"/>
                </a:lnTo>
                <a:lnTo>
                  <a:pt x="0" y="1975751"/>
                </a:lnTo>
                <a:lnTo>
                  <a:pt x="1083792" y="1975751"/>
                </a:lnTo>
                <a:lnTo>
                  <a:pt x="1083792" y="0"/>
                </a:lnTo>
                <a:close/>
              </a:path>
            </a:pathLst>
          </a:custGeom>
          <a:solidFill>
            <a:srgbClr val="F6C194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ECEFC9A-2E6F-AE1D-4D94-B802167AD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100" y="1883701"/>
            <a:ext cx="295275" cy="4191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2FF3603-5D9F-27AD-7431-4C0A6C0544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6711" y="1874176"/>
            <a:ext cx="438150" cy="4381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970F8C7-6B86-44D7-CFE3-E2A885FD80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0959" y="1874176"/>
            <a:ext cx="438150" cy="438150"/>
          </a:xfrm>
          <a:prstGeom prst="rect">
            <a:avLst/>
          </a:prstGeom>
        </p:spPr>
      </p:pic>
      <p:pic>
        <p:nvPicPr>
          <p:cNvPr id="20" name="Graphic 55">
            <a:extLst>
              <a:ext uri="{FF2B5EF4-FFF2-40B4-BE49-F238E27FC236}">
                <a16:creationId xmlns:a16="http://schemas.microsoft.com/office/drawing/2014/main" id="{2B587536-5DA8-D596-D987-96D16ABE604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9227"/>
          <a:stretch/>
        </p:blipFill>
        <p:spPr>
          <a:xfrm>
            <a:off x="635541" y="4433850"/>
            <a:ext cx="368078" cy="371634"/>
          </a:xfrm>
          <a:prstGeom prst="rect">
            <a:avLst/>
          </a:prstGeom>
        </p:spPr>
      </p:pic>
      <p:grpSp>
        <p:nvGrpSpPr>
          <p:cNvPr id="21" name="Graphic 2">
            <a:extLst>
              <a:ext uri="{FF2B5EF4-FFF2-40B4-BE49-F238E27FC236}">
                <a16:creationId xmlns:a16="http://schemas.microsoft.com/office/drawing/2014/main" id="{5024A21C-15D8-0CDF-1CFC-B63D0CC3FF0F}"/>
              </a:ext>
            </a:extLst>
          </p:cNvPr>
          <p:cNvGrpSpPr/>
          <p:nvPr/>
        </p:nvGrpSpPr>
        <p:grpSpPr>
          <a:xfrm>
            <a:off x="4356711" y="4468885"/>
            <a:ext cx="332189" cy="301565"/>
            <a:chOff x="7157923" y="898690"/>
            <a:chExt cx="625129" cy="550185"/>
          </a:xfrm>
        </p:grpSpPr>
        <p:sp>
          <p:nvSpPr>
            <p:cNvPr id="22" name="Freeform: Shape 142">
              <a:extLst>
                <a:ext uri="{FF2B5EF4-FFF2-40B4-BE49-F238E27FC236}">
                  <a16:creationId xmlns:a16="http://schemas.microsoft.com/office/drawing/2014/main" id="{A63E48EE-B37E-E091-83F4-5A570F8FB230}"/>
                </a:ext>
              </a:extLst>
            </p:cNvPr>
            <p:cNvSpPr/>
            <p:nvPr/>
          </p:nvSpPr>
          <p:spPr>
            <a:xfrm>
              <a:off x="7228880" y="930868"/>
              <a:ext cx="515794" cy="45507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88121"/>
                <a:gd name="f7" fmla="val 689919"/>
                <a:gd name="f8" fmla="val 343743"/>
                <a:gd name="f9" fmla="val 689920"/>
                <a:gd name="f10" fmla="val 285571"/>
                <a:gd name="f11" fmla="val 225072"/>
                <a:gd name="f12" fmla="val 673632"/>
                <a:gd name="f13" fmla="val 171554"/>
                <a:gd name="f14" fmla="val 643382"/>
                <a:gd name="f15" fmla="val 164574"/>
                <a:gd name="f16" fmla="val 638728"/>
                <a:gd name="f17" fmla="val 162247"/>
                <a:gd name="f18" fmla="val 631748"/>
                <a:gd name="f19" fmla="val 166900"/>
                <a:gd name="f20" fmla="val 624767"/>
                <a:gd name="f21" fmla="val 617786"/>
                <a:gd name="f22" fmla="val 178535"/>
                <a:gd name="f23" fmla="val 615460"/>
                <a:gd name="f24" fmla="val 185516"/>
                <a:gd name="f25" fmla="val 620113"/>
                <a:gd name="f26" fmla="val 308840"/>
                <a:gd name="f27" fmla="val 692247"/>
                <a:gd name="f28" fmla="val 467068"/>
                <a:gd name="f29" fmla="val 671305"/>
                <a:gd name="f30" fmla="val 567124"/>
                <a:gd name="f31" fmla="val 568922"/>
                <a:gd name="f32" fmla="val 627623"/>
                <a:gd name="f33" fmla="val 508423"/>
                <a:gd name="f34" fmla="val 660199"/>
                <a:gd name="f35" fmla="val 429309"/>
                <a:gd name="f36" fmla="val 345542"/>
                <a:gd name="f37" fmla="val 261774"/>
                <a:gd name="f38" fmla="val 182660"/>
                <a:gd name="f39" fmla="val 122161"/>
                <a:gd name="f40" fmla="val 443799"/>
                <a:gd name="f41" fmla="val -1163"/>
                <a:gd name="f42" fmla="val 243688"/>
                <a:gd name="f43" fmla="val 120363"/>
                <a:gd name="f44" fmla="val 15653"/>
                <a:gd name="f45" fmla="val 226871"/>
                <a:gd name="f46" fmla="val -2962"/>
                <a:gd name="f47" fmla="val 387425"/>
                <a:gd name="f48" fmla="val 76152"/>
                <a:gd name="f49" fmla="val 513077"/>
                <a:gd name="f50" fmla="val 80806"/>
                <a:gd name="f51" fmla="val 520058"/>
                <a:gd name="f52" fmla="val 78479"/>
                <a:gd name="f53" fmla="val 529365"/>
                <a:gd name="f54" fmla="val 71498"/>
                <a:gd name="f55" fmla="val 531692"/>
                <a:gd name="f56" fmla="val 64518"/>
                <a:gd name="f57" fmla="val 536346"/>
                <a:gd name="f58" fmla="val 55210"/>
                <a:gd name="f59" fmla="val 534019"/>
                <a:gd name="f60" fmla="val 52883"/>
                <a:gd name="f61" fmla="val 527038"/>
                <a:gd name="f62" fmla="val -33211"/>
                <a:gd name="f63" fmla="val 389752"/>
                <a:gd name="f64" fmla="val -12269"/>
                <a:gd name="f65" fmla="val 215236"/>
                <a:gd name="f66" fmla="val 101748"/>
                <a:gd name="f67" fmla="val 101219"/>
                <a:gd name="f68" fmla="val 236707"/>
                <a:gd name="f69" fmla="val -33740"/>
                <a:gd name="f70" fmla="val 455434"/>
                <a:gd name="f71" fmla="val 588066"/>
                <a:gd name="f72" fmla="val 653219"/>
                <a:gd name="f73" fmla="val 166372"/>
                <a:gd name="f74" fmla="val 688122"/>
                <a:gd name="f75" fmla="val 252466"/>
                <a:gd name="f76" fmla="val 438617"/>
                <a:gd name="f77" fmla="val 524711"/>
                <a:gd name="f78" fmla="val 589864"/>
                <a:gd name="f79" fmla="val 520586"/>
                <a:gd name="f80" fmla="val 655017"/>
                <a:gd name="f81" fmla="val 432165"/>
                <a:gd name="f82" fmla="+- 0 0 -90"/>
                <a:gd name="f83" fmla="*/ f3 1 688121"/>
                <a:gd name="f84" fmla="*/ f4 1 689919"/>
                <a:gd name="f85" fmla="val f5"/>
                <a:gd name="f86" fmla="val f6"/>
                <a:gd name="f87" fmla="val f7"/>
                <a:gd name="f88" fmla="*/ f82 f0 1"/>
                <a:gd name="f89" fmla="+- f87 0 f85"/>
                <a:gd name="f90" fmla="+- f86 0 f85"/>
                <a:gd name="f91" fmla="*/ f88 1 f2"/>
                <a:gd name="f92" fmla="*/ f90 1 688121"/>
                <a:gd name="f93" fmla="*/ f89 1 689919"/>
                <a:gd name="f94" fmla="*/ 343743 f90 1"/>
                <a:gd name="f95" fmla="*/ 689920 f89 1"/>
                <a:gd name="f96" fmla="*/ 171554 f90 1"/>
                <a:gd name="f97" fmla="*/ 643382 f89 1"/>
                <a:gd name="f98" fmla="*/ 166900 f90 1"/>
                <a:gd name="f99" fmla="*/ 624767 f89 1"/>
                <a:gd name="f100" fmla="*/ 185516 f90 1"/>
                <a:gd name="f101" fmla="*/ 620113 f89 1"/>
                <a:gd name="f102" fmla="*/ 567124 f90 1"/>
                <a:gd name="f103" fmla="*/ 568922 f89 1"/>
                <a:gd name="f104" fmla="*/ 660199 f90 1"/>
                <a:gd name="f105" fmla="*/ 345542 f89 1"/>
                <a:gd name="f106" fmla="*/ 122161 f89 1"/>
                <a:gd name="f107" fmla="*/ 120363 f90 1"/>
                <a:gd name="f108" fmla="*/ 76152 f90 1"/>
                <a:gd name="f109" fmla="*/ 513077 f89 1"/>
                <a:gd name="f110" fmla="*/ 71498 f90 1"/>
                <a:gd name="f111" fmla="*/ 531692 f89 1"/>
                <a:gd name="f112" fmla="*/ 52883 f90 1"/>
                <a:gd name="f113" fmla="*/ 527038 f89 1"/>
                <a:gd name="f114" fmla="*/ 101748 f90 1"/>
                <a:gd name="f115" fmla="*/ 101219 f89 1"/>
                <a:gd name="f116" fmla="*/ 588066 f90 1"/>
                <a:gd name="f117" fmla="*/ 688122 f90 1"/>
                <a:gd name="f118" fmla="*/ 589864 f89 1"/>
                <a:gd name="f119" fmla="+- f91 0 f1"/>
                <a:gd name="f120" fmla="*/ f94 1 688121"/>
                <a:gd name="f121" fmla="*/ f95 1 689919"/>
                <a:gd name="f122" fmla="*/ f96 1 688121"/>
                <a:gd name="f123" fmla="*/ f97 1 689919"/>
                <a:gd name="f124" fmla="*/ f98 1 688121"/>
                <a:gd name="f125" fmla="*/ f99 1 689919"/>
                <a:gd name="f126" fmla="*/ f100 1 688121"/>
                <a:gd name="f127" fmla="*/ f101 1 689919"/>
                <a:gd name="f128" fmla="*/ f102 1 688121"/>
                <a:gd name="f129" fmla="*/ f103 1 689919"/>
                <a:gd name="f130" fmla="*/ f104 1 688121"/>
                <a:gd name="f131" fmla="*/ f105 1 689919"/>
                <a:gd name="f132" fmla="*/ f106 1 689919"/>
                <a:gd name="f133" fmla="*/ f107 1 688121"/>
                <a:gd name="f134" fmla="*/ f108 1 688121"/>
                <a:gd name="f135" fmla="*/ f109 1 689919"/>
                <a:gd name="f136" fmla="*/ f110 1 688121"/>
                <a:gd name="f137" fmla="*/ f111 1 689919"/>
                <a:gd name="f138" fmla="*/ f112 1 688121"/>
                <a:gd name="f139" fmla="*/ f113 1 689919"/>
                <a:gd name="f140" fmla="*/ f114 1 688121"/>
                <a:gd name="f141" fmla="*/ f115 1 689919"/>
                <a:gd name="f142" fmla="*/ f116 1 688121"/>
                <a:gd name="f143" fmla="*/ f117 1 688121"/>
                <a:gd name="f144" fmla="*/ f118 1 689919"/>
                <a:gd name="f145" fmla="*/ f85 1 f92"/>
                <a:gd name="f146" fmla="*/ f86 1 f92"/>
                <a:gd name="f147" fmla="*/ f85 1 f93"/>
                <a:gd name="f148" fmla="*/ f87 1 f93"/>
                <a:gd name="f149" fmla="*/ f120 1 f92"/>
                <a:gd name="f150" fmla="*/ f121 1 f93"/>
                <a:gd name="f151" fmla="*/ f122 1 f92"/>
                <a:gd name="f152" fmla="*/ f123 1 f93"/>
                <a:gd name="f153" fmla="*/ f124 1 f92"/>
                <a:gd name="f154" fmla="*/ f125 1 f93"/>
                <a:gd name="f155" fmla="*/ f126 1 f92"/>
                <a:gd name="f156" fmla="*/ f127 1 f93"/>
                <a:gd name="f157" fmla="*/ f128 1 f92"/>
                <a:gd name="f158" fmla="*/ f129 1 f93"/>
                <a:gd name="f159" fmla="*/ f130 1 f92"/>
                <a:gd name="f160" fmla="*/ f131 1 f93"/>
                <a:gd name="f161" fmla="*/ f132 1 f93"/>
                <a:gd name="f162" fmla="*/ f133 1 f92"/>
                <a:gd name="f163" fmla="*/ f134 1 f92"/>
                <a:gd name="f164" fmla="*/ f135 1 f93"/>
                <a:gd name="f165" fmla="*/ f136 1 f92"/>
                <a:gd name="f166" fmla="*/ f137 1 f93"/>
                <a:gd name="f167" fmla="*/ f138 1 f92"/>
                <a:gd name="f168" fmla="*/ f139 1 f93"/>
                <a:gd name="f169" fmla="*/ f140 1 f92"/>
                <a:gd name="f170" fmla="*/ f141 1 f93"/>
                <a:gd name="f171" fmla="*/ f142 1 f92"/>
                <a:gd name="f172" fmla="*/ f143 1 f92"/>
                <a:gd name="f173" fmla="*/ f144 1 f93"/>
                <a:gd name="f174" fmla="*/ f145 f83 1"/>
                <a:gd name="f175" fmla="*/ f146 f83 1"/>
                <a:gd name="f176" fmla="*/ f148 f84 1"/>
                <a:gd name="f177" fmla="*/ f147 f84 1"/>
                <a:gd name="f178" fmla="*/ f149 f83 1"/>
                <a:gd name="f179" fmla="*/ f150 f84 1"/>
                <a:gd name="f180" fmla="*/ f151 f83 1"/>
                <a:gd name="f181" fmla="*/ f152 f84 1"/>
                <a:gd name="f182" fmla="*/ f153 f83 1"/>
                <a:gd name="f183" fmla="*/ f154 f84 1"/>
                <a:gd name="f184" fmla="*/ f155 f83 1"/>
                <a:gd name="f185" fmla="*/ f156 f84 1"/>
                <a:gd name="f186" fmla="*/ f157 f83 1"/>
                <a:gd name="f187" fmla="*/ f158 f84 1"/>
                <a:gd name="f188" fmla="*/ f159 f83 1"/>
                <a:gd name="f189" fmla="*/ f160 f84 1"/>
                <a:gd name="f190" fmla="*/ f161 f84 1"/>
                <a:gd name="f191" fmla="*/ f162 f83 1"/>
                <a:gd name="f192" fmla="*/ f163 f83 1"/>
                <a:gd name="f193" fmla="*/ f164 f84 1"/>
                <a:gd name="f194" fmla="*/ f165 f83 1"/>
                <a:gd name="f195" fmla="*/ f166 f84 1"/>
                <a:gd name="f196" fmla="*/ f167 f83 1"/>
                <a:gd name="f197" fmla="*/ f168 f84 1"/>
                <a:gd name="f198" fmla="*/ f169 f83 1"/>
                <a:gd name="f199" fmla="*/ f170 f84 1"/>
                <a:gd name="f200" fmla="*/ f171 f83 1"/>
                <a:gd name="f201" fmla="*/ f172 f83 1"/>
                <a:gd name="f202" fmla="*/ f173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19">
                  <a:pos x="f178" y="f179"/>
                </a:cxn>
                <a:cxn ang="f119">
                  <a:pos x="f180" y="f181"/>
                </a:cxn>
                <a:cxn ang="f119">
                  <a:pos x="f182" y="f183"/>
                </a:cxn>
                <a:cxn ang="f119">
                  <a:pos x="f184" y="f185"/>
                </a:cxn>
                <a:cxn ang="f119">
                  <a:pos x="f186" y="f187"/>
                </a:cxn>
                <a:cxn ang="f119">
                  <a:pos x="f188" y="f189"/>
                </a:cxn>
                <a:cxn ang="f119">
                  <a:pos x="f186" y="f190"/>
                </a:cxn>
                <a:cxn ang="f119">
                  <a:pos x="f191" y="f190"/>
                </a:cxn>
                <a:cxn ang="f119">
                  <a:pos x="f192" y="f193"/>
                </a:cxn>
                <a:cxn ang="f119">
                  <a:pos x="f194" y="f195"/>
                </a:cxn>
                <a:cxn ang="f119">
                  <a:pos x="f196" y="f197"/>
                </a:cxn>
                <a:cxn ang="f119">
                  <a:pos x="f198" y="f199"/>
                </a:cxn>
                <a:cxn ang="f119">
                  <a:pos x="f200" y="f199"/>
                </a:cxn>
                <a:cxn ang="f119">
                  <a:pos x="f201" y="f189"/>
                </a:cxn>
                <a:cxn ang="f119">
                  <a:pos x="f200" y="f202"/>
                </a:cxn>
                <a:cxn ang="f119">
                  <a:pos x="f178" y="f179"/>
                </a:cxn>
              </a:cxnLst>
              <a:rect l="f174" t="f177" r="f175" b="f176"/>
              <a:pathLst>
                <a:path w="688121" h="689919">
                  <a:moveTo>
                    <a:pt x="f8" y="f9"/>
                  </a:moveTo>
                  <a:cubicBezTo>
                    <a:pt x="f10" y="f9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13" y="f21"/>
                    <a:pt x="f22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33"/>
                    <a:pt x="f34" y="f35"/>
                    <a:pt x="f34" y="f36"/>
                  </a:cubicBezTo>
                  <a:cubicBezTo>
                    <a:pt x="f34" y="f37"/>
                    <a:pt x="f32" y="f38"/>
                    <a:pt x="f30" y="f39"/>
                  </a:cubicBezTo>
                  <a:cubicBezTo>
                    <a:pt x="f40" y="f41"/>
                    <a:pt x="f42" y="f41"/>
                    <a:pt x="f43" y="f39"/>
                  </a:cubicBezTo>
                  <a:cubicBezTo>
                    <a:pt x="f44" y="f45"/>
                    <a:pt x="f46" y="f47"/>
                    <a:pt x="f48" y="f49"/>
                  </a:cubicBezTo>
                  <a:cubicBezTo>
                    <a:pt x="f50" y="f51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69"/>
                    <a:pt x="f71" y="f67"/>
                  </a:cubicBezTo>
                  <a:cubicBezTo>
                    <a:pt x="f72" y="f73"/>
                    <a:pt x="f74" y="f75"/>
                    <a:pt x="f74" y="f36"/>
                  </a:cubicBezTo>
                  <a:cubicBezTo>
                    <a:pt x="f74" y="f76"/>
                    <a:pt x="f72" y="f77"/>
                    <a:pt x="f71" y="f78"/>
                  </a:cubicBezTo>
                  <a:cubicBezTo>
                    <a:pt x="f79" y="f80"/>
                    <a:pt x="f81" y="f9"/>
                    <a:pt x="f8" y="f9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" name="Freeform: Shape 143">
              <a:extLst>
                <a:ext uri="{FF2B5EF4-FFF2-40B4-BE49-F238E27FC236}">
                  <a16:creationId xmlns:a16="http://schemas.microsoft.com/office/drawing/2014/main" id="{0CDBBDFD-FF88-7C42-FB32-062925236617}"/>
                </a:ext>
              </a:extLst>
            </p:cNvPr>
            <p:cNvSpPr/>
            <p:nvPr/>
          </p:nvSpPr>
          <p:spPr>
            <a:xfrm>
              <a:off x="7334731" y="1207501"/>
              <a:ext cx="438308" cy="21220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84746"/>
                <a:gd name="f7" fmla="val 321714"/>
                <a:gd name="f8" fmla="val 202533"/>
                <a:gd name="f9" fmla="val 321715"/>
                <a:gd name="f10" fmla="val 135053"/>
                <a:gd name="f11" fmla="val 67574"/>
                <a:gd name="f12" fmla="val 305426"/>
                <a:gd name="f13" fmla="val 7075"/>
                <a:gd name="f14" fmla="val 270523"/>
                <a:gd name="f15" fmla="val 94"/>
                <a:gd name="f16" fmla="val 265870"/>
                <a:gd name="f17" fmla="val -2233"/>
                <a:gd name="f18" fmla="val 258889"/>
                <a:gd name="f19" fmla="val 2421"/>
                <a:gd name="f20" fmla="val 251908"/>
                <a:gd name="f21" fmla="val 244928"/>
                <a:gd name="f22" fmla="val 14056"/>
                <a:gd name="f23" fmla="val 242601"/>
                <a:gd name="f24" fmla="val 21036"/>
                <a:gd name="f25" fmla="val 247255"/>
                <a:gd name="f26" fmla="val 162976"/>
                <a:gd name="f27" fmla="val 326368"/>
                <a:gd name="f28" fmla="val 344472"/>
                <a:gd name="f29" fmla="val 303100"/>
                <a:gd name="f30" fmla="val 460816"/>
                <a:gd name="f31" fmla="val 184429"/>
                <a:gd name="f32" fmla="val 509681"/>
                <a:gd name="f33" fmla="val 135564"/>
                <a:gd name="f34" fmla="val 542257"/>
                <a:gd name="f35" fmla="val 77392"/>
                <a:gd name="f36" fmla="val 558546"/>
                <a:gd name="f37" fmla="val 9913"/>
                <a:gd name="f38" fmla="val 560872"/>
                <a:gd name="f39" fmla="val 2932"/>
                <a:gd name="f40" fmla="val 567853"/>
                <a:gd name="f41" fmla="val -1722"/>
                <a:gd name="f42" fmla="val 574833"/>
                <a:gd name="f43" fmla="val 605"/>
                <a:gd name="f44" fmla="val 581814"/>
                <a:gd name="f45" fmla="val 586468"/>
                <a:gd name="f46" fmla="val 584141"/>
                <a:gd name="f47" fmla="val 16893"/>
                <a:gd name="f48" fmla="val 86700"/>
                <a:gd name="f49" fmla="val 530623"/>
                <a:gd name="f50" fmla="val 151852"/>
                <a:gd name="f51" fmla="val 479431"/>
                <a:gd name="f52" fmla="val 203044"/>
                <a:gd name="f53" fmla="val 404971"/>
                <a:gd name="f54" fmla="val 282158"/>
                <a:gd name="f55" fmla="val 304915"/>
                <a:gd name="f56" fmla="+- 0 0 -90"/>
                <a:gd name="f57" fmla="*/ f3 1 584746"/>
                <a:gd name="f58" fmla="*/ f4 1 321714"/>
                <a:gd name="f59" fmla="val f5"/>
                <a:gd name="f60" fmla="val f6"/>
                <a:gd name="f61" fmla="val f7"/>
                <a:gd name="f62" fmla="*/ f56 f0 1"/>
                <a:gd name="f63" fmla="+- f61 0 f59"/>
                <a:gd name="f64" fmla="+- f60 0 f59"/>
                <a:gd name="f65" fmla="*/ f62 1 f2"/>
                <a:gd name="f66" fmla="*/ f64 1 584746"/>
                <a:gd name="f67" fmla="*/ f63 1 321714"/>
                <a:gd name="f68" fmla="*/ 202533 f64 1"/>
                <a:gd name="f69" fmla="*/ 321715 f63 1"/>
                <a:gd name="f70" fmla="*/ 7075 f64 1"/>
                <a:gd name="f71" fmla="*/ 270523 f63 1"/>
                <a:gd name="f72" fmla="*/ 2421 f64 1"/>
                <a:gd name="f73" fmla="*/ 251908 f63 1"/>
                <a:gd name="f74" fmla="*/ 21036 f64 1"/>
                <a:gd name="f75" fmla="*/ 247255 f63 1"/>
                <a:gd name="f76" fmla="*/ 460816 f64 1"/>
                <a:gd name="f77" fmla="*/ 184429 f63 1"/>
                <a:gd name="f78" fmla="*/ 558546 f64 1"/>
                <a:gd name="f79" fmla="*/ 9913 f63 1"/>
                <a:gd name="f80" fmla="*/ 574833 f64 1"/>
                <a:gd name="f81" fmla="*/ 605 f63 1"/>
                <a:gd name="f82" fmla="*/ 584141 f64 1"/>
                <a:gd name="f83" fmla="*/ 16893 f63 1"/>
                <a:gd name="f84" fmla="*/ 479431 f64 1"/>
                <a:gd name="f85" fmla="*/ 203044 f63 1"/>
                <a:gd name="f86" fmla="+- f65 0 f1"/>
                <a:gd name="f87" fmla="*/ f68 1 584746"/>
                <a:gd name="f88" fmla="*/ f69 1 321714"/>
                <a:gd name="f89" fmla="*/ f70 1 584746"/>
                <a:gd name="f90" fmla="*/ f71 1 321714"/>
                <a:gd name="f91" fmla="*/ f72 1 584746"/>
                <a:gd name="f92" fmla="*/ f73 1 321714"/>
                <a:gd name="f93" fmla="*/ f74 1 584746"/>
                <a:gd name="f94" fmla="*/ f75 1 321714"/>
                <a:gd name="f95" fmla="*/ f76 1 584746"/>
                <a:gd name="f96" fmla="*/ f77 1 321714"/>
                <a:gd name="f97" fmla="*/ f78 1 584746"/>
                <a:gd name="f98" fmla="*/ f79 1 321714"/>
                <a:gd name="f99" fmla="*/ f80 1 584746"/>
                <a:gd name="f100" fmla="*/ f81 1 321714"/>
                <a:gd name="f101" fmla="*/ f82 1 584746"/>
                <a:gd name="f102" fmla="*/ f83 1 321714"/>
                <a:gd name="f103" fmla="*/ f84 1 584746"/>
                <a:gd name="f104" fmla="*/ f85 1 321714"/>
                <a:gd name="f105" fmla="*/ f59 1 f66"/>
                <a:gd name="f106" fmla="*/ f60 1 f66"/>
                <a:gd name="f107" fmla="*/ f59 1 f67"/>
                <a:gd name="f108" fmla="*/ f61 1 f67"/>
                <a:gd name="f109" fmla="*/ f87 1 f66"/>
                <a:gd name="f110" fmla="*/ f88 1 f67"/>
                <a:gd name="f111" fmla="*/ f89 1 f66"/>
                <a:gd name="f112" fmla="*/ f90 1 f67"/>
                <a:gd name="f113" fmla="*/ f91 1 f66"/>
                <a:gd name="f114" fmla="*/ f92 1 f67"/>
                <a:gd name="f115" fmla="*/ f93 1 f66"/>
                <a:gd name="f116" fmla="*/ f94 1 f67"/>
                <a:gd name="f117" fmla="*/ f95 1 f66"/>
                <a:gd name="f118" fmla="*/ f96 1 f67"/>
                <a:gd name="f119" fmla="*/ f97 1 f66"/>
                <a:gd name="f120" fmla="*/ f98 1 f67"/>
                <a:gd name="f121" fmla="*/ f99 1 f66"/>
                <a:gd name="f122" fmla="*/ f100 1 f67"/>
                <a:gd name="f123" fmla="*/ f101 1 f66"/>
                <a:gd name="f124" fmla="*/ f102 1 f67"/>
                <a:gd name="f125" fmla="*/ f103 1 f66"/>
                <a:gd name="f126" fmla="*/ f104 1 f67"/>
                <a:gd name="f127" fmla="*/ f105 f57 1"/>
                <a:gd name="f128" fmla="*/ f106 f57 1"/>
                <a:gd name="f129" fmla="*/ f108 f58 1"/>
                <a:gd name="f130" fmla="*/ f107 f58 1"/>
                <a:gd name="f131" fmla="*/ f109 f57 1"/>
                <a:gd name="f132" fmla="*/ f110 f58 1"/>
                <a:gd name="f133" fmla="*/ f111 f57 1"/>
                <a:gd name="f134" fmla="*/ f112 f58 1"/>
                <a:gd name="f135" fmla="*/ f113 f57 1"/>
                <a:gd name="f136" fmla="*/ f114 f58 1"/>
                <a:gd name="f137" fmla="*/ f115 f57 1"/>
                <a:gd name="f138" fmla="*/ f116 f58 1"/>
                <a:gd name="f139" fmla="*/ f117 f57 1"/>
                <a:gd name="f140" fmla="*/ f118 f58 1"/>
                <a:gd name="f141" fmla="*/ f119 f57 1"/>
                <a:gd name="f142" fmla="*/ f120 f58 1"/>
                <a:gd name="f143" fmla="*/ f121 f57 1"/>
                <a:gd name="f144" fmla="*/ f122 f58 1"/>
                <a:gd name="f145" fmla="*/ f123 f57 1"/>
                <a:gd name="f146" fmla="*/ f124 f58 1"/>
                <a:gd name="f147" fmla="*/ f125 f57 1"/>
                <a:gd name="f148" fmla="*/ f126 f5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86">
                  <a:pos x="f131" y="f132"/>
                </a:cxn>
                <a:cxn ang="f86">
                  <a:pos x="f133" y="f134"/>
                </a:cxn>
                <a:cxn ang="f86">
                  <a:pos x="f135" y="f136"/>
                </a:cxn>
                <a:cxn ang="f86">
                  <a:pos x="f137" y="f138"/>
                </a:cxn>
                <a:cxn ang="f86">
                  <a:pos x="f139" y="f140"/>
                </a:cxn>
                <a:cxn ang="f86">
                  <a:pos x="f141" y="f142"/>
                </a:cxn>
                <a:cxn ang="f86">
                  <a:pos x="f143" y="f144"/>
                </a:cxn>
                <a:cxn ang="f86">
                  <a:pos x="f145" y="f146"/>
                </a:cxn>
                <a:cxn ang="f86">
                  <a:pos x="f147" y="f148"/>
                </a:cxn>
                <a:cxn ang="f86">
                  <a:pos x="f131" y="f132"/>
                </a:cxn>
              </a:cxnLst>
              <a:rect l="f127" t="f130" r="f128" b="f129"/>
              <a:pathLst>
                <a:path w="584746" h="321714">
                  <a:moveTo>
                    <a:pt x="f8" y="f9"/>
                  </a:moveTo>
                  <a:cubicBezTo>
                    <a:pt x="f10" y="f9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13" y="f21"/>
                    <a:pt x="f22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33"/>
                    <a:pt x="f34" y="f35"/>
                    <a:pt x="f36" y="f37"/>
                  </a:cubicBezTo>
                  <a:cubicBezTo>
                    <a:pt x="f38" y="f39"/>
                    <a:pt x="f40" y="f41"/>
                    <a:pt x="f42" y="f43"/>
                  </a:cubicBezTo>
                  <a:cubicBezTo>
                    <a:pt x="f44" y="f39"/>
                    <a:pt x="f45" y="f37"/>
                    <a:pt x="f46" y="f47"/>
                  </a:cubicBezTo>
                  <a:cubicBezTo>
                    <a:pt x="f40" y="f48"/>
                    <a:pt x="f49" y="f50"/>
                    <a:pt x="f51" y="f52"/>
                  </a:cubicBezTo>
                  <a:cubicBezTo>
                    <a:pt x="f53" y="f54"/>
                    <a:pt x="f55" y="f9"/>
                    <a:pt x="f8" y="f9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" name="Freeform: Shape 144">
              <a:extLst>
                <a:ext uri="{FF2B5EF4-FFF2-40B4-BE49-F238E27FC236}">
                  <a16:creationId xmlns:a16="http://schemas.microsoft.com/office/drawing/2014/main" id="{30F89B33-1708-7353-C746-3A965D18C238}"/>
                </a:ext>
              </a:extLst>
            </p:cNvPr>
            <p:cNvSpPr/>
            <p:nvPr/>
          </p:nvSpPr>
          <p:spPr>
            <a:xfrm>
              <a:off x="7617290" y="933099"/>
              <a:ext cx="51334" cy="353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8490"/>
                <a:gd name="f7" fmla="val 53612"/>
                <a:gd name="f8" fmla="val 55939"/>
                <a:gd name="f9" fmla="val 53613"/>
                <a:gd name="f10" fmla="val 48959"/>
                <a:gd name="f11" fmla="val 46632"/>
                <a:gd name="f12" fmla="val 51286"/>
                <a:gd name="f13" fmla="val 34997"/>
                <a:gd name="f14" fmla="val 41978"/>
                <a:gd name="f15" fmla="val 21036"/>
                <a:gd name="f16" fmla="val 32671"/>
                <a:gd name="f17" fmla="val 7075"/>
                <a:gd name="f18" fmla="val 25690"/>
                <a:gd name="f19" fmla="val 94"/>
                <a:gd name="f20" fmla="val -2233"/>
                <a:gd name="f21" fmla="val 14056"/>
                <a:gd name="f22" fmla="val 2421"/>
                <a:gd name="f23" fmla="val 11729"/>
                <a:gd name="f24" fmla="val 62920"/>
                <a:gd name="f25" fmla="val 30344"/>
                <a:gd name="f26" fmla="val 69901"/>
                <a:gd name="f27" fmla="val 44305"/>
                <a:gd name="f28" fmla="val 65247"/>
                <a:gd name="f29" fmla="val 60593"/>
                <a:gd name="f30" fmla="+- 0 0 -90"/>
                <a:gd name="f31" fmla="*/ f3 1 68490"/>
                <a:gd name="f32" fmla="*/ f4 1 53612"/>
                <a:gd name="f33" fmla="val f5"/>
                <a:gd name="f34" fmla="val f6"/>
                <a:gd name="f35" fmla="val f7"/>
                <a:gd name="f36" fmla="*/ f30 f0 1"/>
                <a:gd name="f37" fmla="+- f35 0 f33"/>
                <a:gd name="f38" fmla="+- f34 0 f33"/>
                <a:gd name="f39" fmla="*/ f36 1 f2"/>
                <a:gd name="f40" fmla="*/ f38 1 68490"/>
                <a:gd name="f41" fmla="*/ f37 1 53612"/>
                <a:gd name="f42" fmla="*/ 55939 f38 1"/>
                <a:gd name="f43" fmla="*/ 53613 f37 1"/>
                <a:gd name="f44" fmla="*/ 46632 f38 1"/>
                <a:gd name="f45" fmla="*/ 51286 f37 1"/>
                <a:gd name="f46" fmla="*/ 7075 f38 1"/>
                <a:gd name="f47" fmla="*/ 25690 f37 1"/>
                <a:gd name="f48" fmla="*/ 2421 f38 1"/>
                <a:gd name="f49" fmla="*/ 7075 f37 1"/>
                <a:gd name="f50" fmla="*/ 21036 f38 1"/>
                <a:gd name="f51" fmla="*/ 2421 f37 1"/>
                <a:gd name="f52" fmla="*/ 62920 f38 1"/>
                <a:gd name="f53" fmla="*/ 30344 f37 1"/>
                <a:gd name="f54" fmla="*/ 65247 f38 1"/>
                <a:gd name="f55" fmla="*/ 48959 f37 1"/>
                <a:gd name="f56" fmla="+- f39 0 f1"/>
                <a:gd name="f57" fmla="*/ f42 1 68490"/>
                <a:gd name="f58" fmla="*/ f43 1 53612"/>
                <a:gd name="f59" fmla="*/ f44 1 68490"/>
                <a:gd name="f60" fmla="*/ f45 1 53612"/>
                <a:gd name="f61" fmla="*/ f46 1 68490"/>
                <a:gd name="f62" fmla="*/ f47 1 53612"/>
                <a:gd name="f63" fmla="*/ f48 1 68490"/>
                <a:gd name="f64" fmla="*/ f49 1 53612"/>
                <a:gd name="f65" fmla="*/ f50 1 68490"/>
                <a:gd name="f66" fmla="*/ f51 1 53612"/>
                <a:gd name="f67" fmla="*/ f52 1 68490"/>
                <a:gd name="f68" fmla="*/ f53 1 53612"/>
                <a:gd name="f69" fmla="*/ f54 1 68490"/>
                <a:gd name="f70" fmla="*/ f55 1 53612"/>
                <a:gd name="f71" fmla="*/ f33 1 f40"/>
                <a:gd name="f72" fmla="*/ f34 1 f40"/>
                <a:gd name="f73" fmla="*/ f33 1 f41"/>
                <a:gd name="f74" fmla="*/ f35 1 f41"/>
                <a:gd name="f75" fmla="*/ f57 1 f40"/>
                <a:gd name="f76" fmla="*/ f58 1 f41"/>
                <a:gd name="f77" fmla="*/ f59 1 f40"/>
                <a:gd name="f78" fmla="*/ f60 1 f41"/>
                <a:gd name="f79" fmla="*/ f61 1 f40"/>
                <a:gd name="f80" fmla="*/ f62 1 f41"/>
                <a:gd name="f81" fmla="*/ f63 1 f40"/>
                <a:gd name="f82" fmla="*/ f64 1 f41"/>
                <a:gd name="f83" fmla="*/ f65 1 f40"/>
                <a:gd name="f84" fmla="*/ f66 1 f41"/>
                <a:gd name="f85" fmla="*/ f67 1 f40"/>
                <a:gd name="f86" fmla="*/ f68 1 f41"/>
                <a:gd name="f87" fmla="*/ f69 1 f40"/>
                <a:gd name="f88" fmla="*/ f70 1 f41"/>
                <a:gd name="f89" fmla="*/ f71 f31 1"/>
                <a:gd name="f90" fmla="*/ f72 f31 1"/>
                <a:gd name="f91" fmla="*/ f74 f32 1"/>
                <a:gd name="f92" fmla="*/ f73 f32 1"/>
                <a:gd name="f93" fmla="*/ f75 f31 1"/>
                <a:gd name="f94" fmla="*/ f76 f32 1"/>
                <a:gd name="f95" fmla="*/ f77 f31 1"/>
                <a:gd name="f96" fmla="*/ f78 f32 1"/>
                <a:gd name="f97" fmla="*/ f79 f31 1"/>
                <a:gd name="f98" fmla="*/ f80 f32 1"/>
                <a:gd name="f99" fmla="*/ f81 f31 1"/>
                <a:gd name="f100" fmla="*/ f82 f32 1"/>
                <a:gd name="f101" fmla="*/ f83 f31 1"/>
                <a:gd name="f102" fmla="*/ f84 f32 1"/>
                <a:gd name="f103" fmla="*/ f85 f31 1"/>
                <a:gd name="f104" fmla="*/ f86 f32 1"/>
                <a:gd name="f105" fmla="*/ f87 f31 1"/>
                <a:gd name="f106" fmla="*/ f88 f3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6">
                  <a:pos x="f93" y="f94"/>
                </a:cxn>
                <a:cxn ang="f56">
                  <a:pos x="f95" y="f96"/>
                </a:cxn>
                <a:cxn ang="f56">
                  <a:pos x="f97" y="f98"/>
                </a:cxn>
                <a:cxn ang="f56">
                  <a:pos x="f99" y="f100"/>
                </a:cxn>
                <a:cxn ang="f56">
                  <a:pos x="f101" y="f102"/>
                </a:cxn>
                <a:cxn ang="f56">
                  <a:pos x="f103" y="f104"/>
                </a:cxn>
                <a:cxn ang="f56">
                  <a:pos x="f105" y="f106"/>
                </a:cxn>
                <a:cxn ang="f56">
                  <a:pos x="f93" y="f94"/>
                </a:cxn>
              </a:cxnLst>
              <a:rect l="f89" t="f92" r="f90" b="f91"/>
              <a:pathLst>
                <a:path w="68490" h="53612">
                  <a:moveTo>
                    <a:pt x="f8" y="f9"/>
                  </a:moveTo>
                  <a:cubicBezTo>
                    <a:pt x="f9" y="f9"/>
                    <a:pt x="f10" y="f9"/>
                    <a:pt x="f11" y="f12"/>
                  </a:cubicBezTo>
                  <a:cubicBezTo>
                    <a:pt x="f13" y="f14"/>
                    <a:pt x="f15" y="f16"/>
                    <a:pt x="f17" y="f18"/>
                  </a:cubicBezTo>
                  <a:cubicBezTo>
                    <a:pt x="f19" y="f15"/>
                    <a:pt x="f20" y="f21"/>
                    <a:pt x="f22" y="f17"/>
                  </a:cubicBezTo>
                  <a:cubicBezTo>
                    <a:pt x="f17" y="f19"/>
                    <a:pt x="f21" y="f20"/>
                    <a:pt x="f15" y="f22"/>
                  </a:cubicBezTo>
                  <a:cubicBezTo>
                    <a:pt x="f13" y="f23"/>
                    <a:pt x="f12" y="f15"/>
                    <a:pt x="f24" y="f25"/>
                  </a:cubicBezTo>
                  <a:cubicBezTo>
                    <a:pt x="f26" y="f13"/>
                    <a:pt x="f26" y="f27"/>
                    <a:pt x="f28" y="f10"/>
                  </a:cubicBezTo>
                  <a:cubicBezTo>
                    <a:pt x="f24" y="f12"/>
                    <a:pt x="f29" y="f9"/>
                    <a:pt x="f8" y="f9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" name="Freeform: Shape 145">
              <a:extLst>
                <a:ext uri="{FF2B5EF4-FFF2-40B4-BE49-F238E27FC236}">
                  <a16:creationId xmlns:a16="http://schemas.microsoft.com/office/drawing/2014/main" id="{4A721FE7-E968-F0EA-72C1-59307C50F301}"/>
                </a:ext>
              </a:extLst>
            </p:cNvPr>
            <p:cNvSpPr/>
            <p:nvPr/>
          </p:nvSpPr>
          <p:spPr>
            <a:xfrm>
              <a:off x="7691667" y="984744"/>
              <a:ext cx="91385" cy="15869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21914"/>
                <a:gd name="f7" fmla="val 240585"/>
                <a:gd name="f8" fmla="val 105626"/>
                <a:gd name="f9" fmla="val 98645"/>
                <a:gd name="f10" fmla="val 91665"/>
                <a:gd name="f11" fmla="val 235931"/>
                <a:gd name="f12" fmla="val 228951"/>
                <a:gd name="f13" fmla="val 89338"/>
                <a:gd name="f14" fmla="val 203355"/>
                <a:gd name="f15" fmla="val 84684"/>
                <a:gd name="f16" fmla="val 180086"/>
                <a:gd name="f17" fmla="val 77703"/>
                <a:gd name="f18" fmla="val 154491"/>
                <a:gd name="f19" fmla="val 75376"/>
                <a:gd name="f20" fmla="val 147510"/>
                <a:gd name="f21" fmla="val 80031"/>
                <a:gd name="f22" fmla="val 138202"/>
                <a:gd name="f23" fmla="val 87011"/>
                <a:gd name="f24" fmla="val 135876"/>
                <a:gd name="f25" fmla="val 93992"/>
                <a:gd name="f26" fmla="val 133549"/>
                <a:gd name="f27" fmla="val 103299"/>
                <a:gd name="f28" fmla="val 145183"/>
                <a:gd name="f29" fmla="val 112607"/>
                <a:gd name="f30" fmla="val 170779"/>
                <a:gd name="f31" fmla="val 119587"/>
                <a:gd name="f32" fmla="val 198701"/>
                <a:gd name="f33" fmla="val 224297"/>
                <a:gd name="f34" fmla="val 233604"/>
                <a:gd name="f35" fmla="val 114934"/>
                <a:gd name="f36" fmla="val 59089"/>
                <a:gd name="f37" fmla="val 54435"/>
                <a:gd name="f38" fmla="val 49781"/>
                <a:gd name="f39" fmla="val 47454"/>
                <a:gd name="f40" fmla="val 35820"/>
                <a:gd name="f41" fmla="val 63742"/>
                <a:gd name="f42" fmla="val 19531"/>
                <a:gd name="f43" fmla="val 42800"/>
                <a:gd name="f44" fmla="val 3243"/>
                <a:gd name="f45" fmla="val 24185"/>
                <a:gd name="f46" fmla="val -1410"/>
                <a:gd name="f47" fmla="val 17205"/>
                <a:gd name="f48" fmla="val 10224"/>
                <a:gd name="f49" fmla="val 5570"/>
                <a:gd name="f50" fmla="val 12551"/>
                <a:gd name="f51" fmla="val 26512"/>
                <a:gd name="f52" fmla="val 45127"/>
                <a:gd name="f53" fmla="val 73049"/>
                <a:gd name="f54" fmla="val 70723"/>
                <a:gd name="f55" fmla="val 77704"/>
                <a:gd name="f56" fmla="val 68396"/>
                <a:gd name="f57" fmla="val 61415"/>
                <a:gd name="f58" fmla="+- 0 0 -90"/>
                <a:gd name="f59" fmla="*/ f3 1 121914"/>
                <a:gd name="f60" fmla="*/ f4 1 240585"/>
                <a:gd name="f61" fmla="val f5"/>
                <a:gd name="f62" fmla="val f6"/>
                <a:gd name="f63" fmla="val f7"/>
                <a:gd name="f64" fmla="*/ f58 f0 1"/>
                <a:gd name="f65" fmla="+- f63 0 f61"/>
                <a:gd name="f66" fmla="+- f62 0 f61"/>
                <a:gd name="f67" fmla="*/ f64 1 f2"/>
                <a:gd name="f68" fmla="*/ f66 1 121914"/>
                <a:gd name="f69" fmla="*/ f65 1 240585"/>
                <a:gd name="f70" fmla="*/ 105626 f66 1"/>
                <a:gd name="f71" fmla="*/ 240585 f65 1"/>
                <a:gd name="f72" fmla="*/ 91665 f66 1"/>
                <a:gd name="f73" fmla="*/ 228951 f65 1"/>
                <a:gd name="f74" fmla="*/ 77703 f66 1"/>
                <a:gd name="f75" fmla="*/ 154491 f65 1"/>
                <a:gd name="f76" fmla="*/ 87011 f66 1"/>
                <a:gd name="f77" fmla="*/ 135876 f65 1"/>
                <a:gd name="f78" fmla="*/ 145183 f65 1"/>
                <a:gd name="f79" fmla="*/ 121914 f66 1"/>
                <a:gd name="f80" fmla="*/ 224297 f65 1"/>
                <a:gd name="f81" fmla="*/ 59089 f66 1"/>
                <a:gd name="f82" fmla="*/ 91665 f65 1"/>
                <a:gd name="f83" fmla="*/ 47454 f66 1"/>
                <a:gd name="f84" fmla="*/ 84684 f65 1"/>
                <a:gd name="f85" fmla="*/ 3243 f66 1"/>
                <a:gd name="f86" fmla="*/ 24185 f65 1"/>
                <a:gd name="f87" fmla="*/ 5570 f66 1"/>
                <a:gd name="f88" fmla="*/ 3243 f65 1"/>
                <a:gd name="f89" fmla="*/ 26512 f66 1"/>
                <a:gd name="f90" fmla="*/ 5570 f65 1"/>
                <a:gd name="f91" fmla="*/ 73049 f66 1"/>
                <a:gd name="f92" fmla="*/ 70723 f65 1"/>
                <a:gd name="f93" fmla="*/ 68396 f66 1"/>
                <a:gd name="f94" fmla="*/ 89338 f65 1"/>
                <a:gd name="f95" fmla="+- f67 0 f1"/>
                <a:gd name="f96" fmla="*/ f70 1 121914"/>
                <a:gd name="f97" fmla="*/ f71 1 240585"/>
                <a:gd name="f98" fmla="*/ f72 1 121914"/>
                <a:gd name="f99" fmla="*/ f73 1 240585"/>
                <a:gd name="f100" fmla="*/ f74 1 121914"/>
                <a:gd name="f101" fmla="*/ f75 1 240585"/>
                <a:gd name="f102" fmla="*/ f76 1 121914"/>
                <a:gd name="f103" fmla="*/ f77 1 240585"/>
                <a:gd name="f104" fmla="*/ f78 1 240585"/>
                <a:gd name="f105" fmla="*/ f79 1 121914"/>
                <a:gd name="f106" fmla="*/ f80 1 240585"/>
                <a:gd name="f107" fmla="*/ f81 1 121914"/>
                <a:gd name="f108" fmla="*/ f82 1 240585"/>
                <a:gd name="f109" fmla="*/ f83 1 121914"/>
                <a:gd name="f110" fmla="*/ f84 1 240585"/>
                <a:gd name="f111" fmla="*/ f85 1 121914"/>
                <a:gd name="f112" fmla="*/ f86 1 240585"/>
                <a:gd name="f113" fmla="*/ f87 1 121914"/>
                <a:gd name="f114" fmla="*/ f88 1 240585"/>
                <a:gd name="f115" fmla="*/ f89 1 121914"/>
                <a:gd name="f116" fmla="*/ f90 1 240585"/>
                <a:gd name="f117" fmla="*/ f91 1 121914"/>
                <a:gd name="f118" fmla="*/ f92 1 240585"/>
                <a:gd name="f119" fmla="*/ f93 1 121914"/>
                <a:gd name="f120" fmla="*/ f94 1 240585"/>
                <a:gd name="f121" fmla="*/ f61 1 f68"/>
                <a:gd name="f122" fmla="*/ f62 1 f68"/>
                <a:gd name="f123" fmla="*/ f61 1 f69"/>
                <a:gd name="f124" fmla="*/ f63 1 f69"/>
                <a:gd name="f125" fmla="*/ f96 1 f68"/>
                <a:gd name="f126" fmla="*/ f97 1 f69"/>
                <a:gd name="f127" fmla="*/ f98 1 f68"/>
                <a:gd name="f128" fmla="*/ f99 1 f69"/>
                <a:gd name="f129" fmla="*/ f100 1 f68"/>
                <a:gd name="f130" fmla="*/ f101 1 f69"/>
                <a:gd name="f131" fmla="*/ f102 1 f68"/>
                <a:gd name="f132" fmla="*/ f103 1 f69"/>
                <a:gd name="f133" fmla="*/ f104 1 f69"/>
                <a:gd name="f134" fmla="*/ f105 1 f68"/>
                <a:gd name="f135" fmla="*/ f106 1 f69"/>
                <a:gd name="f136" fmla="*/ f107 1 f68"/>
                <a:gd name="f137" fmla="*/ f108 1 f69"/>
                <a:gd name="f138" fmla="*/ f109 1 f68"/>
                <a:gd name="f139" fmla="*/ f110 1 f69"/>
                <a:gd name="f140" fmla="*/ f111 1 f68"/>
                <a:gd name="f141" fmla="*/ f112 1 f69"/>
                <a:gd name="f142" fmla="*/ f113 1 f68"/>
                <a:gd name="f143" fmla="*/ f114 1 f69"/>
                <a:gd name="f144" fmla="*/ f115 1 f68"/>
                <a:gd name="f145" fmla="*/ f116 1 f69"/>
                <a:gd name="f146" fmla="*/ f117 1 f68"/>
                <a:gd name="f147" fmla="*/ f118 1 f69"/>
                <a:gd name="f148" fmla="*/ f119 1 f68"/>
                <a:gd name="f149" fmla="*/ f120 1 f69"/>
                <a:gd name="f150" fmla="*/ f121 f59 1"/>
                <a:gd name="f151" fmla="*/ f122 f59 1"/>
                <a:gd name="f152" fmla="*/ f124 f60 1"/>
                <a:gd name="f153" fmla="*/ f123 f60 1"/>
                <a:gd name="f154" fmla="*/ f125 f59 1"/>
                <a:gd name="f155" fmla="*/ f126 f60 1"/>
                <a:gd name="f156" fmla="*/ f127 f59 1"/>
                <a:gd name="f157" fmla="*/ f128 f60 1"/>
                <a:gd name="f158" fmla="*/ f129 f59 1"/>
                <a:gd name="f159" fmla="*/ f130 f60 1"/>
                <a:gd name="f160" fmla="*/ f131 f59 1"/>
                <a:gd name="f161" fmla="*/ f132 f60 1"/>
                <a:gd name="f162" fmla="*/ f133 f60 1"/>
                <a:gd name="f163" fmla="*/ f134 f59 1"/>
                <a:gd name="f164" fmla="*/ f135 f60 1"/>
                <a:gd name="f165" fmla="*/ f136 f59 1"/>
                <a:gd name="f166" fmla="*/ f137 f60 1"/>
                <a:gd name="f167" fmla="*/ f138 f59 1"/>
                <a:gd name="f168" fmla="*/ f139 f60 1"/>
                <a:gd name="f169" fmla="*/ f140 f59 1"/>
                <a:gd name="f170" fmla="*/ f141 f60 1"/>
                <a:gd name="f171" fmla="*/ f142 f59 1"/>
                <a:gd name="f172" fmla="*/ f143 f60 1"/>
                <a:gd name="f173" fmla="*/ f144 f59 1"/>
                <a:gd name="f174" fmla="*/ f145 f60 1"/>
                <a:gd name="f175" fmla="*/ f146 f59 1"/>
                <a:gd name="f176" fmla="*/ f147 f60 1"/>
                <a:gd name="f177" fmla="*/ f148 f59 1"/>
                <a:gd name="f178" fmla="*/ f149 f6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95">
                  <a:pos x="f154" y="f155"/>
                </a:cxn>
                <a:cxn ang="f95">
                  <a:pos x="f156" y="f157"/>
                </a:cxn>
                <a:cxn ang="f95">
                  <a:pos x="f158" y="f159"/>
                </a:cxn>
                <a:cxn ang="f95">
                  <a:pos x="f160" y="f161"/>
                </a:cxn>
                <a:cxn ang="f95">
                  <a:pos x="f154" y="f162"/>
                </a:cxn>
                <a:cxn ang="f95">
                  <a:pos x="f163" y="f164"/>
                </a:cxn>
                <a:cxn ang="f95">
                  <a:pos x="f154" y="f155"/>
                </a:cxn>
                <a:cxn ang="f95">
                  <a:pos x="f154" y="f155"/>
                </a:cxn>
                <a:cxn ang="f95">
                  <a:pos x="f165" y="f166"/>
                </a:cxn>
                <a:cxn ang="f95">
                  <a:pos x="f167" y="f168"/>
                </a:cxn>
                <a:cxn ang="f95">
                  <a:pos x="f169" y="f170"/>
                </a:cxn>
                <a:cxn ang="f95">
                  <a:pos x="f171" y="f172"/>
                </a:cxn>
                <a:cxn ang="f95">
                  <a:pos x="f173" y="f174"/>
                </a:cxn>
                <a:cxn ang="f95">
                  <a:pos x="f175" y="f176"/>
                </a:cxn>
                <a:cxn ang="f95">
                  <a:pos x="f177" y="f178"/>
                </a:cxn>
                <a:cxn ang="f95">
                  <a:pos x="f165" y="f166"/>
                </a:cxn>
              </a:cxnLst>
              <a:rect l="f150" t="f153" r="f151" b="f152"/>
              <a:pathLst>
                <a:path w="121914" h="240585">
                  <a:moveTo>
                    <a:pt x="f8" y="f7"/>
                  </a:moveTo>
                  <a:cubicBezTo>
                    <a:pt x="f9" y="f7"/>
                    <a:pt x="f10" y="f11"/>
                    <a:pt x="f10" y="f12"/>
                  </a:cubicBezTo>
                  <a:cubicBezTo>
                    <a:pt x="f13" y="f14"/>
                    <a:pt x="f15" y="f16"/>
                    <a:pt x="f17" y="f18"/>
                  </a:cubicBezTo>
                  <a:cubicBezTo>
                    <a:pt x="f19" y="f20"/>
                    <a:pt x="f21" y="f22"/>
                    <a:pt x="f23" y="f24"/>
                  </a:cubicBezTo>
                  <a:cubicBezTo>
                    <a:pt x="f25" y="f26"/>
                    <a:pt x="f27" y="f22"/>
                    <a:pt x="f8" y="f28"/>
                  </a:cubicBezTo>
                  <a:cubicBezTo>
                    <a:pt x="f29" y="f30"/>
                    <a:pt x="f31" y="f32"/>
                    <a:pt x="f6" y="f33"/>
                  </a:cubicBezTo>
                  <a:cubicBezTo>
                    <a:pt x="f31" y="f34"/>
                    <a:pt x="f35" y="f7"/>
                    <a:pt x="f8" y="f7"/>
                  </a:cubicBezTo>
                  <a:cubicBezTo>
                    <a:pt x="f8" y="f7"/>
                    <a:pt x="f8" y="f7"/>
                    <a:pt x="f8" y="f7"/>
                  </a:cubicBezTo>
                  <a:close/>
                  <a:moveTo>
                    <a:pt x="f36" y="f10"/>
                  </a:moveTo>
                  <a:cubicBezTo>
                    <a:pt x="f37" y="f10"/>
                    <a:pt x="f38" y="f13"/>
                    <a:pt x="f39" y="f15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6" y="f48"/>
                    <a:pt x="f49" y="f44"/>
                  </a:cubicBezTo>
                  <a:cubicBezTo>
                    <a:pt x="f50" y="f46"/>
                    <a:pt x="f42" y="f46"/>
                    <a:pt x="f51" y="f49"/>
                  </a:cubicBezTo>
                  <a:cubicBezTo>
                    <a:pt x="f52" y="f51"/>
                    <a:pt x="f36" y="f39"/>
                    <a:pt x="f53" y="f54"/>
                  </a:cubicBezTo>
                  <a:cubicBezTo>
                    <a:pt x="f17" y="f55"/>
                    <a:pt x="f19" y="f23"/>
                    <a:pt x="f56" y="f13"/>
                  </a:cubicBezTo>
                  <a:cubicBezTo>
                    <a:pt x="f41" y="f10"/>
                    <a:pt x="f57" y="f10"/>
                    <a:pt x="f36" y="f10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" name="Freeform: Shape 146">
              <a:extLst>
                <a:ext uri="{FF2B5EF4-FFF2-40B4-BE49-F238E27FC236}">
                  <a16:creationId xmlns:a16="http://schemas.microsoft.com/office/drawing/2014/main" id="{F6540556-B0F6-B9BA-DC54-58CCDEE861FE}"/>
                </a:ext>
              </a:extLst>
            </p:cNvPr>
            <p:cNvSpPr/>
            <p:nvPr/>
          </p:nvSpPr>
          <p:spPr>
            <a:xfrm>
              <a:off x="7754697" y="1176905"/>
              <a:ext cx="26956" cy="4941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964"/>
                <a:gd name="f7" fmla="val 74916"/>
                <a:gd name="f8" fmla="val 12239"/>
                <a:gd name="f9" fmla="val 74917"/>
                <a:gd name="f10" fmla="val 9913"/>
                <a:gd name="f11" fmla="val 2932"/>
                <a:gd name="f12" fmla="val 72590"/>
                <a:gd name="f13" fmla="val -1721"/>
                <a:gd name="f14" fmla="val 65609"/>
                <a:gd name="f15" fmla="val 605"/>
                <a:gd name="f16" fmla="val 58628"/>
                <a:gd name="f17" fmla="val 5259"/>
                <a:gd name="f18" fmla="val 42340"/>
                <a:gd name="f19" fmla="val 7586"/>
                <a:gd name="f20" fmla="val 28379"/>
                <a:gd name="f21" fmla="val 12091"/>
                <a:gd name="f22" fmla="val 5110"/>
                <a:gd name="f23" fmla="val 14566"/>
                <a:gd name="f24" fmla="val -1870"/>
                <a:gd name="f25" fmla="val 23874"/>
                <a:gd name="f26" fmla="val 456"/>
                <a:gd name="f27" fmla="val 30855"/>
                <a:gd name="f28" fmla="val 37835"/>
                <a:gd name="f29" fmla="val 7437"/>
                <a:gd name="f30" fmla="val 35508"/>
                <a:gd name="f31" fmla="val 16745"/>
                <a:gd name="f32" fmla="val 33182"/>
                <a:gd name="f33" fmla="val 33033"/>
                <a:gd name="f34" fmla="val 51648"/>
                <a:gd name="f35" fmla="val 26201"/>
                <a:gd name="f36" fmla="val 67936"/>
                <a:gd name="f37" fmla="val 19221"/>
                <a:gd name="f38" fmla="+- 0 0 -90"/>
                <a:gd name="f39" fmla="*/ f3 1 35964"/>
                <a:gd name="f40" fmla="*/ f4 1 74916"/>
                <a:gd name="f41" fmla="val f5"/>
                <a:gd name="f42" fmla="val f6"/>
                <a:gd name="f43" fmla="val f7"/>
                <a:gd name="f44" fmla="*/ f38 f0 1"/>
                <a:gd name="f45" fmla="+- f43 0 f41"/>
                <a:gd name="f46" fmla="+- f42 0 f41"/>
                <a:gd name="f47" fmla="*/ f44 1 f2"/>
                <a:gd name="f48" fmla="*/ f46 1 35964"/>
                <a:gd name="f49" fmla="*/ f45 1 74916"/>
                <a:gd name="f50" fmla="*/ 12239 f46 1"/>
                <a:gd name="f51" fmla="*/ 74917 f45 1"/>
                <a:gd name="f52" fmla="*/ 9913 f46 1"/>
                <a:gd name="f53" fmla="*/ 605 f46 1"/>
                <a:gd name="f54" fmla="*/ 58628 f45 1"/>
                <a:gd name="f55" fmla="*/ 7586 f46 1"/>
                <a:gd name="f56" fmla="*/ 12091 f45 1"/>
                <a:gd name="f57" fmla="*/ 23874 f46 1"/>
                <a:gd name="f58" fmla="*/ 456 f45 1"/>
                <a:gd name="f59" fmla="*/ 35508 f46 1"/>
                <a:gd name="f60" fmla="*/ 16745 f45 1"/>
                <a:gd name="f61" fmla="*/ 26201 f46 1"/>
                <a:gd name="f62" fmla="*/ 67936 f45 1"/>
                <a:gd name="f63" fmla="+- f47 0 f1"/>
                <a:gd name="f64" fmla="*/ f50 1 35964"/>
                <a:gd name="f65" fmla="*/ f51 1 74916"/>
                <a:gd name="f66" fmla="*/ f52 1 35964"/>
                <a:gd name="f67" fmla="*/ f53 1 35964"/>
                <a:gd name="f68" fmla="*/ f54 1 74916"/>
                <a:gd name="f69" fmla="*/ f55 1 35964"/>
                <a:gd name="f70" fmla="*/ f56 1 74916"/>
                <a:gd name="f71" fmla="*/ f57 1 35964"/>
                <a:gd name="f72" fmla="*/ f58 1 74916"/>
                <a:gd name="f73" fmla="*/ f59 1 35964"/>
                <a:gd name="f74" fmla="*/ f60 1 74916"/>
                <a:gd name="f75" fmla="*/ f61 1 35964"/>
                <a:gd name="f76" fmla="*/ f62 1 74916"/>
                <a:gd name="f77" fmla="*/ f41 1 f48"/>
                <a:gd name="f78" fmla="*/ f42 1 f48"/>
                <a:gd name="f79" fmla="*/ f41 1 f49"/>
                <a:gd name="f80" fmla="*/ f43 1 f49"/>
                <a:gd name="f81" fmla="*/ f64 1 f48"/>
                <a:gd name="f82" fmla="*/ f65 1 f49"/>
                <a:gd name="f83" fmla="*/ f66 1 f48"/>
                <a:gd name="f84" fmla="*/ f67 1 f48"/>
                <a:gd name="f85" fmla="*/ f68 1 f49"/>
                <a:gd name="f86" fmla="*/ f69 1 f48"/>
                <a:gd name="f87" fmla="*/ f70 1 f49"/>
                <a:gd name="f88" fmla="*/ f71 1 f48"/>
                <a:gd name="f89" fmla="*/ f72 1 f49"/>
                <a:gd name="f90" fmla="*/ f73 1 f48"/>
                <a:gd name="f91" fmla="*/ f74 1 f49"/>
                <a:gd name="f92" fmla="*/ f75 1 f48"/>
                <a:gd name="f93" fmla="*/ f76 1 f49"/>
                <a:gd name="f94" fmla="*/ f77 f39 1"/>
                <a:gd name="f95" fmla="*/ f78 f39 1"/>
                <a:gd name="f96" fmla="*/ f80 f40 1"/>
                <a:gd name="f97" fmla="*/ f79 f40 1"/>
                <a:gd name="f98" fmla="*/ f81 f39 1"/>
                <a:gd name="f99" fmla="*/ f82 f40 1"/>
                <a:gd name="f100" fmla="*/ f83 f39 1"/>
                <a:gd name="f101" fmla="*/ f84 f39 1"/>
                <a:gd name="f102" fmla="*/ f85 f40 1"/>
                <a:gd name="f103" fmla="*/ f86 f39 1"/>
                <a:gd name="f104" fmla="*/ f87 f40 1"/>
                <a:gd name="f105" fmla="*/ f88 f39 1"/>
                <a:gd name="f106" fmla="*/ f89 f40 1"/>
                <a:gd name="f107" fmla="*/ f90 f39 1"/>
                <a:gd name="f108" fmla="*/ f91 f40 1"/>
                <a:gd name="f109" fmla="*/ f92 f39 1"/>
                <a:gd name="f110" fmla="*/ f93 f4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3">
                  <a:pos x="f98" y="f99"/>
                </a:cxn>
                <a:cxn ang="f63">
                  <a:pos x="f100" y="f99"/>
                </a:cxn>
                <a:cxn ang="f63">
                  <a:pos x="f101" y="f102"/>
                </a:cxn>
                <a:cxn ang="f63">
                  <a:pos x="f103" y="f104"/>
                </a:cxn>
                <a:cxn ang="f63">
                  <a:pos x="f105" y="f106"/>
                </a:cxn>
                <a:cxn ang="f63">
                  <a:pos x="f107" y="f108"/>
                </a:cxn>
                <a:cxn ang="f63">
                  <a:pos x="f109" y="f110"/>
                </a:cxn>
                <a:cxn ang="f63">
                  <a:pos x="f98" y="f99"/>
                </a:cxn>
              </a:cxnLst>
              <a:rect l="f94" t="f97" r="f95" b="f96"/>
              <a:pathLst>
                <a:path w="35964" h="74916">
                  <a:moveTo>
                    <a:pt x="f8" y="f9"/>
                  </a:moveTo>
                  <a:cubicBezTo>
                    <a:pt x="f8" y="f9"/>
                    <a:pt x="f10" y="f9"/>
                    <a:pt x="f10" y="f9"/>
                  </a:cubicBezTo>
                  <a:cubicBezTo>
                    <a:pt x="f11" y="f12"/>
                    <a:pt x="f13" y="f14"/>
                    <a:pt x="f15" y="f16"/>
                  </a:cubicBezTo>
                  <a:cubicBezTo>
                    <a:pt x="f17" y="f18"/>
                    <a:pt x="f19" y="f20"/>
                    <a:pt x="f19" y="f21"/>
                  </a:cubicBezTo>
                  <a:cubicBezTo>
                    <a:pt x="f19" y="f22"/>
                    <a:pt x="f23" y="f24"/>
                    <a:pt x="f25" y="f26"/>
                  </a:cubicBezTo>
                  <a:cubicBezTo>
                    <a:pt x="f27" y="f26"/>
                    <a:pt x="f28" y="f29"/>
                    <a:pt x="f30" y="f31"/>
                  </a:cubicBezTo>
                  <a:cubicBezTo>
                    <a:pt x="f32" y="f33"/>
                    <a:pt x="f27" y="f34"/>
                    <a:pt x="f35" y="f36"/>
                  </a:cubicBezTo>
                  <a:cubicBezTo>
                    <a:pt x="f25" y="f12"/>
                    <a:pt x="f37" y="f9"/>
                    <a:pt x="f8" y="f9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" name="Freeform: Shape 147">
              <a:extLst>
                <a:ext uri="{FF2B5EF4-FFF2-40B4-BE49-F238E27FC236}">
                  <a16:creationId xmlns:a16="http://schemas.microsoft.com/office/drawing/2014/main" id="{9C39E9DD-07CB-A2A9-18DB-F27A2C80AE30}"/>
                </a:ext>
              </a:extLst>
            </p:cNvPr>
            <p:cNvSpPr/>
            <p:nvPr/>
          </p:nvSpPr>
          <p:spPr>
            <a:xfrm>
              <a:off x="7190969" y="898690"/>
              <a:ext cx="447388" cy="3936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96857"/>
                <a:gd name="f7" fmla="val 596762"/>
                <a:gd name="f8" fmla="val 63908"/>
                <a:gd name="f9" fmla="val 596763"/>
                <a:gd name="f10" fmla="val 59254"/>
                <a:gd name="f11" fmla="val 54600"/>
                <a:gd name="f12" fmla="val 594436"/>
                <a:gd name="f13" fmla="val 52273"/>
                <a:gd name="f14" fmla="val 589782"/>
                <a:gd name="f15" fmla="val -36148"/>
                <a:gd name="f16" fmla="val 436208"/>
                <a:gd name="f17" fmla="val -10552"/>
                <a:gd name="f18" fmla="val 240750"/>
                <a:gd name="f19" fmla="val 115099"/>
                <a:gd name="f20" fmla="val -10553"/>
                <a:gd name="f21" fmla="val 436209"/>
                <a:gd name="f22" fmla="val 56927"/>
                <a:gd name="f23" fmla="val 599090"/>
                <a:gd name="f24" fmla="val 70888"/>
                <a:gd name="f25" fmla="val 77869"/>
                <a:gd name="f26" fmla="val 582802"/>
                <a:gd name="f27" fmla="val 80196"/>
                <a:gd name="f28" fmla="val 575821"/>
                <a:gd name="f29" fmla="val 75542"/>
                <a:gd name="f30" fmla="val 433882"/>
                <a:gd name="f31" fmla="val -5899"/>
                <a:gd name="f32" fmla="val 252385"/>
                <a:gd name="f33" fmla="val 17370"/>
                <a:gd name="f34" fmla="val 136041"/>
                <a:gd name="f35" fmla="val 133714"/>
                <a:gd name="f36" fmla="val 19697"/>
                <a:gd name="f37" fmla="val 250058"/>
                <a:gd name="f38" fmla="val 431555"/>
                <a:gd name="f39" fmla="val 573494"/>
                <a:gd name="f40" fmla="val 82523"/>
                <a:gd name="f41" fmla="val 580475"/>
                <a:gd name="f42" fmla="val 73215"/>
                <a:gd name="f43" fmla="val 592109"/>
                <a:gd name="f44" fmla="val 68561"/>
                <a:gd name="f45" fmla="val 66235"/>
                <a:gd name="f46" fmla="+- 0 0 -90"/>
                <a:gd name="f47" fmla="*/ f3 1 596857"/>
                <a:gd name="f48" fmla="*/ f4 1 596762"/>
                <a:gd name="f49" fmla="val f5"/>
                <a:gd name="f50" fmla="val f6"/>
                <a:gd name="f51" fmla="val f7"/>
                <a:gd name="f52" fmla="*/ f46 f0 1"/>
                <a:gd name="f53" fmla="+- f51 0 f49"/>
                <a:gd name="f54" fmla="+- f50 0 f49"/>
                <a:gd name="f55" fmla="*/ f52 1 f2"/>
                <a:gd name="f56" fmla="*/ f54 1 596857"/>
                <a:gd name="f57" fmla="*/ f53 1 596762"/>
                <a:gd name="f58" fmla="*/ 63908 f54 1"/>
                <a:gd name="f59" fmla="*/ 596763 f53 1"/>
                <a:gd name="f60" fmla="*/ 52273 f54 1"/>
                <a:gd name="f61" fmla="*/ 589782 f53 1"/>
                <a:gd name="f62" fmla="*/ 115099 f54 1"/>
                <a:gd name="f63" fmla="*/ 115099 f53 1"/>
                <a:gd name="f64" fmla="*/ 589782 f54 1"/>
                <a:gd name="f65" fmla="*/ 52273 f53 1"/>
                <a:gd name="f66" fmla="*/ 594436 f54 1"/>
                <a:gd name="f67" fmla="*/ 70888 f53 1"/>
                <a:gd name="f68" fmla="*/ 575821 f54 1"/>
                <a:gd name="f69" fmla="*/ 75542 f53 1"/>
                <a:gd name="f70" fmla="*/ 136041 f54 1"/>
                <a:gd name="f71" fmla="*/ 133714 f53 1"/>
                <a:gd name="f72" fmla="*/ 77869 f54 1"/>
                <a:gd name="f73" fmla="*/ 573494 f53 1"/>
                <a:gd name="f74" fmla="*/ 73215 f54 1"/>
                <a:gd name="f75" fmla="*/ 592109 f53 1"/>
                <a:gd name="f76" fmla="+- f55 0 f1"/>
                <a:gd name="f77" fmla="*/ f58 1 596857"/>
                <a:gd name="f78" fmla="*/ f59 1 596762"/>
                <a:gd name="f79" fmla="*/ f60 1 596857"/>
                <a:gd name="f80" fmla="*/ f61 1 596762"/>
                <a:gd name="f81" fmla="*/ f62 1 596857"/>
                <a:gd name="f82" fmla="*/ f63 1 596762"/>
                <a:gd name="f83" fmla="*/ f64 1 596857"/>
                <a:gd name="f84" fmla="*/ f65 1 596762"/>
                <a:gd name="f85" fmla="*/ f66 1 596857"/>
                <a:gd name="f86" fmla="*/ f67 1 596762"/>
                <a:gd name="f87" fmla="*/ f68 1 596857"/>
                <a:gd name="f88" fmla="*/ f69 1 596762"/>
                <a:gd name="f89" fmla="*/ f70 1 596857"/>
                <a:gd name="f90" fmla="*/ f71 1 596762"/>
                <a:gd name="f91" fmla="*/ f72 1 596857"/>
                <a:gd name="f92" fmla="*/ f73 1 596762"/>
                <a:gd name="f93" fmla="*/ f74 1 596857"/>
                <a:gd name="f94" fmla="*/ f75 1 596762"/>
                <a:gd name="f95" fmla="*/ f49 1 f56"/>
                <a:gd name="f96" fmla="*/ f50 1 f56"/>
                <a:gd name="f97" fmla="*/ f49 1 f57"/>
                <a:gd name="f98" fmla="*/ f51 1 f57"/>
                <a:gd name="f99" fmla="*/ f77 1 f56"/>
                <a:gd name="f100" fmla="*/ f78 1 f57"/>
                <a:gd name="f101" fmla="*/ f79 1 f56"/>
                <a:gd name="f102" fmla="*/ f80 1 f57"/>
                <a:gd name="f103" fmla="*/ f81 1 f56"/>
                <a:gd name="f104" fmla="*/ f82 1 f57"/>
                <a:gd name="f105" fmla="*/ f83 1 f56"/>
                <a:gd name="f106" fmla="*/ f84 1 f57"/>
                <a:gd name="f107" fmla="*/ f85 1 f56"/>
                <a:gd name="f108" fmla="*/ f86 1 f57"/>
                <a:gd name="f109" fmla="*/ f87 1 f56"/>
                <a:gd name="f110" fmla="*/ f88 1 f57"/>
                <a:gd name="f111" fmla="*/ f89 1 f56"/>
                <a:gd name="f112" fmla="*/ f90 1 f57"/>
                <a:gd name="f113" fmla="*/ f91 1 f56"/>
                <a:gd name="f114" fmla="*/ f92 1 f57"/>
                <a:gd name="f115" fmla="*/ f93 1 f56"/>
                <a:gd name="f116" fmla="*/ f94 1 f57"/>
                <a:gd name="f117" fmla="*/ f95 f47 1"/>
                <a:gd name="f118" fmla="*/ f96 f47 1"/>
                <a:gd name="f119" fmla="*/ f98 f48 1"/>
                <a:gd name="f120" fmla="*/ f97 f48 1"/>
                <a:gd name="f121" fmla="*/ f99 f47 1"/>
                <a:gd name="f122" fmla="*/ f100 f48 1"/>
                <a:gd name="f123" fmla="*/ f101 f47 1"/>
                <a:gd name="f124" fmla="*/ f102 f48 1"/>
                <a:gd name="f125" fmla="*/ f103 f47 1"/>
                <a:gd name="f126" fmla="*/ f104 f48 1"/>
                <a:gd name="f127" fmla="*/ f105 f47 1"/>
                <a:gd name="f128" fmla="*/ f106 f48 1"/>
                <a:gd name="f129" fmla="*/ f107 f47 1"/>
                <a:gd name="f130" fmla="*/ f108 f48 1"/>
                <a:gd name="f131" fmla="*/ f109 f47 1"/>
                <a:gd name="f132" fmla="*/ f110 f48 1"/>
                <a:gd name="f133" fmla="*/ f111 f47 1"/>
                <a:gd name="f134" fmla="*/ f112 f48 1"/>
                <a:gd name="f135" fmla="*/ f113 f47 1"/>
                <a:gd name="f136" fmla="*/ f114 f48 1"/>
                <a:gd name="f137" fmla="*/ f115 f47 1"/>
                <a:gd name="f138" fmla="*/ f116 f4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121" y="f122"/>
                </a:cxn>
                <a:cxn ang="f76">
                  <a:pos x="f123" y="f124"/>
                </a:cxn>
                <a:cxn ang="f76">
                  <a:pos x="f125" y="f126"/>
                </a:cxn>
                <a:cxn ang="f76">
                  <a:pos x="f127" y="f128"/>
                </a:cxn>
                <a:cxn ang="f76">
                  <a:pos x="f129" y="f130"/>
                </a:cxn>
                <a:cxn ang="f76">
                  <a:pos x="f131" y="f132"/>
                </a:cxn>
                <a:cxn ang="f76">
                  <a:pos x="f133" y="f134"/>
                </a:cxn>
                <a:cxn ang="f76">
                  <a:pos x="f135" y="f136"/>
                </a:cxn>
                <a:cxn ang="f76">
                  <a:pos x="f137" y="f138"/>
                </a:cxn>
                <a:cxn ang="f76">
                  <a:pos x="f121" y="f122"/>
                </a:cxn>
              </a:cxnLst>
              <a:rect l="f117" t="f120" r="f118" b="f119"/>
              <a:pathLst>
                <a:path w="596857" h="596762">
                  <a:moveTo>
                    <a:pt x="f8" y="f9"/>
                  </a:moveTo>
                  <a:cubicBezTo>
                    <a:pt x="f10" y="f9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19"/>
                  </a:cubicBezTo>
                  <a:cubicBezTo>
                    <a:pt x="f18" y="f20"/>
                    <a:pt x="f21" y="f15"/>
                    <a:pt x="f14" y="f13"/>
                  </a:cubicBezTo>
                  <a:cubicBezTo>
                    <a:pt x="f9" y="f22"/>
                    <a:pt x="f23" y="f8"/>
                    <a:pt x="f12" y="f24"/>
                  </a:cubicBezTo>
                  <a:cubicBezTo>
                    <a:pt x="f14" y="f25"/>
                    <a:pt x="f26" y="f27"/>
                    <a:pt x="f28" y="f29"/>
                  </a:cubicBezTo>
                  <a:cubicBezTo>
                    <a:pt x="f30" y="f31"/>
                    <a:pt x="f32" y="f33"/>
                    <a:pt x="f34" y="f35"/>
                  </a:cubicBezTo>
                  <a:cubicBezTo>
                    <a:pt x="f36" y="f37"/>
                    <a:pt x="f31" y="f38"/>
                    <a:pt x="f25" y="f39"/>
                  </a:cubicBezTo>
                  <a:cubicBezTo>
                    <a:pt x="f40" y="f41"/>
                    <a:pt x="f27" y="f14"/>
                    <a:pt x="f42" y="f43"/>
                  </a:cubicBezTo>
                  <a:cubicBezTo>
                    <a:pt x="f44" y="f9"/>
                    <a:pt x="f45" y="f9"/>
                    <a:pt x="f8" y="f9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" name="Freeform: Shape 148">
              <a:extLst>
                <a:ext uri="{FF2B5EF4-FFF2-40B4-BE49-F238E27FC236}">
                  <a16:creationId xmlns:a16="http://schemas.microsoft.com/office/drawing/2014/main" id="{5ED1C628-8122-C1BE-46FE-C1F4133FD689}"/>
                </a:ext>
              </a:extLst>
            </p:cNvPr>
            <p:cNvSpPr/>
            <p:nvPr/>
          </p:nvSpPr>
          <p:spPr>
            <a:xfrm>
              <a:off x="7303193" y="996860"/>
              <a:ext cx="371721" cy="32615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95910"/>
                <a:gd name="f7" fmla="val 494461"/>
                <a:gd name="f8" fmla="val 244607"/>
                <a:gd name="f9" fmla="val 494462"/>
                <a:gd name="f10" fmla="val 205051"/>
                <a:gd name="f11" fmla="val 163167"/>
                <a:gd name="f12" fmla="val 485154"/>
                <a:gd name="f13" fmla="val 125936"/>
                <a:gd name="f14" fmla="val 464212"/>
                <a:gd name="f15" fmla="val 118956"/>
                <a:gd name="f16" fmla="val 459559"/>
                <a:gd name="f17" fmla="val 116629"/>
                <a:gd name="f18" fmla="val 452578"/>
                <a:gd name="f19" fmla="val 121283"/>
                <a:gd name="f20" fmla="val 445597"/>
                <a:gd name="f21" fmla="val 438617"/>
                <a:gd name="f22" fmla="val 132917"/>
                <a:gd name="f23" fmla="val 436290"/>
                <a:gd name="f24" fmla="val 139898"/>
                <a:gd name="f25" fmla="val 440944"/>
                <a:gd name="f26" fmla="val 225993"/>
                <a:gd name="f27" fmla="val 487481"/>
                <a:gd name="f28" fmla="val 333029"/>
                <a:gd name="f29" fmla="val 471193"/>
                <a:gd name="f30" fmla="val 400509"/>
                <a:gd name="f31" fmla="val 403714"/>
                <a:gd name="f32" fmla="val 442392"/>
                <a:gd name="f33" fmla="val 361830"/>
                <a:gd name="f34" fmla="val 465661"/>
                <a:gd name="f35" fmla="val 308312"/>
                <a:gd name="f36" fmla="val 247813"/>
                <a:gd name="f37" fmla="val 189641"/>
                <a:gd name="f38" fmla="val 133796"/>
                <a:gd name="f39" fmla="val 91912"/>
                <a:gd name="f40" fmla="val 314414"/>
                <a:gd name="f41" fmla="val 5817"/>
                <a:gd name="f42" fmla="val 174801"/>
                <a:gd name="f43" fmla="val 91033"/>
                <a:gd name="f44" fmla="val 23554"/>
                <a:gd name="f45" fmla="val 159391"/>
                <a:gd name="f46" fmla="val 7266"/>
                <a:gd name="f47" fmla="val 268755"/>
                <a:gd name="f48" fmla="val 53803"/>
                <a:gd name="f49" fmla="val 352522"/>
                <a:gd name="f50" fmla="val 58457"/>
                <a:gd name="f51" fmla="val 359503"/>
                <a:gd name="f52" fmla="val 56130"/>
                <a:gd name="f53" fmla="val 368810"/>
                <a:gd name="f54" fmla="val 49150"/>
                <a:gd name="f55" fmla="val 371137"/>
                <a:gd name="f56" fmla="val 42169"/>
                <a:gd name="f57" fmla="val 375791"/>
                <a:gd name="f58" fmla="val 32861"/>
                <a:gd name="f59" fmla="val 373464"/>
                <a:gd name="f60" fmla="val 30534"/>
                <a:gd name="f61" fmla="val 366484"/>
                <a:gd name="f62" fmla="val -22984"/>
                <a:gd name="f63" fmla="val 271081"/>
                <a:gd name="f64" fmla="val -4369"/>
                <a:gd name="f65" fmla="val 150084"/>
                <a:gd name="f66" fmla="val 72418"/>
                <a:gd name="f67" fmla="val 73297"/>
                <a:gd name="f68" fmla="val 167821"/>
                <a:gd name="f69" fmla="val -24432"/>
                <a:gd name="f70" fmla="val 326048"/>
                <a:gd name="f71" fmla="val 423777"/>
                <a:gd name="f72" fmla="val 470315"/>
                <a:gd name="f73" fmla="val 119834"/>
                <a:gd name="f74" fmla="val 495911"/>
                <a:gd name="f75" fmla="val 182660"/>
                <a:gd name="f76" fmla="val 312965"/>
                <a:gd name="f77" fmla="val 422329"/>
                <a:gd name="f78" fmla="val 372586"/>
                <a:gd name="f79" fmla="val 468866"/>
                <a:gd name="f80" fmla="val 307433"/>
                <a:gd name="f81" fmla="+- 0 0 -90"/>
                <a:gd name="f82" fmla="*/ f3 1 495910"/>
                <a:gd name="f83" fmla="*/ f4 1 494461"/>
                <a:gd name="f84" fmla="val f5"/>
                <a:gd name="f85" fmla="val f6"/>
                <a:gd name="f86" fmla="val f7"/>
                <a:gd name="f87" fmla="*/ f81 f0 1"/>
                <a:gd name="f88" fmla="+- f86 0 f84"/>
                <a:gd name="f89" fmla="+- f85 0 f84"/>
                <a:gd name="f90" fmla="*/ f87 1 f2"/>
                <a:gd name="f91" fmla="*/ f89 1 495910"/>
                <a:gd name="f92" fmla="*/ f88 1 494461"/>
                <a:gd name="f93" fmla="*/ 244607 f89 1"/>
                <a:gd name="f94" fmla="*/ 494462 f88 1"/>
                <a:gd name="f95" fmla="*/ 125936 f89 1"/>
                <a:gd name="f96" fmla="*/ 464212 f88 1"/>
                <a:gd name="f97" fmla="*/ 121283 f89 1"/>
                <a:gd name="f98" fmla="*/ 445597 f88 1"/>
                <a:gd name="f99" fmla="*/ 139898 f89 1"/>
                <a:gd name="f100" fmla="*/ 440944 f88 1"/>
                <a:gd name="f101" fmla="*/ 400509 f89 1"/>
                <a:gd name="f102" fmla="*/ 403714 f88 1"/>
                <a:gd name="f103" fmla="*/ 465661 f89 1"/>
                <a:gd name="f104" fmla="*/ 247813 f88 1"/>
                <a:gd name="f105" fmla="*/ 91912 f88 1"/>
                <a:gd name="f106" fmla="*/ 91033 f89 1"/>
                <a:gd name="f107" fmla="*/ 53803 f89 1"/>
                <a:gd name="f108" fmla="*/ 352522 f88 1"/>
                <a:gd name="f109" fmla="*/ 49150 f89 1"/>
                <a:gd name="f110" fmla="*/ 371137 f88 1"/>
                <a:gd name="f111" fmla="*/ 30534 f89 1"/>
                <a:gd name="f112" fmla="*/ 366484 f88 1"/>
                <a:gd name="f113" fmla="*/ 72418 f89 1"/>
                <a:gd name="f114" fmla="*/ 73297 f88 1"/>
                <a:gd name="f115" fmla="*/ 423777 f89 1"/>
                <a:gd name="f116" fmla="*/ 495911 f89 1"/>
                <a:gd name="f117" fmla="*/ 422329 f88 1"/>
                <a:gd name="f118" fmla="+- f90 0 f1"/>
                <a:gd name="f119" fmla="*/ f93 1 495910"/>
                <a:gd name="f120" fmla="*/ f94 1 494461"/>
                <a:gd name="f121" fmla="*/ f95 1 495910"/>
                <a:gd name="f122" fmla="*/ f96 1 494461"/>
                <a:gd name="f123" fmla="*/ f97 1 495910"/>
                <a:gd name="f124" fmla="*/ f98 1 494461"/>
                <a:gd name="f125" fmla="*/ f99 1 495910"/>
                <a:gd name="f126" fmla="*/ f100 1 494461"/>
                <a:gd name="f127" fmla="*/ f101 1 495910"/>
                <a:gd name="f128" fmla="*/ f102 1 494461"/>
                <a:gd name="f129" fmla="*/ f103 1 495910"/>
                <a:gd name="f130" fmla="*/ f104 1 494461"/>
                <a:gd name="f131" fmla="*/ f105 1 494461"/>
                <a:gd name="f132" fmla="*/ f106 1 495910"/>
                <a:gd name="f133" fmla="*/ f107 1 495910"/>
                <a:gd name="f134" fmla="*/ f108 1 494461"/>
                <a:gd name="f135" fmla="*/ f109 1 495910"/>
                <a:gd name="f136" fmla="*/ f110 1 494461"/>
                <a:gd name="f137" fmla="*/ f111 1 495910"/>
                <a:gd name="f138" fmla="*/ f112 1 494461"/>
                <a:gd name="f139" fmla="*/ f113 1 495910"/>
                <a:gd name="f140" fmla="*/ f114 1 494461"/>
                <a:gd name="f141" fmla="*/ f115 1 495910"/>
                <a:gd name="f142" fmla="*/ f116 1 495910"/>
                <a:gd name="f143" fmla="*/ f117 1 494461"/>
                <a:gd name="f144" fmla="*/ f84 1 f91"/>
                <a:gd name="f145" fmla="*/ f85 1 f91"/>
                <a:gd name="f146" fmla="*/ f84 1 f92"/>
                <a:gd name="f147" fmla="*/ f86 1 f92"/>
                <a:gd name="f148" fmla="*/ f119 1 f91"/>
                <a:gd name="f149" fmla="*/ f120 1 f92"/>
                <a:gd name="f150" fmla="*/ f121 1 f91"/>
                <a:gd name="f151" fmla="*/ f122 1 f92"/>
                <a:gd name="f152" fmla="*/ f123 1 f91"/>
                <a:gd name="f153" fmla="*/ f124 1 f92"/>
                <a:gd name="f154" fmla="*/ f125 1 f91"/>
                <a:gd name="f155" fmla="*/ f126 1 f92"/>
                <a:gd name="f156" fmla="*/ f127 1 f91"/>
                <a:gd name="f157" fmla="*/ f128 1 f92"/>
                <a:gd name="f158" fmla="*/ f129 1 f91"/>
                <a:gd name="f159" fmla="*/ f130 1 f92"/>
                <a:gd name="f160" fmla="*/ f131 1 f92"/>
                <a:gd name="f161" fmla="*/ f132 1 f91"/>
                <a:gd name="f162" fmla="*/ f133 1 f91"/>
                <a:gd name="f163" fmla="*/ f134 1 f92"/>
                <a:gd name="f164" fmla="*/ f135 1 f91"/>
                <a:gd name="f165" fmla="*/ f136 1 f92"/>
                <a:gd name="f166" fmla="*/ f137 1 f91"/>
                <a:gd name="f167" fmla="*/ f138 1 f92"/>
                <a:gd name="f168" fmla="*/ f139 1 f91"/>
                <a:gd name="f169" fmla="*/ f140 1 f92"/>
                <a:gd name="f170" fmla="*/ f141 1 f91"/>
                <a:gd name="f171" fmla="*/ f142 1 f91"/>
                <a:gd name="f172" fmla="*/ f143 1 f92"/>
                <a:gd name="f173" fmla="*/ f144 f82 1"/>
                <a:gd name="f174" fmla="*/ f145 f82 1"/>
                <a:gd name="f175" fmla="*/ f147 f83 1"/>
                <a:gd name="f176" fmla="*/ f146 f83 1"/>
                <a:gd name="f177" fmla="*/ f148 f82 1"/>
                <a:gd name="f178" fmla="*/ f149 f83 1"/>
                <a:gd name="f179" fmla="*/ f150 f82 1"/>
                <a:gd name="f180" fmla="*/ f151 f83 1"/>
                <a:gd name="f181" fmla="*/ f152 f82 1"/>
                <a:gd name="f182" fmla="*/ f153 f83 1"/>
                <a:gd name="f183" fmla="*/ f154 f82 1"/>
                <a:gd name="f184" fmla="*/ f155 f83 1"/>
                <a:gd name="f185" fmla="*/ f156 f82 1"/>
                <a:gd name="f186" fmla="*/ f157 f83 1"/>
                <a:gd name="f187" fmla="*/ f158 f82 1"/>
                <a:gd name="f188" fmla="*/ f159 f83 1"/>
                <a:gd name="f189" fmla="*/ f160 f83 1"/>
                <a:gd name="f190" fmla="*/ f161 f82 1"/>
                <a:gd name="f191" fmla="*/ f162 f82 1"/>
                <a:gd name="f192" fmla="*/ f163 f83 1"/>
                <a:gd name="f193" fmla="*/ f164 f82 1"/>
                <a:gd name="f194" fmla="*/ f165 f83 1"/>
                <a:gd name="f195" fmla="*/ f166 f82 1"/>
                <a:gd name="f196" fmla="*/ f167 f83 1"/>
                <a:gd name="f197" fmla="*/ f168 f82 1"/>
                <a:gd name="f198" fmla="*/ f169 f83 1"/>
                <a:gd name="f199" fmla="*/ f170 f82 1"/>
                <a:gd name="f200" fmla="*/ f171 f82 1"/>
                <a:gd name="f201" fmla="*/ f172 f8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18">
                  <a:pos x="f177" y="f178"/>
                </a:cxn>
                <a:cxn ang="f118">
                  <a:pos x="f179" y="f180"/>
                </a:cxn>
                <a:cxn ang="f118">
                  <a:pos x="f181" y="f182"/>
                </a:cxn>
                <a:cxn ang="f118">
                  <a:pos x="f183" y="f184"/>
                </a:cxn>
                <a:cxn ang="f118">
                  <a:pos x="f185" y="f186"/>
                </a:cxn>
                <a:cxn ang="f118">
                  <a:pos x="f187" y="f188"/>
                </a:cxn>
                <a:cxn ang="f118">
                  <a:pos x="f185" y="f189"/>
                </a:cxn>
                <a:cxn ang="f118">
                  <a:pos x="f190" y="f189"/>
                </a:cxn>
                <a:cxn ang="f118">
                  <a:pos x="f191" y="f192"/>
                </a:cxn>
                <a:cxn ang="f118">
                  <a:pos x="f193" y="f194"/>
                </a:cxn>
                <a:cxn ang="f118">
                  <a:pos x="f195" y="f196"/>
                </a:cxn>
                <a:cxn ang="f118">
                  <a:pos x="f197" y="f198"/>
                </a:cxn>
                <a:cxn ang="f118">
                  <a:pos x="f199" y="f198"/>
                </a:cxn>
                <a:cxn ang="f118">
                  <a:pos x="f200" y="f188"/>
                </a:cxn>
                <a:cxn ang="f118">
                  <a:pos x="f199" y="f201"/>
                </a:cxn>
                <a:cxn ang="f118">
                  <a:pos x="f177" y="f178"/>
                </a:cxn>
              </a:cxnLst>
              <a:rect l="f173" t="f176" r="f174" b="f175"/>
              <a:pathLst>
                <a:path w="495910" h="494461">
                  <a:moveTo>
                    <a:pt x="f8" y="f9"/>
                  </a:moveTo>
                  <a:cubicBezTo>
                    <a:pt x="f10" y="f9"/>
                    <a:pt x="f11" y="f12"/>
                    <a:pt x="f13" y="f14"/>
                  </a:cubicBezTo>
                  <a:cubicBezTo>
                    <a:pt x="f15" y="f16"/>
                    <a:pt x="f17" y="f18"/>
                    <a:pt x="f19" y="f20"/>
                  </a:cubicBezTo>
                  <a:cubicBezTo>
                    <a:pt x="f13" y="f21"/>
                    <a:pt x="f22" y="f23"/>
                    <a:pt x="f24" y="f25"/>
                  </a:cubicBezTo>
                  <a:cubicBezTo>
                    <a:pt x="f26" y="f27"/>
                    <a:pt x="f28" y="f29"/>
                    <a:pt x="f30" y="f31"/>
                  </a:cubicBezTo>
                  <a:cubicBezTo>
                    <a:pt x="f32" y="f33"/>
                    <a:pt x="f34" y="f35"/>
                    <a:pt x="f34" y="f36"/>
                  </a:cubicBezTo>
                  <a:cubicBezTo>
                    <a:pt x="f34" y="f37"/>
                    <a:pt x="f32" y="f38"/>
                    <a:pt x="f30" y="f39"/>
                  </a:cubicBezTo>
                  <a:cubicBezTo>
                    <a:pt x="f40" y="f41"/>
                    <a:pt x="f42" y="f41"/>
                    <a:pt x="f43" y="f39"/>
                  </a:cubicBezTo>
                  <a:cubicBezTo>
                    <a:pt x="f44" y="f45"/>
                    <a:pt x="f46" y="f47"/>
                    <a:pt x="f48" y="f49"/>
                  </a:cubicBezTo>
                  <a:cubicBezTo>
                    <a:pt x="f50" y="f51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cubicBezTo>
                    <a:pt x="f68" y="f69"/>
                    <a:pt x="f70" y="f69"/>
                    <a:pt x="f71" y="f67"/>
                  </a:cubicBezTo>
                  <a:cubicBezTo>
                    <a:pt x="f72" y="f73"/>
                    <a:pt x="f74" y="f75"/>
                    <a:pt x="f74" y="f36"/>
                  </a:cubicBezTo>
                  <a:cubicBezTo>
                    <a:pt x="f74" y="f76"/>
                    <a:pt x="f72" y="f57"/>
                    <a:pt x="f71" y="f77"/>
                  </a:cubicBezTo>
                  <a:cubicBezTo>
                    <a:pt x="f78" y="f79"/>
                    <a:pt x="f80" y="f9"/>
                    <a:pt x="f8" y="f9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" name="Freeform: Shape 149">
              <a:extLst>
                <a:ext uri="{FF2B5EF4-FFF2-40B4-BE49-F238E27FC236}">
                  <a16:creationId xmlns:a16="http://schemas.microsoft.com/office/drawing/2014/main" id="{EECF26BC-6AC6-23E9-850B-7E5B65EB7253}"/>
                </a:ext>
              </a:extLst>
            </p:cNvPr>
            <p:cNvSpPr/>
            <p:nvPr/>
          </p:nvSpPr>
          <p:spPr>
            <a:xfrm>
              <a:off x="7390418" y="1074758"/>
              <a:ext cx="189875" cy="16845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53313"/>
                <a:gd name="f7" fmla="val 255374"/>
                <a:gd name="f8" fmla="val 128243"/>
                <a:gd name="f9" fmla="val 255375"/>
                <a:gd name="f10" fmla="val 121263"/>
                <a:gd name="f11" fmla="val 111956"/>
                <a:gd name="f12" fmla="val 104975"/>
                <a:gd name="f13" fmla="val 253048"/>
                <a:gd name="f14" fmla="val 97994"/>
                <a:gd name="f15" fmla="val 250721"/>
                <a:gd name="f16" fmla="val 93340"/>
                <a:gd name="f17" fmla="val 243741"/>
                <a:gd name="f18" fmla="val 236760"/>
                <a:gd name="f19" fmla="val 95667"/>
                <a:gd name="f20" fmla="val 229779"/>
                <a:gd name="f21" fmla="val 102648"/>
                <a:gd name="f22" fmla="val 225126"/>
                <a:gd name="f23" fmla="val 109629"/>
                <a:gd name="f24" fmla="val 142205"/>
                <a:gd name="f25" fmla="val 232106"/>
                <a:gd name="f26" fmla="val 174781"/>
                <a:gd name="f27" fmla="val 220472"/>
                <a:gd name="f28" fmla="val 198050"/>
                <a:gd name="f29" fmla="val 197203"/>
                <a:gd name="f30" fmla="val 235280"/>
                <a:gd name="f31" fmla="val 159973"/>
                <a:gd name="f32" fmla="val 97147"/>
                <a:gd name="f33" fmla="val 57590"/>
                <a:gd name="f34" fmla="val 160820"/>
                <a:gd name="f35" fmla="val 18033"/>
                <a:gd name="f36" fmla="val 20360"/>
                <a:gd name="f37" fmla="val 58437"/>
                <a:gd name="f38" fmla="val 30515"/>
                <a:gd name="f39" fmla="val 85513"/>
                <a:gd name="f40" fmla="val 23534"/>
                <a:gd name="f41" fmla="val 125070"/>
                <a:gd name="f42" fmla="val 35168"/>
                <a:gd name="f43" fmla="val 37495"/>
                <a:gd name="f44" fmla="val 166954"/>
                <a:gd name="f45" fmla="val 32841"/>
                <a:gd name="f46" fmla="val 176261"/>
                <a:gd name="f47" fmla="val 25861"/>
                <a:gd name="f48" fmla="val 178588"/>
                <a:gd name="f49" fmla="val 18881"/>
                <a:gd name="f50" fmla="val 180915"/>
                <a:gd name="f51" fmla="val 9572"/>
                <a:gd name="f52" fmla="val 7246"/>
                <a:gd name="f53" fmla="val 169280"/>
                <a:gd name="f54" fmla="val -9042"/>
                <a:gd name="f55" fmla="val 122743"/>
                <a:gd name="f56" fmla="val 2592"/>
                <a:gd name="f57" fmla="val 71552"/>
                <a:gd name="f58" fmla="val 36648"/>
                <a:gd name="f59" fmla="val 86360"/>
                <a:gd name="f60" fmla="val -12216"/>
                <a:gd name="f61" fmla="val 167801"/>
                <a:gd name="f62" fmla="val 216665"/>
                <a:gd name="f63" fmla="val 265529"/>
                <a:gd name="f64" fmla="val 215818"/>
                <a:gd name="f65" fmla="val 193397"/>
                <a:gd name="f66" fmla="val 241414"/>
                <a:gd name="f67" fmla="+- 0 0 -90"/>
                <a:gd name="f68" fmla="*/ f3 1 253313"/>
                <a:gd name="f69" fmla="*/ f4 1 255374"/>
                <a:gd name="f70" fmla="val f5"/>
                <a:gd name="f71" fmla="val f6"/>
                <a:gd name="f72" fmla="val f7"/>
                <a:gd name="f73" fmla="*/ f67 f0 1"/>
                <a:gd name="f74" fmla="+- f72 0 f70"/>
                <a:gd name="f75" fmla="+- f71 0 f70"/>
                <a:gd name="f76" fmla="*/ f73 1 f2"/>
                <a:gd name="f77" fmla="*/ f75 1 253313"/>
                <a:gd name="f78" fmla="*/ f74 1 255374"/>
                <a:gd name="f79" fmla="*/ 128243 f75 1"/>
                <a:gd name="f80" fmla="*/ 255375 f74 1"/>
                <a:gd name="f81" fmla="*/ 104975 f75 1"/>
                <a:gd name="f82" fmla="*/ 253048 f74 1"/>
                <a:gd name="f83" fmla="*/ 93340 f75 1"/>
                <a:gd name="f84" fmla="*/ 236760 f74 1"/>
                <a:gd name="f85" fmla="*/ 109629 f75 1"/>
                <a:gd name="f86" fmla="*/ 225126 f74 1"/>
                <a:gd name="f87" fmla="*/ 198050 f75 1"/>
                <a:gd name="f88" fmla="*/ 197203 f74 1"/>
                <a:gd name="f89" fmla="*/ 57590 f74 1"/>
                <a:gd name="f90" fmla="*/ 58437 f75 1"/>
                <a:gd name="f91" fmla="*/ 35168 f75 1"/>
                <a:gd name="f92" fmla="*/ 159973 f74 1"/>
                <a:gd name="f93" fmla="*/ 25861 f75 1"/>
                <a:gd name="f94" fmla="*/ 178588 f74 1"/>
                <a:gd name="f95" fmla="*/ 7246 f75 1"/>
                <a:gd name="f96" fmla="*/ 169280 f74 1"/>
                <a:gd name="f97" fmla="*/ 37495 f75 1"/>
                <a:gd name="f98" fmla="*/ 36648 f74 1"/>
                <a:gd name="f99" fmla="*/ 216665 f75 1"/>
                <a:gd name="f100" fmla="*/ 215818 f74 1"/>
                <a:gd name="f101" fmla="+- f76 0 f1"/>
                <a:gd name="f102" fmla="*/ f79 1 253313"/>
                <a:gd name="f103" fmla="*/ f80 1 255374"/>
                <a:gd name="f104" fmla="*/ f81 1 253313"/>
                <a:gd name="f105" fmla="*/ f82 1 255374"/>
                <a:gd name="f106" fmla="*/ f83 1 253313"/>
                <a:gd name="f107" fmla="*/ f84 1 255374"/>
                <a:gd name="f108" fmla="*/ f85 1 253313"/>
                <a:gd name="f109" fmla="*/ f86 1 255374"/>
                <a:gd name="f110" fmla="*/ f87 1 253313"/>
                <a:gd name="f111" fmla="*/ f88 1 255374"/>
                <a:gd name="f112" fmla="*/ f89 1 255374"/>
                <a:gd name="f113" fmla="*/ f90 1 253313"/>
                <a:gd name="f114" fmla="*/ f91 1 253313"/>
                <a:gd name="f115" fmla="*/ f92 1 255374"/>
                <a:gd name="f116" fmla="*/ f93 1 253313"/>
                <a:gd name="f117" fmla="*/ f94 1 255374"/>
                <a:gd name="f118" fmla="*/ f95 1 253313"/>
                <a:gd name="f119" fmla="*/ f96 1 255374"/>
                <a:gd name="f120" fmla="*/ f97 1 253313"/>
                <a:gd name="f121" fmla="*/ f98 1 255374"/>
                <a:gd name="f122" fmla="*/ f99 1 253313"/>
                <a:gd name="f123" fmla="*/ f100 1 255374"/>
                <a:gd name="f124" fmla="*/ f70 1 f77"/>
                <a:gd name="f125" fmla="*/ f71 1 f77"/>
                <a:gd name="f126" fmla="*/ f70 1 f78"/>
                <a:gd name="f127" fmla="*/ f72 1 f78"/>
                <a:gd name="f128" fmla="*/ f102 1 f77"/>
                <a:gd name="f129" fmla="*/ f103 1 f78"/>
                <a:gd name="f130" fmla="*/ f104 1 f77"/>
                <a:gd name="f131" fmla="*/ f105 1 f78"/>
                <a:gd name="f132" fmla="*/ f106 1 f77"/>
                <a:gd name="f133" fmla="*/ f107 1 f78"/>
                <a:gd name="f134" fmla="*/ f108 1 f77"/>
                <a:gd name="f135" fmla="*/ f109 1 f78"/>
                <a:gd name="f136" fmla="*/ f110 1 f77"/>
                <a:gd name="f137" fmla="*/ f111 1 f78"/>
                <a:gd name="f138" fmla="*/ f112 1 f78"/>
                <a:gd name="f139" fmla="*/ f113 1 f77"/>
                <a:gd name="f140" fmla="*/ f114 1 f77"/>
                <a:gd name="f141" fmla="*/ f115 1 f78"/>
                <a:gd name="f142" fmla="*/ f116 1 f77"/>
                <a:gd name="f143" fmla="*/ f117 1 f78"/>
                <a:gd name="f144" fmla="*/ f118 1 f77"/>
                <a:gd name="f145" fmla="*/ f119 1 f78"/>
                <a:gd name="f146" fmla="*/ f120 1 f77"/>
                <a:gd name="f147" fmla="*/ f121 1 f78"/>
                <a:gd name="f148" fmla="*/ f122 1 f77"/>
                <a:gd name="f149" fmla="*/ f123 1 f78"/>
                <a:gd name="f150" fmla="*/ f124 f68 1"/>
                <a:gd name="f151" fmla="*/ f125 f68 1"/>
                <a:gd name="f152" fmla="*/ f127 f69 1"/>
                <a:gd name="f153" fmla="*/ f126 f69 1"/>
                <a:gd name="f154" fmla="*/ f128 f68 1"/>
                <a:gd name="f155" fmla="*/ f129 f69 1"/>
                <a:gd name="f156" fmla="*/ f130 f68 1"/>
                <a:gd name="f157" fmla="*/ f131 f69 1"/>
                <a:gd name="f158" fmla="*/ f132 f68 1"/>
                <a:gd name="f159" fmla="*/ f133 f69 1"/>
                <a:gd name="f160" fmla="*/ f134 f68 1"/>
                <a:gd name="f161" fmla="*/ f135 f69 1"/>
                <a:gd name="f162" fmla="*/ f136 f68 1"/>
                <a:gd name="f163" fmla="*/ f137 f69 1"/>
                <a:gd name="f164" fmla="*/ f138 f69 1"/>
                <a:gd name="f165" fmla="*/ f139 f68 1"/>
                <a:gd name="f166" fmla="*/ f140 f68 1"/>
                <a:gd name="f167" fmla="*/ f141 f69 1"/>
                <a:gd name="f168" fmla="*/ f142 f68 1"/>
                <a:gd name="f169" fmla="*/ f143 f69 1"/>
                <a:gd name="f170" fmla="*/ f144 f68 1"/>
                <a:gd name="f171" fmla="*/ f145 f69 1"/>
                <a:gd name="f172" fmla="*/ f146 f68 1"/>
                <a:gd name="f173" fmla="*/ f147 f69 1"/>
                <a:gd name="f174" fmla="*/ f148 f68 1"/>
                <a:gd name="f175" fmla="*/ f149 f6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01">
                  <a:pos x="f154" y="f155"/>
                </a:cxn>
                <a:cxn ang="f101">
                  <a:pos x="f156" y="f157"/>
                </a:cxn>
                <a:cxn ang="f101">
                  <a:pos x="f158" y="f159"/>
                </a:cxn>
                <a:cxn ang="f101">
                  <a:pos x="f160" y="f161"/>
                </a:cxn>
                <a:cxn ang="f101">
                  <a:pos x="f162" y="f163"/>
                </a:cxn>
                <a:cxn ang="f101">
                  <a:pos x="f162" y="f164"/>
                </a:cxn>
                <a:cxn ang="f101">
                  <a:pos x="f165" y="f164"/>
                </a:cxn>
                <a:cxn ang="f101">
                  <a:pos x="f166" y="f167"/>
                </a:cxn>
                <a:cxn ang="f101">
                  <a:pos x="f168" y="f169"/>
                </a:cxn>
                <a:cxn ang="f101">
                  <a:pos x="f170" y="f171"/>
                </a:cxn>
                <a:cxn ang="f101">
                  <a:pos x="f172" y="f173"/>
                </a:cxn>
                <a:cxn ang="f101">
                  <a:pos x="f174" y="f173"/>
                </a:cxn>
                <a:cxn ang="f101">
                  <a:pos x="f174" y="f175"/>
                </a:cxn>
                <a:cxn ang="f101">
                  <a:pos x="f154" y="f155"/>
                </a:cxn>
              </a:cxnLst>
              <a:rect l="f150" t="f153" r="f151" b="f152"/>
              <a:pathLst>
                <a:path w="253313" h="255374">
                  <a:moveTo>
                    <a:pt x="f8" y="f9"/>
                  </a:moveTo>
                  <a:cubicBezTo>
                    <a:pt x="f10" y="f9"/>
                    <a:pt x="f11" y="f9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9" y="f20"/>
                    <a:pt x="f21" y="f22"/>
                    <a:pt x="f23" y="f22"/>
                  </a:cubicBezTo>
                  <a:cubicBezTo>
                    <a:pt x="f24" y="f25"/>
                    <a:pt x="f26" y="f27"/>
                    <a:pt x="f28" y="f29"/>
                  </a:cubicBezTo>
                  <a:cubicBezTo>
                    <a:pt x="f30" y="f31"/>
                    <a:pt x="f30" y="f32"/>
                    <a:pt x="f28" y="f33"/>
                  </a:cubicBezTo>
                  <a:cubicBezTo>
                    <a:pt x="f34" y="f35"/>
                    <a:pt x="f14" y="f36"/>
                    <a:pt x="f37" y="f33"/>
                  </a:cubicBezTo>
                  <a:cubicBezTo>
                    <a:pt x="f38" y="f39"/>
                    <a:pt x="f40" y="f41"/>
                    <a:pt x="f42" y="f31"/>
                  </a:cubicBezTo>
                  <a:cubicBezTo>
                    <a:pt x="f43" y="f44"/>
                    <a:pt x="f45" y="f46"/>
                    <a:pt x="f47" y="f48"/>
                  </a:cubicBezTo>
                  <a:cubicBezTo>
                    <a:pt x="f49" y="f50"/>
                    <a:pt x="f51" y="f46"/>
                    <a:pt x="f52" y="f53"/>
                  </a:cubicBezTo>
                  <a:cubicBezTo>
                    <a:pt x="f54" y="f55"/>
                    <a:pt x="f56" y="f57"/>
                    <a:pt x="f43" y="f58"/>
                  </a:cubicBezTo>
                  <a:cubicBezTo>
                    <a:pt x="f59" y="f60"/>
                    <a:pt x="f61" y="f60"/>
                    <a:pt x="f62" y="f58"/>
                  </a:cubicBezTo>
                  <a:cubicBezTo>
                    <a:pt x="f63" y="f39"/>
                    <a:pt x="f63" y="f44"/>
                    <a:pt x="f62" y="f64"/>
                  </a:cubicBezTo>
                  <a:cubicBezTo>
                    <a:pt x="f65" y="f66"/>
                    <a:pt x="f34" y="f9"/>
                    <a:pt x="f8" y="f9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" name="Freeform: Shape 150">
              <a:extLst>
                <a:ext uri="{FF2B5EF4-FFF2-40B4-BE49-F238E27FC236}">
                  <a16:creationId xmlns:a16="http://schemas.microsoft.com/office/drawing/2014/main" id="{71F2B8C8-BEC2-B072-3464-F204F52CC940}"/>
                </a:ext>
              </a:extLst>
            </p:cNvPr>
            <p:cNvSpPr/>
            <p:nvPr/>
          </p:nvSpPr>
          <p:spPr>
            <a:xfrm>
              <a:off x="7215329" y="1148815"/>
              <a:ext cx="282558" cy="24941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76954"/>
                <a:gd name="f7" fmla="val 378117"/>
                <a:gd name="f8" fmla="val 12798"/>
                <a:gd name="f9" fmla="val 378118"/>
                <a:gd name="f10" fmla="val 8144"/>
                <a:gd name="f11" fmla="val 5817"/>
                <a:gd name="f12" fmla="val 375791"/>
                <a:gd name="f13" fmla="val 3490"/>
                <a:gd name="f14" fmla="val 373464"/>
                <a:gd name="f15" fmla="val -1163"/>
                <a:gd name="f16" fmla="val 368810"/>
                <a:gd name="f17" fmla="val 359503"/>
                <a:gd name="f18" fmla="val 352522"/>
                <a:gd name="f19" fmla="val 357176"/>
                <a:gd name="f20" fmla="val 366484"/>
                <a:gd name="f21" fmla="val 17452"/>
                <a:gd name="f22" fmla="val 24432"/>
                <a:gd name="f23" fmla="val 19778"/>
                <a:gd name="f24" fmla="+- 0 0 -90"/>
                <a:gd name="f25" fmla="*/ f3 1 376954"/>
                <a:gd name="f26" fmla="*/ f4 1 378117"/>
                <a:gd name="f27" fmla="val f5"/>
                <a:gd name="f28" fmla="val f6"/>
                <a:gd name="f29" fmla="val f7"/>
                <a:gd name="f30" fmla="*/ f24 f0 1"/>
                <a:gd name="f31" fmla="+- f29 0 f27"/>
                <a:gd name="f32" fmla="+- f28 0 f27"/>
                <a:gd name="f33" fmla="*/ f30 1 f2"/>
                <a:gd name="f34" fmla="*/ f32 1 376954"/>
                <a:gd name="f35" fmla="*/ f31 1 378117"/>
                <a:gd name="f36" fmla="*/ 12798 f32 1"/>
                <a:gd name="f37" fmla="*/ 378118 f31 1"/>
                <a:gd name="f38" fmla="*/ 3490 f32 1"/>
                <a:gd name="f39" fmla="*/ 373464 f31 1"/>
                <a:gd name="f40" fmla="*/ 352522 f31 1"/>
                <a:gd name="f41" fmla="*/ 352522 f32 1"/>
                <a:gd name="f42" fmla="*/ 3490 f31 1"/>
                <a:gd name="f43" fmla="*/ 373464 f32 1"/>
                <a:gd name="f44" fmla="*/ 24432 f31 1"/>
                <a:gd name="f45" fmla="*/ 24432 f32 1"/>
                <a:gd name="f46" fmla="+- f33 0 f1"/>
                <a:gd name="f47" fmla="*/ f36 1 376954"/>
                <a:gd name="f48" fmla="*/ f37 1 378117"/>
                <a:gd name="f49" fmla="*/ f38 1 376954"/>
                <a:gd name="f50" fmla="*/ f39 1 378117"/>
                <a:gd name="f51" fmla="*/ f40 1 378117"/>
                <a:gd name="f52" fmla="*/ f41 1 376954"/>
                <a:gd name="f53" fmla="*/ f42 1 378117"/>
                <a:gd name="f54" fmla="*/ f43 1 376954"/>
                <a:gd name="f55" fmla="*/ f44 1 378117"/>
                <a:gd name="f56" fmla="*/ f45 1 376954"/>
                <a:gd name="f57" fmla="*/ f27 1 f34"/>
                <a:gd name="f58" fmla="*/ f28 1 f34"/>
                <a:gd name="f59" fmla="*/ f27 1 f35"/>
                <a:gd name="f60" fmla="*/ f29 1 f35"/>
                <a:gd name="f61" fmla="*/ f47 1 f34"/>
                <a:gd name="f62" fmla="*/ f48 1 f35"/>
                <a:gd name="f63" fmla="*/ f49 1 f34"/>
                <a:gd name="f64" fmla="*/ f50 1 f35"/>
                <a:gd name="f65" fmla="*/ f51 1 f35"/>
                <a:gd name="f66" fmla="*/ f52 1 f34"/>
                <a:gd name="f67" fmla="*/ f53 1 f35"/>
                <a:gd name="f68" fmla="*/ f54 1 f34"/>
                <a:gd name="f69" fmla="*/ f55 1 f35"/>
                <a:gd name="f70" fmla="*/ f56 1 f34"/>
                <a:gd name="f71" fmla="*/ f57 f25 1"/>
                <a:gd name="f72" fmla="*/ f58 f25 1"/>
                <a:gd name="f73" fmla="*/ f60 f26 1"/>
                <a:gd name="f74" fmla="*/ f59 f26 1"/>
                <a:gd name="f75" fmla="*/ f61 f25 1"/>
                <a:gd name="f76" fmla="*/ f62 f26 1"/>
                <a:gd name="f77" fmla="*/ f63 f25 1"/>
                <a:gd name="f78" fmla="*/ f64 f26 1"/>
                <a:gd name="f79" fmla="*/ f65 f26 1"/>
                <a:gd name="f80" fmla="*/ f66 f25 1"/>
                <a:gd name="f81" fmla="*/ f67 f26 1"/>
                <a:gd name="f82" fmla="*/ f68 f25 1"/>
                <a:gd name="f83" fmla="*/ f69 f26 1"/>
                <a:gd name="f84" fmla="*/ f70 f2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6">
                  <a:pos x="f75" y="f76"/>
                </a:cxn>
                <a:cxn ang="f46">
                  <a:pos x="f77" y="f78"/>
                </a:cxn>
                <a:cxn ang="f46">
                  <a:pos x="f77" y="f79"/>
                </a:cxn>
                <a:cxn ang="f46">
                  <a:pos x="f80" y="f81"/>
                </a:cxn>
                <a:cxn ang="f46">
                  <a:pos x="f82" y="f81"/>
                </a:cxn>
                <a:cxn ang="f46">
                  <a:pos x="f82" y="f83"/>
                </a:cxn>
                <a:cxn ang="f46">
                  <a:pos x="f84" y="f78"/>
                </a:cxn>
                <a:cxn ang="f46">
                  <a:pos x="f75" y="f76"/>
                </a:cxn>
              </a:cxnLst>
              <a:rect l="f71" t="f74" r="f72" b="f73"/>
              <a:pathLst>
                <a:path w="376954" h="378117">
                  <a:moveTo>
                    <a:pt x="f8" y="f9"/>
                  </a:moveTo>
                  <a:cubicBezTo>
                    <a:pt x="f10" y="f9"/>
                    <a:pt x="f11" y="f12"/>
                    <a:pt x="f13" y="f14"/>
                  </a:cubicBezTo>
                  <a:cubicBezTo>
                    <a:pt x="f15" y="f16"/>
                    <a:pt x="f15" y="f17"/>
                    <a:pt x="f13" y="f18"/>
                  </a:cubicBezTo>
                  <a:lnTo>
                    <a:pt x="f18" y="f13"/>
                  </a:lnTo>
                  <a:cubicBezTo>
                    <a:pt x="f19" y="f15"/>
                    <a:pt x="f20" y="f15"/>
                    <a:pt x="f14" y="f13"/>
                  </a:cubicBezTo>
                  <a:cubicBezTo>
                    <a:pt x="f9" y="f10"/>
                    <a:pt x="f9" y="f21"/>
                    <a:pt x="f14" y="f22"/>
                  </a:cubicBezTo>
                  <a:lnTo>
                    <a:pt x="f22" y="f14"/>
                  </a:lnTo>
                  <a:cubicBezTo>
                    <a:pt x="f23" y="f9"/>
                    <a:pt x="f21" y="f9"/>
                    <a:pt x="f8" y="f9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1" name="Freeform: Shape 151">
              <a:extLst>
                <a:ext uri="{FF2B5EF4-FFF2-40B4-BE49-F238E27FC236}">
                  <a16:creationId xmlns:a16="http://schemas.microsoft.com/office/drawing/2014/main" id="{7E3764F8-F80D-693D-FD1B-6591B60C3701}"/>
                </a:ext>
              </a:extLst>
            </p:cNvPr>
            <p:cNvSpPr/>
            <p:nvPr/>
          </p:nvSpPr>
          <p:spPr>
            <a:xfrm>
              <a:off x="7449461" y="1138263"/>
              <a:ext cx="64392" cy="4201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5901"/>
                <a:gd name="f7" fmla="val 63698"/>
                <a:gd name="f8" fmla="val 33182"/>
                <a:gd name="f9" fmla="val 28528"/>
                <a:gd name="f10" fmla="val 26201"/>
                <a:gd name="f11" fmla="val 61371"/>
                <a:gd name="f12" fmla="val 23874"/>
                <a:gd name="f13" fmla="val 59045"/>
                <a:gd name="f14" fmla="val 19221"/>
                <a:gd name="f15" fmla="val 54391"/>
                <a:gd name="f16" fmla="val 45083"/>
                <a:gd name="f17" fmla="val 40430"/>
                <a:gd name="f18" fmla="val 16894"/>
                <a:gd name="f19" fmla="val 42756"/>
                <a:gd name="f20" fmla="val 9913"/>
                <a:gd name="f21" fmla="val 605"/>
                <a:gd name="f22" fmla="val 33449"/>
                <a:gd name="f23" fmla="val -1721"/>
                <a:gd name="f24" fmla="val 26468"/>
                <a:gd name="f25" fmla="val 2932"/>
                <a:gd name="f26" fmla="val 17161"/>
                <a:gd name="f27" fmla="val 68085"/>
                <a:gd name="f28" fmla="val 873"/>
                <a:gd name="f29" fmla="val 75065"/>
                <a:gd name="f30" fmla="val -1454"/>
                <a:gd name="f31" fmla="val 79720"/>
                <a:gd name="f32" fmla="val 84373"/>
                <a:gd name="f33" fmla="val 7853"/>
                <a:gd name="f34" fmla="val 86700"/>
                <a:gd name="f35" fmla="val 12507"/>
                <a:gd name="f36" fmla="val 19488"/>
                <a:gd name="f37" fmla="val 82046"/>
                <a:gd name="f38" fmla="val 24141"/>
                <a:gd name="f39" fmla="val 44816"/>
                <a:gd name="f40" fmla="val 40162"/>
                <a:gd name="f41" fmla="val 35508"/>
                <a:gd name="f42" fmla="+- 0 0 -90"/>
                <a:gd name="f43" fmla="*/ f3 1 85901"/>
                <a:gd name="f44" fmla="*/ f4 1 63698"/>
                <a:gd name="f45" fmla="val f5"/>
                <a:gd name="f46" fmla="val f6"/>
                <a:gd name="f47" fmla="val f7"/>
                <a:gd name="f48" fmla="*/ f42 f0 1"/>
                <a:gd name="f49" fmla="+- f47 0 f45"/>
                <a:gd name="f50" fmla="+- f46 0 f45"/>
                <a:gd name="f51" fmla="*/ f48 1 f2"/>
                <a:gd name="f52" fmla="*/ f50 1 85901"/>
                <a:gd name="f53" fmla="*/ f49 1 63698"/>
                <a:gd name="f54" fmla="*/ 33182 f50 1"/>
                <a:gd name="f55" fmla="*/ 63698 f49 1"/>
                <a:gd name="f56" fmla="*/ 23874 f50 1"/>
                <a:gd name="f57" fmla="*/ 59045 f49 1"/>
                <a:gd name="f58" fmla="*/ 40430 f49 1"/>
                <a:gd name="f59" fmla="*/ 16894 f50 1"/>
                <a:gd name="f60" fmla="*/ 42756 f49 1"/>
                <a:gd name="f61" fmla="*/ 605 f50 1"/>
                <a:gd name="f62" fmla="*/ 33449 f49 1"/>
                <a:gd name="f63" fmla="*/ 9913 f50 1"/>
                <a:gd name="f64" fmla="*/ 17161 f49 1"/>
                <a:gd name="f65" fmla="*/ 68085 f50 1"/>
                <a:gd name="f66" fmla="*/ 873 f49 1"/>
                <a:gd name="f67" fmla="*/ 84373 f50 1"/>
                <a:gd name="f68" fmla="*/ 7853 f49 1"/>
                <a:gd name="f69" fmla="*/ 82046 f50 1"/>
                <a:gd name="f70" fmla="*/ 24141 f49 1"/>
                <a:gd name="f71" fmla="*/ 44816 f50 1"/>
                <a:gd name="f72" fmla="*/ 61371 f49 1"/>
                <a:gd name="f73" fmla="+- f51 0 f1"/>
                <a:gd name="f74" fmla="*/ f54 1 85901"/>
                <a:gd name="f75" fmla="*/ f55 1 63698"/>
                <a:gd name="f76" fmla="*/ f56 1 85901"/>
                <a:gd name="f77" fmla="*/ f57 1 63698"/>
                <a:gd name="f78" fmla="*/ f58 1 63698"/>
                <a:gd name="f79" fmla="*/ f59 1 85901"/>
                <a:gd name="f80" fmla="*/ f60 1 63698"/>
                <a:gd name="f81" fmla="*/ f61 1 85901"/>
                <a:gd name="f82" fmla="*/ f62 1 63698"/>
                <a:gd name="f83" fmla="*/ f63 1 85901"/>
                <a:gd name="f84" fmla="*/ f64 1 63698"/>
                <a:gd name="f85" fmla="*/ f65 1 85901"/>
                <a:gd name="f86" fmla="*/ f66 1 63698"/>
                <a:gd name="f87" fmla="*/ f67 1 85901"/>
                <a:gd name="f88" fmla="*/ f68 1 63698"/>
                <a:gd name="f89" fmla="*/ f69 1 85901"/>
                <a:gd name="f90" fmla="*/ f70 1 63698"/>
                <a:gd name="f91" fmla="*/ f71 1 85901"/>
                <a:gd name="f92" fmla="*/ f72 1 63698"/>
                <a:gd name="f93" fmla="*/ f45 1 f52"/>
                <a:gd name="f94" fmla="*/ f46 1 f52"/>
                <a:gd name="f95" fmla="*/ f45 1 f53"/>
                <a:gd name="f96" fmla="*/ f47 1 f53"/>
                <a:gd name="f97" fmla="*/ f74 1 f52"/>
                <a:gd name="f98" fmla="*/ f75 1 f53"/>
                <a:gd name="f99" fmla="*/ f76 1 f52"/>
                <a:gd name="f100" fmla="*/ f77 1 f53"/>
                <a:gd name="f101" fmla="*/ f78 1 f53"/>
                <a:gd name="f102" fmla="*/ f79 1 f52"/>
                <a:gd name="f103" fmla="*/ f80 1 f53"/>
                <a:gd name="f104" fmla="*/ f81 1 f52"/>
                <a:gd name="f105" fmla="*/ f82 1 f53"/>
                <a:gd name="f106" fmla="*/ f83 1 f52"/>
                <a:gd name="f107" fmla="*/ f84 1 f53"/>
                <a:gd name="f108" fmla="*/ f85 1 f52"/>
                <a:gd name="f109" fmla="*/ f86 1 f53"/>
                <a:gd name="f110" fmla="*/ f87 1 f52"/>
                <a:gd name="f111" fmla="*/ f88 1 f53"/>
                <a:gd name="f112" fmla="*/ f89 1 f52"/>
                <a:gd name="f113" fmla="*/ f90 1 f53"/>
                <a:gd name="f114" fmla="*/ f91 1 f52"/>
                <a:gd name="f115" fmla="*/ f92 1 f53"/>
                <a:gd name="f116" fmla="*/ f93 f43 1"/>
                <a:gd name="f117" fmla="*/ f94 f43 1"/>
                <a:gd name="f118" fmla="*/ f96 f44 1"/>
                <a:gd name="f119" fmla="*/ f95 f44 1"/>
                <a:gd name="f120" fmla="*/ f97 f43 1"/>
                <a:gd name="f121" fmla="*/ f98 f44 1"/>
                <a:gd name="f122" fmla="*/ f99 f43 1"/>
                <a:gd name="f123" fmla="*/ f100 f44 1"/>
                <a:gd name="f124" fmla="*/ f101 f44 1"/>
                <a:gd name="f125" fmla="*/ f102 f43 1"/>
                <a:gd name="f126" fmla="*/ f103 f44 1"/>
                <a:gd name="f127" fmla="*/ f104 f43 1"/>
                <a:gd name="f128" fmla="*/ f105 f44 1"/>
                <a:gd name="f129" fmla="*/ f106 f43 1"/>
                <a:gd name="f130" fmla="*/ f107 f44 1"/>
                <a:gd name="f131" fmla="*/ f108 f43 1"/>
                <a:gd name="f132" fmla="*/ f109 f44 1"/>
                <a:gd name="f133" fmla="*/ f110 f43 1"/>
                <a:gd name="f134" fmla="*/ f111 f44 1"/>
                <a:gd name="f135" fmla="*/ f112 f43 1"/>
                <a:gd name="f136" fmla="*/ f113 f44 1"/>
                <a:gd name="f137" fmla="*/ f114 f43 1"/>
                <a:gd name="f138" fmla="*/ f115 f4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3">
                  <a:pos x="f120" y="f121"/>
                </a:cxn>
                <a:cxn ang="f73">
                  <a:pos x="f122" y="f123"/>
                </a:cxn>
                <a:cxn ang="f73">
                  <a:pos x="f122" y="f124"/>
                </a:cxn>
                <a:cxn ang="f73">
                  <a:pos x="f125" y="f126"/>
                </a:cxn>
                <a:cxn ang="f73">
                  <a:pos x="f127" y="f128"/>
                </a:cxn>
                <a:cxn ang="f73">
                  <a:pos x="f129" y="f130"/>
                </a:cxn>
                <a:cxn ang="f73">
                  <a:pos x="f131" y="f132"/>
                </a:cxn>
                <a:cxn ang="f73">
                  <a:pos x="f133" y="f134"/>
                </a:cxn>
                <a:cxn ang="f73">
                  <a:pos x="f135" y="f136"/>
                </a:cxn>
                <a:cxn ang="f73">
                  <a:pos x="f137" y="f138"/>
                </a:cxn>
                <a:cxn ang="f73">
                  <a:pos x="f120" y="f121"/>
                </a:cxn>
              </a:cxnLst>
              <a:rect l="f116" t="f119" r="f117" b="f118"/>
              <a:pathLst>
                <a:path w="85901" h="63698">
                  <a:moveTo>
                    <a:pt x="f8" y="f7"/>
                  </a:moveTo>
                  <a:cubicBezTo>
                    <a:pt x="f9" y="f7"/>
                    <a:pt x="f10" y="f11"/>
                    <a:pt x="f12" y="f13"/>
                  </a:cubicBezTo>
                  <a:cubicBezTo>
                    <a:pt x="f14" y="f15"/>
                    <a:pt x="f14" y="f16"/>
                    <a:pt x="f12" y="f17"/>
                  </a:cubicBezTo>
                  <a:lnTo>
                    <a:pt x="f18" y="f19"/>
                  </a:lnTo>
                  <a:cubicBezTo>
                    <a:pt x="f20" y="f16"/>
                    <a:pt x="f21" y="f17"/>
                    <a:pt x="f21" y="f22"/>
                  </a:cubicBezTo>
                  <a:cubicBezTo>
                    <a:pt x="f23" y="f24"/>
                    <a:pt x="f25" y="f26"/>
                    <a:pt x="f20" y="f26"/>
                  </a:cubicBezTo>
                  <a:lnTo>
                    <a:pt x="f27" y="f28"/>
                  </a:lnTo>
                  <a:cubicBezTo>
                    <a:pt x="f29" y="f30"/>
                    <a:pt x="f31" y="f28"/>
                    <a:pt x="f32" y="f33"/>
                  </a:cubicBezTo>
                  <a:cubicBezTo>
                    <a:pt x="f34" y="f35"/>
                    <a:pt x="f34" y="f36"/>
                    <a:pt x="f37" y="f38"/>
                  </a:cubicBezTo>
                  <a:lnTo>
                    <a:pt x="f39" y="f11"/>
                  </a:lnTo>
                  <a:cubicBezTo>
                    <a:pt x="f40" y="f11"/>
                    <a:pt x="f41" y="f7"/>
                    <a:pt x="f8" y="f7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2" name="Freeform: Shape 152">
              <a:extLst>
                <a:ext uri="{FF2B5EF4-FFF2-40B4-BE49-F238E27FC236}">
                  <a16:creationId xmlns:a16="http://schemas.microsoft.com/office/drawing/2014/main" id="{860AD781-70C3-F106-4346-2F1889443B89}"/>
                </a:ext>
              </a:extLst>
            </p:cNvPr>
            <p:cNvSpPr/>
            <p:nvPr/>
          </p:nvSpPr>
          <p:spPr>
            <a:xfrm>
              <a:off x="7464739" y="1137824"/>
              <a:ext cx="48426" cy="5626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4607"/>
                <a:gd name="f7" fmla="val 85296"/>
                <a:gd name="f8" fmla="val 33740"/>
                <a:gd name="f9" fmla="val 31413"/>
                <a:gd name="f10" fmla="val 29086"/>
                <a:gd name="f11" fmla="val 22105"/>
                <a:gd name="f12" fmla="val 82969"/>
                <a:gd name="f13" fmla="val 17451"/>
                <a:gd name="f14" fmla="val 75989"/>
                <a:gd name="f15" fmla="val 19778"/>
                <a:gd name="f16" fmla="val 69008"/>
                <a:gd name="f17" fmla="val 62027"/>
                <a:gd name="f18" fmla="val 66681"/>
                <a:gd name="f19" fmla="val 8144"/>
                <a:gd name="f20" fmla="val 3490"/>
                <a:gd name="f21" fmla="val -1163"/>
                <a:gd name="f22" fmla="val 57374"/>
                <a:gd name="f23" fmla="val 48066"/>
                <a:gd name="f24" fmla="val 41085"/>
                <a:gd name="f25" fmla="val 40720"/>
                <a:gd name="f26" fmla="val 3855"/>
                <a:gd name="f27" fmla="val 45374"/>
                <a:gd name="f28" fmla="val -798"/>
                <a:gd name="f29" fmla="val 52355"/>
                <a:gd name="f30" fmla="val 57009"/>
                <a:gd name="f31" fmla="val 1528"/>
                <a:gd name="f32" fmla="val 61662"/>
                <a:gd name="f33" fmla="val 66316"/>
                <a:gd name="f34" fmla="val 10836"/>
                <a:gd name="f35" fmla="val 63989"/>
                <a:gd name="f36" fmla="val 17817"/>
                <a:gd name="f37" fmla="val 47701"/>
                <a:gd name="f38" fmla="val 80642"/>
                <a:gd name="f39" fmla="+- 0 0 -90"/>
                <a:gd name="f40" fmla="*/ f3 1 64607"/>
                <a:gd name="f41" fmla="*/ f4 1 85296"/>
                <a:gd name="f42" fmla="val f5"/>
                <a:gd name="f43" fmla="val f6"/>
                <a:gd name="f44" fmla="val f7"/>
                <a:gd name="f45" fmla="*/ f39 f0 1"/>
                <a:gd name="f46" fmla="+- f44 0 f42"/>
                <a:gd name="f47" fmla="+- f43 0 f42"/>
                <a:gd name="f48" fmla="*/ f45 1 f2"/>
                <a:gd name="f49" fmla="*/ f47 1 64607"/>
                <a:gd name="f50" fmla="*/ f46 1 85296"/>
                <a:gd name="f51" fmla="*/ 33740 f47 1"/>
                <a:gd name="f52" fmla="*/ 85296 f46 1"/>
                <a:gd name="f53" fmla="*/ 29086 f47 1"/>
                <a:gd name="f54" fmla="*/ 19778 f47 1"/>
                <a:gd name="f55" fmla="*/ 69008 f46 1"/>
                <a:gd name="f56" fmla="*/ 22105 f47 1"/>
                <a:gd name="f57" fmla="*/ 62027 f46 1"/>
                <a:gd name="f58" fmla="*/ 3490 f47 1"/>
                <a:gd name="f59" fmla="*/ 41085 f46 1"/>
                <a:gd name="f60" fmla="*/ 40720 f47 1"/>
                <a:gd name="f61" fmla="*/ 3855 f46 1"/>
                <a:gd name="f62" fmla="*/ 57009 f47 1"/>
                <a:gd name="f63" fmla="*/ 1528 f46 1"/>
                <a:gd name="f64" fmla="*/ 63989 f47 1"/>
                <a:gd name="f65" fmla="*/ 17817 f46 1"/>
                <a:gd name="f66" fmla="*/ 47701 f47 1"/>
                <a:gd name="f67" fmla="*/ 75989 f46 1"/>
                <a:gd name="f68" fmla="+- f48 0 f1"/>
                <a:gd name="f69" fmla="*/ f51 1 64607"/>
                <a:gd name="f70" fmla="*/ f52 1 85296"/>
                <a:gd name="f71" fmla="*/ f53 1 64607"/>
                <a:gd name="f72" fmla="*/ f54 1 64607"/>
                <a:gd name="f73" fmla="*/ f55 1 85296"/>
                <a:gd name="f74" fmla="*/ f56 1 64607"/>
                <a:gd name="f75" fmla="*/ f57 1 85296"/>
                <a:gd name="f76" fmla="*/ f58 1 64607"/>
                <a:gd name="f77" fmla="*/ f59 1 85296"/>
                <a:gd name="f78" fmla="*/ f60 1 64607"/>
                <a:gd name="f79" fmla="*/ f61 1 85296"/>
                <a:gd name="f80" fmla="*/ f62 1 64607"/>
                <a:gd name="f81" fmla="*/ f63 1 85296"/>
                <a:gd name="f82" fmla="*/ f64 1 64607"/>
                <a:gd name="f83" fmla="*/ f65 1 85296"/>
                <a:gd name="f84" fmla="*/ f66 1 64607"/>
                <a:gd name="f85" fmla="*/ f67 1 85296"/>
                <a:gd name="f86" fmla="*/ f42 1 f49"/>
                <a:gd name="f87" fmla="*/ f43 1 f49"/>
                <a:gd name="f88" fmla="*/ f42 1 f50"/>
                <a:gd name="f89" fmla="*/ f44 1 f50"/>
                <a:gd name="f90" fmla="*/ f69 1 f49"/>
                <a:gd name="f91" fmla="*/ f70 1 f50"/>
                <a:gd name="f92" fmla="*/ f71 1 f49"/>
                <a:gd name="f93" fmla="*/ f72 1 f49"/>
                <a:gd name="f94" fmla="*/ f73 1 f50"/>
                <a:gd name="f95" fmla="*/ f74 1 f49"/>
                <a:gd name="f96" fmla="*/ f75 1 f50"/>
                <a:gd name="f97" fmla="*/ f76 1 f49"/>
                <a:gd name="f98" fmla="*/ f77 1 f50"/>
                <a:gd name="f99" fmla="*/ f78 1 f49"/>
                <a:gd name="f100" fmla="*/ f79 1 f50"/>
                <a:gd name="f101" fmla="*/ f80 1 f49"/>
                <a:gd name="f102" fmla="*/ f81 1 f50"/>
                <a:gd name="f103" fmla="*/ f82 1 f49"/>
                <a:gd name="f104" fmla="*/ f83 1 f50"/>
                <a:gd name="f105" fmla="*/ f84 1 f49"/>
                <a:gd name="f106" fmla="*/ f85 1 f50"/>
                <a:gd name="f107" fmla="*/ f86 f40 1"/>
                <a:gd name="f108" fmla="*/ f87 f40 1"/>
                <a:gd name="f109" fmla="*/ f89 f41 1"/>
                <a:gd name="f110" fmla="*/ f88 f41 1"/>
                <a:gd name="f111" fmla="*/ f90 f40 1"/>
                <a:gd name="f112" fmla="*/ f91 f41 1"/>
                <a:gd name="f113" fmla="*/ f92 f40 1"/>
                <a:gd name="f114" fmla="*/ f93 f40 1"/>
                <a:gd name="f115" fmla="*/ f94 f41 1"/>
                <a:gd name="f116" fmla="*/ f95 f40 1"/>
                <a:gd name="f117" fmla="*/ f96 f41 1"/>
                <a:gd name="f118" fmla="*/ f97 f40 1"/>
                <a:gd name="f119" fmla="*/ f98 f41 1"/>
                <a:gd name="f120" fmla="*/ f99 f40 1"/>
                <a:gd name="f121" fmla="*/ f100 f41 1"/>
                <a:gd name="f122" fmla="*/ f101 f40 1"/>
                <a:gd name="f123" fmla="*/ f102 f41 1"/>
                <a:gd name="f124" fmla="*/ f103 f40 1"/>
                <a:gd name="f125" fmla="*/ f104 f41 1"/>
                <a:gd name="f126" fmla="*/ f105 f40 1"/>
                <a:gd name="f127" fmla="*/ f106 f4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8">
                  <a:pos x="f111" y="f112"/>
                </a:cxn>
                <a:cxn ang="f68">
                  <a:pos x="f113" y="f112"/>
                </a:cxn>
                <a:cxn ang="f68">
                  <a:pos x="f114" y="f115"/>
                </a:cxn>
                <a:cxn ang="f68">
                  <a:pos x="f116" y="f117"/>
                </a:cxn>
                <a:cxn ang="f68">
                  <a:pos x="f118" y="f117"/>
                </a:cxn>
                <a:cxn ang="f68">
                  <a:pos x="f118" y="f119"/>
                </a:cxn>
                <a:cxn ang="f68">
                  <a:pos x="f120" y="f121"/>
                </a:cxn>
                <a:cxn ang="f68">
                  <a:pos x="f122" y="f123"/>
                </a:cxn>
                <a:cxn ang="f68">
                  <a:pos x="f124" y="f125"/>
                </a:cxn>
                <a:cxn ang="f68">
                  <a:pos x="f126" y="f127"/>
                </a:cxn>
                <a:cxn ang="f68">
                  <a:pos x="f111" y="f112"/>
                </a:cxn>
              </a:cxnLst>
              <a:rect l="f107" t="f110" r="f108" b="f109"/>
              <a:pathLst>
                <a:path w="64607" h="85296">
                  <a:moveTo>
                    <a:pt x="f8" y="f7"/>
                  </a:moveTo>
                  <a:cubicBezTo>
                    <a:pt x="f9" y="f7"/>
                    <a:pt x="f9" y="f7"/>
                    <a:pt x="f10" y="f7"/>
                  </a:cubicBezTo>
                  <a:cubicBezTo>
                    <a:pt x="f11" y="f12"/>
                    <a:pt x="f13" y="f14"/>
                    <a:pt x="f15" y="f16"/>
                  </a:cubicBezTo>
                  <a:lnTo>
                    <a:pt x="f11" y="f17"/>
                  </a:lnTo>
                  <a:cubicBezTo>
                    <a:pt x="f13" y="f18"/>
                    <a:pt x="f19" y="f18"/>
                    <a:pt x="f20" y="f17"/>
                  </a:cubicBezTo>
                  <a:cubicBezTo>
                    <a:pt x="f21" y="f22"/>
                    <a:pt x="f21" y="f23"/>
                    <a:pt x="f20" y="f24"/>
                  </a:cubicBezTo>
                  <a:lnTo>
                    <a:pt x="f25" y="f26"/>
                  </a:lnTo>
                  <a:cubicBezTo>
                    <a:pt x="f27" y="f28"/>
                    <a:pt x="f29" y="f28"/>
                    <a:pt x="f30" y="f31"/>
                  </a:cubicBezTo>
                  <a:cubicBezTo>
                    <a:pt x="f32" y="f26"/>
                    <a:pt x="f33" y="f34"/>
                    <a:pt x="f35" y="f36"/>
                  </a:cubicBezTo>
                  <a:lnTo>
                    <a:pt x="f37" y="f14"/>
                  </a:lnTo>
                  <a:cubicBezTo>
                    <a:pt x="f27" y="f38"/>
                    <a:pt x="f25" y="f7"/>
                    <a:pt x="f8" y="f7"/>
                  </a:cubicBez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3" name="Freeform: Shape 153">
              <a:extLst>
                <a:ext uri="{FF2B5EF4-FFF2-40B4-BE49-F238E27FC236}">
                  <a16:creationId xmlns:a16="http://schemas.microsoft.com/office/drawing/2014/main" id="{E10B35C9-657E-8D49-FEC1-4F60CDB0FFC8}"/>
                </a:ext>
              </a:extLst>
            </p:cNvPr>
            <p:cNvSpPr/>
            <p:nvPr/>
          </p:nvSpPr>
          <p:spPr>
            <a:xfrm>
              <a:off x="7157923" y="1319945"/>
              <a:ext cx="147227" cy="12893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6421"/>
                <a:gd name="f7" fmla="val 195457"/>
                <a:gd name="f8" fmla="val 94039"/>
                <a:gd name="f9" fmla="val 195458"/>
                <a:gd name="f10" fmla="val 91712"/>
                <a:gd name="f11" fmla="val 89385"/>
                <a:gd name="f12" fmla="val 84731"/>
                <a:gd name="f13" fmla="val 193131"/>
                <a:gd name="f14" fmla="val 80078"/>
                <a:gd name="f15" fmla="val 188477"/>
                <a:gd name="f16" fmla="val 183824"/>
                <a:gd name="f17" fmla="val 75424"/>
                <a:gd name="f18" fmla="val 120998"/>
                <a:gd name="f19" fmla="val 12598"/>
                <a:gd name="f20" fmla="val 116344"/>
                <a:gd name="f21" fmla="val 7944"/>
                <a:gd name="f22" fmla="val 3291"/>
                <a:gd name="f23" fmla="val 111690"/>
                <a:gd name="f24" fmla="val 964"/>
                <a:gd name="f25" fmla="val 107037"/>
                <a:gd name="f26" fmla="val -1363"/>
                <a:gd name="f27" fmla="val 102383"/>
                <a:gd name="f28" fmla="val 95402"/>
                <a:gd name="f29" fmla="val 93075"/>
                <a:gd name="f30" fmla="val 4654"/>
                <a:gd name="f31" fmla="val 2327"/>
                <a:gd name="f32" fmla="val 98693"/>
                <a:gd name="f33" fmla="val 101019"/>
                <a:gd name="f34" fmla="val 180134"/>
                <a:gd name="f35" fmla="val 187114"/>
                <a:gd name="f36" fmla="val 194095"/>
                <a:gd name="f37" fmla="val 9308"/>
                <a:gd name="f38" fmla="val 16288"/>
                <a:gd name="f39" fmla="val 196422"/>
                <a:gd name="f40" fmla="val 100056"/>
                <a:gd name="f41" fmla="val 191768"/>
                <a:gd name="f42" fmla="val 104710"/>
                <a:gd name="f43" fmla="val 103346"/>
                <a:gd name="f44" fmla="val 45174"/>
                <a:gd name="f45" fmla="val 88421"/>
                <a:gd name="f46" fmla="val 90748"/>
                <a:gd name="f47" fmla="val 96366"/>
                <a:gd name="f48" fmla="val 97729"/>
                <a:gd name="f49" fmla="val 105673"/>
                <a:gd name="f50" fmla="val 148920"/>
                <a:gd name="f51" fmla="val 168499"/>
                <a:gd name="f52" fmla="val 86095"/>
                <a:gd name="f53" fmla="val 166172"/>
                <a:gd name="f54" fmla="val 27923"/>
                <a:gd name="f55" fmla="val 108000"/>
                <a:gd name="f56" fmla="val 25596"/>
                <a:gd name="f57" fmla="+- 0 0 -90"/>
                <a:gd name="f58" fmla="*/ f3 1 196421"/>
                <a:gd name="f59" fmla="*/ f4 1 195457"/>
                <a:gd name="f60" fmla="val f5"/>
                <a:gd name="f61" fmla="val f6"/>
                <a:gd name="f62" fmla="val f7"/>
                <a:gd name="f63" fmla="*/ f57 f0 1"/>
                <a:gd name="f64" fmla="+- f62 0 f60"/>
                <a:gd name="f65" fmla="+- f61 0 f60"/>
                <a:gd name="f66" fmla="*/ f63 1 f2"/>
                <a:gd name="f67" fmla="*/ f65 1 196421"/>
                <a:gd name="f68" fmla="*/ f64 1 195457"/>
                <a:gd name="f69" fmla="*/ 94039 f65 1"/>
                <a:gd name="f70" fmla="*/ 195458 f64 1"/>
                <a:gd name="f71" fmla="*/ 89385 f65 1"/>
                <a:gd name="f72" fmla="*/ 80078 f65 1"/>
                <a:gd name="f73" fmla="*/ 183824 f64 1"/>
                <a:gd name="f74" fmla="*/ 75424 f65 1"/>
                <a:gd name="f75" fmla="*/ 120998 f64 1"/>
                <a:gd name="f76" fmla="*/ 12598 f65 1"/>
                <a:gd name="f77" fmla="*/ 116344 f64 1"/>
                <a:gd name="f78" fmla="*/ 964 f65 1"/>
                <a:gd name="f79" fmla="*/ 107037 f64 1"/>
                <a:gd name="f80" fmla="*/ 3291 f65 1"/>
                <a:gd name="f81" fmla="*/ 93075 f64 1"/>
                <a:gd name="f82" fmla="*/ 91712 f65 1"/>
                <a:gd name="f83" fmla="*/ 4654 f64 1"/>
                <a:gd name="f84" fmla="*/ 101019 f65 1"/>
                <a:gd name="f85" fmla="*/ 0 f64 1"/>
                <a:gd name="f86" fmla="*/ 180134 f65 1"/>
                <a:gd name="f87" fmla="*/ 2327 f64 1"/>
                <a:gd name="f88" fmla="*/ 194095 f65 1"/>
                <a:gd name="f89" fmla="*/ 16288 f64 1"/>
                <a:gd name="f90" fmla="*/ 196422 f65 1"/>
                <a:gd name="f91" fmla="*/ 95402 f64 1"/>
                <a:gd name="f92" fmla="*/ 191768 f65 1"/>
                <a:gd name="f93" fmla="*/ 104710 f64 1"/>
                <a:gd name="f94" fmla="*/ 103346 f65 1"/>
                <a:gd name="f95" fmla="*/ 193131 f64 1"/>
                <a:gd name="f96" fmla="*/ 45174 f65 1"/>
                <a:gd name="f97" fmla="*/ 88421 f64 1"/>
                <a:gd name="f98" fmla="*/ 90748 f64 1"/>
                <a:gd name="f99" fmla="*/ 105673 f65 1"/>
                <a:gd name="f100" fmla="*/ 148920 f64 1"/>
                <a:gd name="f101" fmla="*/ 168499 f65 1"/>
                <a:gd name="f102" fmla="*/ 86095 f64 1"/>
                <a:gd name="f103" fmla="*/ 166172 f65 1"/>
                <a:gd name="f104" fmla="*/ 27923 f64 1"/>
                <a:gd name="f105" fmla="*/ 108000 f65 1"/>
                <a:gd name="f106" fmla="*/ 25596 f64 1"/>
                <a:gd name="f107" fmla="+- f66 0 f1"/>
                <a:gd name="f108" fmla="*/ f69 1 196421"/>
                <a:gd name="f109" fmla="*/ f70 1 195457"/>
                <a:gd name="f110" fmla="*/ f71 1 196421"/>
                <a:gd name="f111" fmla="*/ f72 1 196421"/>
                <a:gd name="f112" fmla="*/ f73 1 195457"/>
                <a:gd name="f113" fmla="*/ f74 1 196421"/>
                <a:gd name="f114" fmla="*/ f75 1 195457"/>
                <a:gd name="f115" fmla="*/ f76 1 196421"/>
                <a:gd name="f116" fmla="*/ f77 1 195457"/>
                <a:gd name="f117" fmla="*/ f78 1 196421"/>
                <a:gd name="f118" fmla="*/ f79 1 195457"/>
                <a:gd name="f119" fmla="*/ f80 1 196421"/>
                <a:gd name="f120" fmla="*/ f81 1 195457"/>
                <a:gd name="f121" fmla="*/ f82 1 196421"/>
                <a:gd name="f122" fmla="*/ f83 1 195457"/>
                <a:gd name="f123" fmla="*/ f84 1 196421"/>
                <a:gd name="f124" fmla="*/ f85 1 195457"/>
                <a:gd name="f125" fmla="*/ f86 1 196421"/>
                <a:gd name="f126" fmla="*/ f87 1 195457"/>
                <a:gd name="f127" fmla="*/ f88 1 196421"/>
                <a:gd name="f128" fmla="*/ f89 1 195457"/>
                <a:gd name="f129" fmla="*/ f90 1 196421"/>
                <a:gd name="f130" fmla="*/ f91 1 195457"/>
                <a:gd name="f131" fmla="*/ f92 1 196421"/>
                <a:gd name="f132" fmla="*/ f93 1 195457"/>
                <a:gd name="f133" fmla="*/ f94 1 196421"/>
                <a:gd name="f134" fmla="*/ f95 1 195457"/>
                <a:gd name="f135" fmla="*/ f96 1 196421"/>
                <a:gd name="f136" fmla="*/ f97 1 195457"/>
                <a:gd name="f137" fmla="*/ f98 1 195457"/>
                <a:gd name="f138" fmla="*/ f99 1 196421"/>
                <a:gd name="f139" fmla="*/ f100 1 195457"/>
                <a:gd name="f140" fmla="*/ f101 1 196421"/>
                <a:gd name="f141" fmla="*/ f102 1 195457"/>
                <a:gd name="f142" fmla="*/ f103 1 196421"/>
                <a:gd name="f143" fmla="*/ f104 1 195457"/>
                <a:gd name="f144" fmla="*/ f105 1 196421"/>
                <a:gd name="f145" fmla="*/ f106 1 195457"/>
                <a:gd name="f146" fmla="*/ f60 1 f67"/>
                <a:gd name="f147" fmla="*/ f61 1 f67"/>
                <a:gd name="f148" fmla="*/ f60 1 f68"/>
                <a:gd name="f149" fmla="*/ f62 1 f68"/>
                <a:gd name="f150" fmla="*/ f108 1 f67"/>
                <a:gd name="f151" fmla="*/ f109 1 f68"/>
                <a:gd name="f152" fmla="*/ f110 1 f67"/>
                <a:gd name="f153" fmla="*/ f111 1 f67"/>
                <a:gd name="f154" fmla="*/ f112 1 f68"/>
                <a:gd name="f155" fmla="*/ f113 1 f67"/>
                <a:gd name="f156" fmla="*/ f114 1 f68"/>
                <a:gd name="f157" fmla="*/ f115 1 f67"/>
                <a:gd name="f158" fmla="*/ f116 1 f68"/>
                <a:gd name="f159" fmla="*/ f117 1 f67"/>
                <a:gd name="f160" fmla="*/ f118 1 f68"/>
                <a:gd name="f161" fmla="*/ f119 1 f67"/>
                <a:gd name="f162" fmla="*/ f120 1 f68"/>
                <a:gd name="f163" fmla="*/ f121 1 f67"/>
                <a:gd name="f164" fmla="*/ f122 1 f68"/>
                <a:gd name="f165" fmla="*/ f123 1 f67"/>
                <a:gd name="f166" fmla="*/ f124 1 f68"/>
                <a:gd name="f167" fmla="*/ f125 1 f67"/>
                <a:gd name="f168" fmla="*/ f126 1 f68"/>
                <a:gd name="f169" fmla="*/ f127 1 f67"/>
                <a:gd name="f170" fmla="*/ f128 1 f68"/>
                <a:gd name="f171" fmla="*/ f129 1 f67"/>
                <a:gd name="f172" fmla="*/ f130 1 f68"/>
                <a:gd name="f173" fmla="*/ f131 1 f67"/>
                <a:gd name="f174" fmla="*/ f132 1 f68"/>
                <a:gd name="f175" fmla="*/ f133 1 f67"/>
                <a:gd name="f176" fmla="*/ f134 1 f68"/>
                <a:gd name="f177" fmla="*/ f135 1 f67"/>
                <a:gd name="f178" fmla="*/ f136 1 f68"/>
                <a:gd name="f179" fmla="*/ f137 1 f68"/>
                <a:gd name="f180" fmla="*/ f138 1 f67"/>
                <a:gd name="f181" fmla="*/ f139 1 f68"/>
                <a:gd name="f182" fmla="*/ f140 1 f67"/>
                <a:gd name="f183" fmla="*/ f141 1 f68"/>
                <a:gd name="f184" fmla="*/ f142 1 f67"/>
                <a:gd name="f185" fmla="*/ f143 1 f68"/>
                <a:gd name="f186" fmla="*/ f144 1 f67"/>
                <a:gd name="f187" fmla="*/ f145 1 f68"/>
                <a:gd name="f188" fmla="*/ f146 f58 1"/>
                <a:gd name="f189" fmla="*/ f147 f58 1"/>
                <a:gd name="f190" fmla="*/ f149 f59 1"/>
                <a:gd name="f191" fmla="*/ f148 f59 1"/>
                <a:gd name="f192" fmla="*/ f150 f58 1"/>
                <a:gd name="f193" fmla="*/ f151 f59 1"/>
                <a:gd name="f194" fmla="*/ f152 f58 1"/>
                <a:gd name="f195" fmla="*/ f153 f58 1"/>
                <a:gd name="f196" fmla="*/ f154 f59 1"/>
                <a:gd name="f197" fmla="*/ f155 f58 1"/>
                <a:gd name="f198" fmla="*/ f156 f59 1"/>
                <a:gd name="f199" fmla="*/ f157 f58 1"/>
                <a:gd name="f200" fmla="*/ f158 f59 1"/>
                <a:gd name="f201" fmla="*/ f159 f58 1"/>
                <a:gd name="f202" fmla="*/ f160 f59 1"/>
                <a:gd name="f203" fmla="*/ f161 f58 1"/>
                <a:gd name="f204" fmla="*/ f162 f59 1"/>
                <a:gd name="f205" fmla="*/ f163 f58 1"/>
                <a:gd name="f206" fmla="*/ f164 f59 1"/>
                <a:gd name="f207" fmla="*/ f165 f58 1"/>
                <a:gd name="f208" fmla="*/ f166 f59 1"/>
                <a:gd name="f209" fmla="*/ f167 f58 1"/>
                <a:gd name="f210" fmla="*/ f168 f59 1"/>
                <a:gd name="f211" fmla="*/ f169 f58 1"/>
                <a:gd name="f212" fmla="*/ f170 f59 1"/>
                <a:gd name="f213" fmla="*/ f171 f58 1"/>
                <a:gd name="f214" fmla="*/ f172 f59 1"/>
                <a:gd name="f215" fmla="*/ f173 f58 1"/>
                <a:gd name="f216" fmla="*/ f174 f59 1"/>
                <a:gd name="f217" fmla="*/ f175 f58 1"/>
                <a:gd name="f218" fmla="*/ f176 f59 1"/>
                <a:gd name="f219" fmla="*/ f177 f58 1"/>
                <a:gd name="f220" fmla="*/ f178 f59 1"/>
                <a:gd name="f221" fmla="*/ f179 f59 1"/>
                <a:gd name="f222" fmla="*/ f180 f58 1"/>
                <a:gd name="f223" fmla="*/ f181 f59 1"/>
                <a:gd name="f224" fmla="*/ f182 f58 1"/>
                <a:gd name="f225" fmla="*/ f183 f59 1"/>
                <a:gd name="f226" fmla="*/ f184 f58 1"/>
                <a:gd name="f227" fmla="*/ f185 f59 1"/>
                <a:gd name="f228" fmla="*/ f186 f58 1"/>
                <a:gd name="f229" fmla="*/ f187 f5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07">
                  <a:pos x="f192" y="f193"/>
                </a:cxn>
                <a:cxn ang="f107">
                  <a:pos x="f194" y="f193"/>
                </a:cxn>
                <a:cxn ang="f107">
                  <a:pos x="f195" y="f196"/>
                </a:cxn>
                <a:cxn ang="f107">
                  <a:pos x="f197" y="f198"/>
                </a:cxn>
                <a:cxn ang="f107">
                  <a:pos x="f199" y="f200"/>
                </a:cxn>
                <a:cxn ang="f107">
                  <a:pos x="f201" y="f202"/>
                </a:cxn>
                <a:cxn ang="f107">
                  <a:pos x="f203" y="f204"/>
                </a:cxn>
                <a:cxn ang="f107">
                  <a:pos x="f205" y="f206"/>
                </a:cxn>
                <a:cxn ang="f107">
                  <a:pos x="f207" y="f208"/>
                </a:cxn>
                <a:cxn ang="f107">
                  <a:pos x="f209" y="f210"/>
                </a:cxn>
                <a:cxn ang="f107">
                  <a:pos x="f211" y="f212"/>
                </a:cxn>
                <a:cxn ang="f107">
                  <a:pos x="f213" y="f214"/>
                </a:cxn>
                <a:cxn ang="f107">
                  <a:pos x="f215" y="f216"/>
                </a:cxn>
                <a:cxn ang="f107">
                  <a:pos x="f217" y="f218"/>
                </a:cxn>
                <a:cxn ang="f107">
                  <a:pos x="f192" y="f193"/>
                </a:cxn>
                <a:cxn ang="f107">
                  <a:pos x="f219" y="f220"/>
                </a:cxn>
                <a:cxn ang="f107">
                  <a:pos x="f194" y="f221"/>
                </a:cxn>
                <a:cxn ang="f107">
                  <a:pos x="f217" y="f216"/>
                </a:cxn>
                <a:cxn ang="f107">
                  <a:pos x="f222" y="f223"/>
                </a:cxn>
                <a:cxn ang="f107">
                  <a:pos x="f224" y="f225"/>
                </a:cxn>
                <a:cxn ang="f107">
                  <a:pos x="f226" y="f227"/>
                </a:cxn>
                <a:cxn ang="f107">
                  <a:pos x="f228" y="f229"/>
                </a:cxn>
                <a:cxn ang="f107">
                  <a:pos x="f219" y="f220"/>
                </a:cxn>
              </a:cxnLst>
              <a:rect l="f188" t="f191" r="f189" b="f190"/>
              <a:pathLst>
                <a:path w="196421" h="195457">
                  <a:moveTo>
                    <a:pt x="f8" y="f9"/>
                  </a:moveTo>
                  <a:cubicBezTo>
                    <a:pt x="f10" y="f9"/>
                    <a:pt x="f10" y="f9"/>
                    <a:pt x="f11" y="f9"/>
                  </a:cubicBezTo>
                  <a:cubicBezTo>
                    <a:pt x="f12" y="f13"/>
                    <a:pt x="f14" y="f15"/>
                    <a:pt x="f14" y="f16"/>
                  </a:cubicBezTo>
                  <a:lnTo>
                    <a:pt x="f17" y="f18"/>
                  </a:lnTo>
                  <a:lnTo>
                    <a:pt x="f19" y="f20"/>
                  </a:lnTo>
                  <a:cubicBezTo>
                    <a:pt x="f21" y="f20"/>
                    <a:pt x="f22" y="f23"/>
                    <a:pt x="f24" y="f25"/>
                  </a:cubicBezTo>
                  <a:cubicBezTo>
                    <a:pt x="f26" y="f27"/>
                    <a:pt x="f24" y="f28"/>
                    <a:pt x="f22" y="f29"/>
                  </a:cubicBezTo>
                  <a:lnTo>
                    <a:pt x="f10" y="f30"/>
                  </a:lnTo>
                  <a:cubicBezTo>
                    <a:pt x="f8" y="f31"/>
                    <a:pt x="f32" y="f5"/>
                    <a:pt x="f33" y="f5"/>
                  </a:cubicBezTo>
                  <a:lnTo>
                    <a:pt x="f34" y="f31"/>
                  </a:lnTo>
                  <a:cubicBezTo>
                    <a:pt x="f35" y="f31"/>
                    <a:pt x="f36" y="f37"/>
                    <a:pt x="f36" y="f38"/>
                  </a:cubicBezTo>
                  <a:lnTo>
                    <a:pt x="f39" y="f28"/>
                  </a:lnTo>
                  <a:cubicBezTo>
                    <a:pt x="f39" y="f40"/>
                    <a:pt x="f36" y="f27"/>
                    <a:pt x="f41" y="f42"/>
                  </a:cubicBezTo>
                  <a:lnTo>
                    <a:pt x="f43" y="f13"/>
                  </a:lnTo>
                  <a:cubicBezTo>
                    <a:pt x="f33" y="f13"/>
                    <a:pt x="f32" y="f9"/>
                    <a:pt x="f8" y="f9"/>
                  </a:cubicBezTo>
                  <a:close/>
                  <a:moveTo>
                    <a:pt x="f44" y="f45"/>
                  </a:moveTo>
                  <a:lnTo>
                    <a:pt x="f11" y="f46"/>
                  </a:lnTo>
                  <a:cubicBezTo>
                    <a:pt x="f47" y="f46"/>
                    <a:pt x="f33" y="f48"/>
                    <a:pt x="f43" y="f42"/>
                  </a:cubicBezTo>
                  <a:lnTo>
                    <a:pt x="f49" y="f50"/>
                  </a:lnTo>
                  <a:lnTo>
                    <a:pt x="f51" y="f52"/>
                  </a:lnTo>
                  <a:lnTo>
                    <a:pt x="f53" y="f54"/>
                  </a:lnTo>
                  <a:lnTo>
                    <a:pt x="f55" y="f56"/>
                  </a:lnTo>
                  <a:lnTo>
                    <a:pt x="f44" y="f45"/>
                  </a:lnTo>
                  <a:close/>
                </a:path>
              </a:pathLst>
            </a:custGeom>
            <a:solidFill>
              <a:sysClr val="window" lastClr="FFFFFF"/>
            </a:solidFill>
            <a:ln w="3175">
              <a:solidFill>
                <a:sysClr val="window" lastClr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44708B40-37D5-D980-0869-5B38CFF5FE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07994" y="4395830"/>
            <a:ext cx="447675" cy="447675"/>
          </a:xfrm>
          <a:prstGeom prst="rect">
            <a:avLst/>
          </a:prstGeom>
        </p:spPr>
      </p:pic>
      <p:sp>
        <p:nvSpPr>
          <p:cNvPr id="35" name="Title 10">
            <a:extLst>
              <a:ext uri="{FF2B5EF4-FFF2-40B4-BE49-F238E27FC236}">
                <a16:creationId xmlns:a16="http://schemas.microsoft.com/office/drawing/2014/main" id="{7F69E723-E70F-1F91-F69A-D2035F823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04" y="163730"/>
            <a:ext cx="11335249" cy="945514"/>
          </a:xfrm>
        </p:spPr>
        <p:txBody>
          <a:bodyPr>
            <a:normAutofit fontScale="90000"/>
          </a:bodyPr>
          <a:lstStyle/>
          <a:p>
            <a:r>
              <a:rPr lang="en-US"/>
              <a:t>Comprehensive Services We Offer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05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7ED1BF-ABCD-F14F-76CB-D229FCDCA7FB}"/>
              </a:ext>
            </a:extLst>
          </p:cNvPr>
          <p:cNvSpPr txBox="1"/>
          <p:nvPr/>
        </p:nvSpPr>
        <p:spPr>
          <a:xfrm>
            <a:off x="-48450" y="62977"/>
            <a:ext cx="119860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  Road Map</a:t>
            </a:r>
            <a:r>
              <a:rPr lang="en-US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</a:t>
            </a:r>
          </a:p>
        </p:txBody>
      </p:sp>
      <p:sp>
        <p:nvSpPr>
          <p:cNvPr id="3" name="TextBox 23">
            <a:extLst>
              <a:ext uri="{FF2B5EF4-FFF2-40B4-BE49-F238E27FC236}">
                <a16:creationId xmlns:a16="http://schemas.microsoft.com/office/drawing/2014/main" id="{D5960F2A-96D0-2951-0027-C49F2543CE96}"/>
              </a:ext>
            </a:extLst>
          </p:cNvPr>
          <p:cNvSpPr txBox="1"/>
          <p:nvPr/>
        </p:nvSpPr>
        <p:spPr>
          <a:xfrm>
            <a:off x="7102331" y="3814230"/>
            <a:ext cx="3015968" cy="6548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algn="just">
              <a:lnSpc>
                <a:spcPct val="150000"/>
              </a:lnSpc>
            </a:pPr>
            <a:r>
              <a:rPr lang="en-IN" sz="1400" b="1" u="sng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Q1 - 2025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1200" dirty="0">
              <a:solidFill>
                <a:schemeClr val="bg1"/>
              </a:solidFill>
              <a:latin typeface="+mj-lt"/>
              <a:ea typeface="Calibri"/>
              <a:cs typeface="Calibri bold"/>
            </a:endParaRPr>
          </a:p>
        </p:txBody>
      </p:sp>
      <p:sp>
        <p:nvSpPr>
          <p:cNvPr id="5" name="TextBox 23">
            <a:extLst>
              <a:ext uri="{FF2B5EF4-FFF2-40B4-BE49-F238E27FC236}">
                <a16:creationId xmlns:a16="http://schemas.microsoft.com/office/drawing/2014/main" id="{C9D3BAA7-883F-E60C-F558-FF74B74548C1}"/>
              </a:ext>
            </a:extLst>
          </p:cNvPr>
          <p:cNvSpPr txBox="1"/>
          <p:nvPr/>
        </p:nvSpPr>
        <p:spPr>
          <a:xfrm>
            <a:off x="6657329" y="865863"/>
            <a:ext cx="4419166" cy="6086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algn="just">
              <a:lnSpc>
                <a:spcPct val="150000"/>
              </a:lnSpc>
            </a:pPr>
            <a:r>
              <a:rPr lang="en-IN" sz="1200" b="1" dirty="0" err="1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SystemsDV</a:t>
            </a:r>
            <a:r>
              <a:rPr lang="en-IN" sz="1200" b="1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 Team – Enhanced SME and Resource capacity to support the following Releases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AF005C-3387-4B01-8BE3-9F39D4C0A191}"/>
              </a:ext>
            </a:extLst>
          </p:cNvPr>
          <p:cNvGrpSpPr/>
          <p:nvPr/>
        </p:nvGrpSpPr>
        <p:grpSpPr>
          <a:xfrm>
            <a:off x="4729625" y="1692001"/>
            <a:ext cx="1271449" cy="1033856"/>
            <a:chOff x="7302650" y="5076102"/>
            <a:chExt cx="1240462" cy="10835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0CF973A-416B-4B4E-A274-9D4A3E5BB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4495" y="5076102"/>
              <a:ext cx="1083500" cy="108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1440" tIns="0" rIns="0" bIns="54864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200" dirty="0">
                <a:solidFill>
                  <a:srgbClr val="FFFFFF"/>
                </a:solidFill>
                <a:latin typeface="Flaticon" panose="02000603000000000000" pitchFamily="2" charset="0"/>
              </a:endParaRPr>
            </a:p>
          </p:txBody>
        </p:sp>
        <p:sp>
          <p:nvSpPr>
            <p:cNvPr id="29" name="TextBox 59">
              <a:extLst>
                <a:ext uri="{FF2B5EF4-FFF2-40B4-BE49-F238E27FC236}">
                  <a16:creationId xmlns:a16="http://schemas.microsoft.com/office/drawing/2014/main" id="{DB8167A4-99B3-49E9-866C-4BF88F527790}"/>
                </a:ext>
              </a:extLst>
            </p:cNvPr>
            <p:cNvSpPr txBox="1"/>
            <p:nvPr/>
          </p:nvSpPr>
          <p:spPr>
            <a:xfrm>
              <a:off x="7302650" y="5453245"/>
              <a:ext cx="1240462" cy="290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Q4 - 2024</a:t>
              </a: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1C3E3FF3-C411-DF57-C5AA-810455D46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694" y="3997637"/>
            <a:ext cx="1110566" cy="103385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0" rIns="0" bIns="54864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rgbClr val="FFFFFF"/>
              </a:solidFill>
              <a:latin typeface="Flaticon" panose="02000603000000000000" pitchFamily="2" charset="0"/>
            </a:endParaRPr>
          </a:p>
        </p:txBody>
      </p:sp>
      <p:sp>
        <p:nvSpPr>
          <p:cNvPr id="35" name="TextBox 59">
            <a:extLst>
              <a:ext uri="{FF2B5EF4-FFF2-40B4-BE49-F238E27FC236}">
                <a16:creationId xmlns:a16="http://schemas.microsoft.com/office/drawing/2014/main" id="{C1A4826C-C43F-901A-372E-0261B8622D02}"/>
              </a:ext>
            </a:extLst>
          </p:cNvPr>
          <p:cNvSpPr txBox="1"/>
          <p:nvPr/>
        </p:nvSpPr>
        <p:spPr>
          <a:xfrm>
            <a:off x="4933252" y="4376065"/>
            <a:ext cx="1271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</a:rPr>
              <a:t>Q1 - 2025</a:t>
            </a: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3A0A5AEA-8E72-B35A-9683-06D7012701FC}"/>
              </a:ext>
            </a:extLst>
          </p:cNvPr>
          <p:cNvSpPr txBox="1"/>
          <p:nvPr/>
        </p:nvSpPr>
        <p:spPr>
          <a:xfrm>
            <a:off x="498618" y="865863"/>
            <a:ext cx="4684027" cy="6086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algn="just">
              <a:lnSpc>
                <a:spcPct val="150000"/>
              </a:lnSpc>
            </a:pPr>
            <a:r>
              <a:rPr lang="en-IN" sz="1200" b="1" dirty="0">
                <a:solidFill>
                  <a:schemeClr val="bg1"/>
                </a:solidFill>
                <a:latin typeface="+mj-lt"/>
                <a:cs typeface="Calibri bold"/>
              </a:rPr>
              <a:t>POD Functional &amp; Automation Team – Regression Team ramp-up to reduce release time-lines covering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60A3F-84BA-9E4B-BB36-C5BFDFE82B09}"/>
              </a:ext>
            </a:extLst>
          </p:cNvPr>
          <p:cNvSpPr txBox="1"/>
          <p:nvPr/>
        </p:nvSpPr>
        <p:spPr>
          <a:xfrm>
            <a:off x="711479" y="1661051"/>
            <a:ext cx="3138539" cy="199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IN" sz="1200" dirty="0">
                <a:solidFill>
                  <a:schemeClr val="bg1"/>
                </a:solidFill>
                <a:latin typeface="+mj-lt"/>
                <a:cs typeface="Calibri bold"/>
              </a:rPr>
              <a:t>Orion DV complete (End of November)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IN" sz="1200" dirty="0">
                <a:solidFill>
                  <a:schemeClr val="bg1"/>
                </a:solidFill>
                <a:latin typeface="+mj-lt"/>
                <a:cs typeface="Calibri bold"/>
              </a:rPr>
              <a:t>L3 Feature Development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IN" sz="1200" dirty="0">
                <a:solidFill>
                  <a:schemeClr val="bg1"/>
                </a:solidFill>
                <a:latin typeface="+mj-lt"/>
                <a:cs typeface="Calibri bold"/>
              </a:rPr>
              <a:t>Onboard L3 Regression Team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IN" sz="1200" dirty="0">
                <a:solidFill>
                  <a:schemeClr val="bg1"/>
                </a:solidFill>
                <a:latin typeface="+mj-lt"/>
                <a:cs typeface="Calibri bold"/>
              </a:rPr>
              <a:t>WB to PFIT Conversion  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IN" sz="1200" dirty="0">
                <a:solidFill>
                  <a:schemeClr val="bg1"/>
                </a:solidFill>
                <a:latin typeface="+mj-lt"/>
                <a:cs typeface="Calibri bold"/>
              </a:rPr>
              <a:t>Moonshot CT2 CE DV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IN" sz="1200" dirty="0">
                <a:solidFill>
                  <a:schemeClr val="bg1"/>
                </a:solidFill>
                <a:latin typeface="+mj-lt"/>
                <a:cs typeface="Calibri bold"/>
              </a:rPr>
              <a:t>SA 2.0 Feature Development and DV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DBA66-1276-FAC8-95C2-0E95A85AA473}"/>
              </a:ext>
            </a:extLst>
          </p:cNvPr>
          <p:cNvSpPr txBox="1"/>
          <p:nvPr/>
        </p:nvSpPr>
        <p:spPr>
          <a:xfrm>
            <a:off x="1071537" y="4226773"/>
            <a:ext cx="3138539" cy="116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L3 Feature Development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Increasing Automation coverage </a:t>
            </a:r>
          </a:p>
          <a:p>
            <a:pPr marL="177800" algn="just">
              <a:lnSpc>
                <a:spcPct val="150000"/>
              </a:lnSpc>
            </a:pPr>
            <a:r>
              <a:rPr lang="en-IN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    to 80% with PFIT conversion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Orion L2 Integration + FMR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6F0569-B3A5-A92B-FE67-C5997C5AA88C}"/>
              </a:ext>
            </a:extLst>
          </p:cNvPr>
          <p:cNvSpPr txBox="1"/>
          <p:nvPr/>
        </p:nvSpPr>
        <p:spPr>
          <a:xfrm>
            <a:off x="6807078" y="1474556"/>
            <a:ext cx="3138539" cy="116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1778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V3.1.4, iOS 1.1.5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V5.0+ v3.0(L3)</a:t>
            </a:r>
          </a:p>
          <a:p>
            <a:pPr marL="355600" marR="0" lvl="0" indent="-1778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Moonshot+ iOS </a:t>
            </a:r>
          </a:p>
          <a:p>
            <a:pPr marL="355600" marR="0" lvl="0" indent="-1778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Atlas, Cloud 4.6.0+, Orion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57D7F-6972-706A-11B2-70BB3D670008}"/>
              </a:ext>
            </a:extLst>
          </p:cNvPr>
          <p:cNvSpPr txBox="1"/>
          <p:nvPr/>
        </p:nvSpPr>
        <p:spPr>
          <a:xfrm>
            <a:off x="7215657" y="4088273"/>
            <a:ext cx="3138539" cy="143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v3.1.5, </a:t>
            </a:r>
            <a:r>
              <a:rPr lang="en-US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v3.1.5/pod 9.0.4, </a:t>
            </a:r>
            <a:r>
              <a:rPr lang="en-IN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v3.2.0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v4.0 (SA), v5.0+v3.0(L3)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iOS 2.0/ 2.0.1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Moonshot, </a:t>
            </a:r>
            <a:r>
              <a:rPr lang="en-IN" sz="1200" dirty="0" err="1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Android+iOS</a:t>
            </a:r>
            <a:endParaRPr lang="en-IN" sz="1200" dirty="0">
              <a:solidFill>
                <a:schemeClr val="bg1"/>
              </a:solidFill>
              <a:latin typeface="+mj-lt"/>
              <a:ea typeface="Calibri"/>
              <a:cs typeface="Calibri bold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Cloud 4.7 and 4.8 US, EU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69DCDA46-8686-269F-90C9-0F67FB998132}"/>
              </a:ext>
            </a:extLst>
          </p:cNvPr>
          <p:cNvSpPr txBox="1"/>
          <p:nvPr/>
        </p:nvSpPr>
        <p:spPr>
          <a:xfrm>
            <a:off x="1019655" y="3914605"/>
            <a:ext cx="3015968" cy="6548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algn="just">
              <a:lnSpc>
                <a:spcPct val="150000"/>
              </a:lnSpc>
            </a:pPr>
            <a:r>
              <a:rPr lang="en-IN" sz="1400" b="1" u="sng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Q1 - 2025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1200" dirty="0">
              <a:solidFill>
                <a:schemeClr val="bg1"/>
              </a:solidFill>
              <a:latin typeface="+mj-lt"/>
              <a:ea typeface="Calibri"/>
              <a:cs typeface="Calibri bold"/>
            </a:endParaRPr>
          </a:p>
        </p:txBody>
      </p:sp>
    </p:spTree>
    <p:extLst>
      <p:ext uri="{BB962C8B-B14F-4D97-AF65-F5344CB8AC3E}">
        <p14:creationId xmlns:p14="http://schemas.microsoft.com/office/powerpoint/2010/main" val="1311065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A1E4C-88C4-8846-78D7-54DF1692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F7CAB827-80BB-4841-D3E9-4535E5AFEB50}"/>
              </a:ext>
            </a:extLst>
          </p:cNvPr>
          <p:cNvSpPr txBox="1"/>
          <p:nvPr/>
        </p:nvSpPr>
        <p:spPr>
          <a:xfrm>
            <a:off x="0" y="654259"/>
            <a:ext cx="11662610" cy="3316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algn="just">
              <a:lnSpc>
                <a:spcPct val="150000"/>
              </a:lnSpc>
            </a:pPr>
            <a:r>
              <a:rPr lang="en-IN" sz="1200" b="1" u="sng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POD Functional &amp; Automation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1A2FA5-6ADA-6FFC-2AF8-3A977601AF88}"/>
              </a:ext>
            </a:extLst>
          </p:cNvPr>
          <p:cNvSpPr txBox="1"/>
          <p:nvPr/>
        </p:nvSpPr>
        <p:spPr>
          <a:xfrm>
            <a:off x="-29360" y="-3751"/>
            <a:ext cx="119860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</a:t>
            </a:r>
            <a:r>
              <a:rPr lang="en-IN" sz="2400" b="1" dirty="0">
                <a:solidFill>
                  <a:schemeClr val="bg1"/>
                </a:solidFill>
                <a:latin typeface="+mj-lt"/>
                <a:ea typeface="Microsoft YaHei"/>
                <a:cs typeface="Mangal"/>
              </a:rPr>
              <a:t> Ideation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5630D-8886-2D1C-022A-ECF8D1B43018}"/>
              </a:ext>
            </a:extLst>
          </p:cNvPr>
          <p:cNvSpPr txBox="1"/>
          <p:nvPr/>
        </p:nvSpPr>
        <p:spPr>
          <a:xfrm>
            <a:off x="6862713" y="654259"/>
            <a:ext cx="8719457" cy="331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algn="just">
              <a:lnSpc>
                <a:spcPct val="150000"/>
              </a:lnSpc>
            </a:pPr>
            <a:r>
              <a:rPr lang="en-IN" sz="1200" b="1" u="sng" dirty="0">
                <a:solidFill>
                  <a:schemeClr val="bg1"/>
                </a:solidFill>
                <a:latin typeface="+mj-lt"/>
                <a:ea typeface="Calibri"/>
                <a:cs typeface="Calibri bold"/>
              </a:rPr>
              <a:t>Systems DV Team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AA252-B2DE-290B-6E36-CAFD1D29CE47}"/>
              </a:ext>
            </a:extLst>
          </p:cNvPr>
          <p:cNvSpPr txBox="1"/>
          <p:nvPr/>
        </p:nvSpPr>
        <p:spPr>
          <a:xfrm>
            <a:off x="106813" y="985953"/>
            <a:ext cx="4653723" cy="4209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u="sng" dirty="0">
                <a:solidFill>
                  <a:schemeClr val="bg1"/>
                </a:solidFill>
                <a:cs typeface="Calibri"/>
              </a:rPr>
              <a:t>Scale up Automation Lab from </a:t>
            </a:r>
            <a:r>
              <a:rPr lang="en-US" sz="1200" b="1" u="sng" dirty="0">
                <a:solidFill>
                  <a:schemeClr val="bg1"/>
                </a:solidFill>
                <a:cs typeface="Calibri"/>
              </a:rPr>
              <a:t>20 </a:t>
            </a:r>
            <a:r>
              <a:rPr lang="en-US" sz="1200" u="sng" dirty="0">
                <a:solidFill>
                  <a:schemeClr val="bg1"/>
                </a:solidFill>
                <a:cs typeface="Calibri"/>
              </a:rPr>
              <a:t>to</a:t>
            </a:r>
            <a:r>
              <a:rPr lang="en-US" sz="1200" b="1" u="sng" dirty="0">
                <a:solidFill>
                  <a:schemeClr val="bg1"/>
                </a:solidFill>
                <a:cs typeface="Calibri"/>
              </a:rPr>
              <a:t> 30 </a:t>
            </a:r>
            <a:r>
              <a:rPr lang="en-US" sz="1200" u="sng" dirty="0">
                <a:solidFill>
                  <a:schemeClr val="bg1"/>
                </a:solidFill>
                <a:cs typeface="Calibri"/>
              </a:rPr>
              <a:t>Setups</a:t>
            </a:r>
            <a:r>
              <a:rPr lang="en-US" sz="1200" b="1" u="sng" dirty="0">
                <a:solidFill>
                  <a:schemeClr val="bg1"/>
                </a:solidFill>
                <a:cs typeface="Calibri"/>
              </a:rPr>
              <a:t> 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u="sng" dirty="0" err="1">
                <a:solidFill>
                  <a:schemeClr val="bg1"/>
                </a:solidFill>
                <a:cs typeface="Calibri"/>
              </a:rPr>
              <a:t>Insulet</a:t>
            </a:r>
            <a:r>
              <a:rPr lang="en-US" sz="1200" u="sng" dirty="0">
                <a:solidFill>
                  <a:schemeClr val="bg1"/>
                </a:solidFill>
                <a:cs typeface="Calibri"/>
              </a:rPr>
              <a:t> HUB - Dashboards from Automation Team</a:t>
            </a:r>
            <a:endParaRPr lang="en-US" sz="1200" dirty="0">
              <a:solidFill>
                <a:schemeClr val="bg1"/>
              </a:solidFill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Target to increase Automation TC coverage to </a:t>
            </a:r>
            <a:r>
              <a:rPr lang="en-US" sz="1200" b="1" dirty="0">
                <a:solidFill>
                  <a:schemeClr val="bg1"/>
                </a:solidFill>
                <a:cs typeface="Calibri"/>
              </a:rPr>
              <a:t>80% 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by 25Q1 </a:t>
            </a:r>
            <a:endParaRPr lang="en-US" sz="1200" dirty="0">
              <a:solidFill>
                <a:schemeClr val="bg1"/>
              </a:solidFill>
              <a:ea typeface="Tahoma"/>
              <a:cs typeface="Calibri"/>
            </a:endParaRP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Dedicated Onsite Test Automation Lead for POD automation testing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Capacity planning – Support Test Automaton Framework, Tool Development and Evaluation.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Enhanced Product Support – </a:t>
            </a:r>
          </a:p>
          <a:p>
            <a:pPr marL="863600" lvl="1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Pod Power Consumption testing</a:t>
            </a:r>
          </a:p>
          <a:p>
            <a:pPr marL="863600" lvl="1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OTA Functional and Automation team support</a:t>
            </a:r>
          </a:p>
          <a:p>
            <a:pPr marL="863600" lvl="1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Modular Testing Frame-work</a:t>
            </a:r>
          </a:p>
          <a:p>
            <a:pPr marL="863600" lvl="1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Internal wear studies </a:t>
            </a:r>
          </a:p>
          <a:p>
            <a:pPr marL="355600" indent="-1778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Improve Test Optimization -  Dual setups for Functional testers to support long runs and test investigations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86256-8DE1-7B55-C53F-ABEE25D073BA}"/>
              </a:ext>
            </a:extLst>
          </p:cNvPr>
          <p:cNvSpPr txBox="1"/>
          <p:nvPr/>
        </p:nvSpPr>
        <p:spPr>
          <a:xfrm>
            <a:off x="6957700" y="985953"/>
            <a:ext cx="3987538" cy="337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9250" lvl="1" indent="-171450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  <a:defRPr/>
            </a:pPr>
            <a:r>
              <a:rPr lang="en-US" sz="1200" u="sng" dirty="0">
                <a:solidFill>
                  <a:schemeClr val="bg1"/>
                </a:solidFill>
                <a:cs typeface="Calibri"/>
              </a:rPr>
              <a:t>Systems Automation Testing</a:t>
            </a:r>
          </a:p>
          <a:p>
            <a:pPr marL="349250" lvl="1" indent="-171450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  <a:defRPr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Expansion of Battery Life Testing, along with setting up heat bar equipment at </a:t>
            </a:r>
            <a:r>
              <a:rPr lang="en-US" sz="1200" dirty="0" err="1">
                <a:solidFill>
                  <a:schemeClr val="bg1"/>
                </a:solidFill>
                <a:cs typeface="Calibri"/>
              </a:rPr>
              <a:t>Cigniti</a:t>
            </a:r>
            <a:r>
              <a:rPr lang="en-US" sz="1200" dirty="0">
                <a:solidFill>
                  <a:schemeClr val="bg1"/>
                </a:solidFill>
                <a:cs typeface="Calibri"/>
              </a:rPr>
              <a:t> offshore facilities</a:t>
            </a:r>
          </a:p>
          <a:p>
            <a:pPr marL="349250" lvl="1" indent="-171450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  <a:defRPr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Support HTS Testing ( Human Torso Simulator ) at offshore</a:t>
            </a:r>
          </a:p>
          <a:p>
            <a:pPr marL="349250" lvl="1" indent="-171450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  <a:defRPr/>
            </a:pPr>
            <a:r>
              <a:rPr lang="en-US" sz="1200" u="sng" dirty="0">
                <a:solidFill>
                  <a:schemeClr val="bg1"/>
                </a:solidFill>
                <a:cs typeface="Calibri"/>
              </a:rPr>
              <a:t>Compatibility Testing (Multiple PDMs, CGMS &amp; OS versions and Pod variants) – </a:t>
            </a:r>
            <a:r>
              <a:rPr lang="en-US" sz="1200" u="sng" dirty="0" err="1">
                <a:solidFill>
                  <a:schemeClr val="bg1"/>
                </a:solidFill>
                <a:cs typeface="Calibri"/>
              </a:rPr>
              <a:t>SystemsDV</a:t>
            </a:r>
            <a:r>
              <a:rPr lang="en-US" sz="1200" u="sng" dirty="0">
                <a:solidFill>
                  <a:schemeClr val="bg1"/>
                </a:solidFill>
                <a:cs typeface="Calibri"/>
              </a:rPr>
              <a:t> &amp; Automation</a:t>
            </a:r>
          </a:p>
          <a:p>
            <a:pPr marL="349250" lvl="1" indent="-171450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  <a:defRPr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Internalization testing - Cloud Functional and Automation Testing for multiple regions</a:t>
            </a:r>
          </a:p>
          <a:p>
            <a:pPr marL="349250" lvl="1" indent="-171450" algn="just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  <a:defRPr/>
            </a:pPr>
            <a:r>
              <a:rPr lang="en-US" sz="1200" dirty="0">
                <a:solidFill>
                  <a:schemeClr val="bg1"/>
                </a:solidFill>
                <a:cs typeface="Calibri"/>
              </a:rPr>
              <a:t>Enhance SME Team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2D629B3-7A1B-2B34-084F-8449181FB25D}"/>
                  </a:ext>
                </a:extLst>
              </p14:cNvPr>
              <p14:cNvContentPartPr/>
              <p14:nvPr/>
            </p14:nvContentPartPr>
            <p14:xfrm>
              <a:off x="1391842" y="2295916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2D629B3-7A1B-2B34-084F-8449181FB2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5722" y="2289796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82A4564-8743-48E3-A2B4-1B6BE769C9B4}"/>
              </a:ext>
            </a:extLst>
          </p:cNvPr>
          <p:cNvGrpSpPr/>
          <p:nvPr/>
        </p:nvGrpSpPr>
        <p:grpSpPr>
          <a:xfrm>
            <a:off x="1246762" y="2015427"/>
            <a:ext cx="360" cy="360"/>
            <a:chOff x="1246762" y="201542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A2601F-54BC-AEA7-758A-5955DA393CBC}"/>
                    </a:ext>
                  </a:extLst>
                </p14:cNvPr>
                <p14:cNvContentPartPr/>
                <p14:nvPr/>
              </p14:nvContentPartPr>
              <p14:xfrm>
                <a:off x="1246762" y="2015427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A2601F-54BC-AEA7-758A-5955DA393CB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40642" y="20093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0A6127-251D-60DE-BD9C-70264212C857}"/>
                    </a:ext>
                  </a:extLst>
                </p14:cNvPr>
                <p14:cNvContentPartPr/>
                <p14:nvPr/>
              </p14:nvContentPartPr>
              <p14:xfrm>
                <a:off x="1246762" y="2015427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D0A6127-251D-60DE-BD9C-70264212C85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40642" y="20093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2221208"/>
      </p:ext>
    </p:extLst>
  </p:cSld>
  <p:clrMapOvr>
    <a:masterClrMapping/>
  </p:clrMapOvr>
</p:sld>
</file>

<file path=ppt/theme/theme1.xml><?xml version="1.0" encoding="utf-8"?>
<a:theme xmlns:a="http://schemas.openxmlformats.org/drawingml/2006/main" name="Dark_theme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Coforge_2023_v3" id="{5EDCFB63-99E3-42E0-8EAA-58824C178C01}" vid="{1911C7C7-5A44-4A9F-97AD-D74106796935}"/>
    </a:ext>
  </a:extLst>
</a:theme>
</file>

<file path=ppt/theme/theme2.xml><?xml version="1.0" encoding="utf-8"?>
<a:theme xmlns:a="http://schemas.openxmlformats.org/drawingml/2006/main" name="Light_theme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Coforge_2023_v3" id="{5EDCFB63-99E3-42E0-8EAA-58824C178C01}" vid="{1911C7C7-5A44-4A9F-97AD-D7410679693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A560C733FDF041BFFC8981D45889A7" ma:contentTypeVersion="4" ma:contentTypeDescription="Create a new document." ma:contentTypeScope="" ma:versionID="337b061b56f70c020334d797967317c0">
  <xsd:schema xmlns:xsd="http://www.w3.org/2001/XMLSchema" xmlns:xs="http://www.w3.org/2001/XMLSchema" xmlns:p="http://schemas.microsoft.com/office/2006/metadata/properties" xmlns:ns2="4f1d2622-3771-4663-8fd3-bae6fba2417d" targetNamespace="http://schemas.microsoft.com/office/2006/metadata/properties" ma:root="true" ma:fieldsID="583d0c37335effc7b94080ab6c289fb6" ns2:_="">
    <xsd:import namespace="4f1d2622-3771-4663-8fd3-bae6fba241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1d2622-3771-4663-8fd3-bae6fba241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BEC31F-516C-4AC9-BDE5-4C748F494E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0571FF-39A3-41A8-A29D-A5CA8EB27844}">
  <ds:schemaRefs>
    <ds:schemaRef ds:uri="4f1d2622-3771-4663-8fd3-bae6fba241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BFE4155-6F36-45FF-B078-D5533377FC78}">
  <ds:schemaRefs>
    <ds:schemaRef ds:uri="4f1d2622-3771-4663-8fd3-bae6fba2417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4279</Words>
  <Application>Microsoft Office PowerPoint</Application>
  <PresentationFormat>Widescreen</PresentationFormat>
  <Paragraphs>689</Paragraphs>
  <Slides>35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Microsoft YaHei</vt:lpstr>
      <vt:lpstr>Anek Devanagari</vt:lpstr>
      <vt:lpstr>Arial</vt:lpstr>
      <vt:lpstr>Calibri</vt:lpstr>
      <vt:lpstr>Calibri bold</vt:lpstr>
      <vt:lpstr>Calibri Light</vt:lpstr>
      <vt:lpstr>Flaticon</vt:lpstr>
      <vt:lpstr>Open Sans</vt:lpstr>
      <vt:lpstr>Tahoma</vt:lpstr>
      <vt:lpstr>Wingdings</vt:lpstr>
      <vt:lpstr>Wingdings,Sans-Serif</vt:lpstr>
      <vt:lpstr>Dark_theme</vt:lpstr>
      <vt:lpstr>Light_theme</vt:lpstr>
      <vt:lpstr>Insulet Annual Business Review</vt:lpstr>
      <vt:lpstr>LAB Video Slide</vt:lpstr>
      <vt:lpstr>AGENDA</vt:lpstr>
      <vt:lpstr>We are a global IT services company</vt:lpstr>
      <vt:lpstr>Comprehensive suite of services </vt:lpstr>
      <vt:lpstr>4/4 CSS for the past 6 years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Pod Team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Systems DV Team Summary</vt:lpstr>
      <vt:lpstr>   Systems DV Team – 2024</vt:lpstr>
      <vt:lpstr>   Project Wise DV Release Trends</vt:lpstr>
      <vt:lpstr>   Systems DV Team – BLT (Battery Life Testing) </vt:lpstr>
      <vt:lpstr>   Systems DV Team – Defect Summary   </vt:lpstr>
      <vt:lpstr>Let’s engage!</vt:lpstr>
      <vt:lpstr>PowerPoint Presentation</vt:lpstr>
      <vt:lpstr>Recognizing Excellence: Our Awards and Accolades</vt:lpstr>
      <vt:lpstr>Medical Devices Center of Excellence </vt:lpstr>
      <vt:lpstr>Comprehensive Services We Offer </vt:lpstr>
      <vt:lpstr>Comprehensive Services We Offer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Coforge Powerpoint Template - v09</dc:title>
  <dc:creator>Bhupendra Singh</dc:creator>
  <cp:lastModifiedBy>Dinesh Bunga</cp:lastModifiedBy>
  <cp:revision>91</cp:revision>
  <dcterms:created xsi:type="dcterms:W3CDTF">2023-06-13T12:56:24Z</dcterms:created>
  <dcterms:modified xsi:type="dcterms:W3CDTF">2024-10-28T13:34:36Z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0x010100B8A560C733FDF041BFFC8981D45889A7</vt:lpwstr>
  </property>
</Properties>
</file>